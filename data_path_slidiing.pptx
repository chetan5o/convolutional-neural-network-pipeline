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1656B-A214-4A47-8215-7233C1122DBA}" v="18" dt="2025-11-20T05:09:55.1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an Somana" userId="9b6f9e57-2673-4c93-9538-c241d6779953" providerId="ADAL" clId="{67960BD9-3E4D-4807-8BF7-74BD44888397}"/>
    <pc:docChg chg="undo custSel addSld modSld">
      <pc:chgData name="Chetan Somana" userId="9b6f9e57-2673-4c93-9538-c241d6779953" providerId="ADAL" clId="{67960BD9-3E4D-4807-8BF7-74BD44888397}" dt="2025-11-20T05:09:55.190" v="143"/>
      <pc:docMkLst>
        <pc:docMk/>
      </pc:docMkLst>
      <pc:sldChg chg="addSp delSp modSp mod">
        <pc:chgData name="Chetan Somana" userId="9b6f9e57-2673-4c93-9538-c241d6779953" providerId="ADAL" clId="{67960BD9-3E4D-4807-8BF7-74BD44888397}" dt="2025-11-19T19:07:05.476" v="17"/>
        <pc:sldMkLst>
          <pc:docMk/>
          <pc:sldMk cId="2130385143" sldId="257"/>
        </pc:sldMkLst>
        <pc:spChg chg="del">
          <ac:chgData name="Chetan Somana" userId="9b6f9e57-2673-4c93-9538-c241d6779953" providerId="ADAL" clId="{67960BD9-3E4D-4807-8BF7-74BD44888397}" dt="2025-11-19T00:52:03.430" v="3" actId="478"/>
          <ac:spMkLst>
            <pc:docMk/>
            <pc:sldMk cId="2130385143" sldId="257"/>
            <ac:spMk id="9" creationId="{A87100CF-9DDF-A082-8083-EC19C37667B3}"/>
          </ac:spMkLst>
        </pc:spChg>
        <pc:spChg chg="add mod">
          <ac:chgData name="Chetan Somana" userId="9b6f9e57-2673-4c93-9538-c241d6779953" providerId="ADAL" clId="{67960BD9-3E4D-4807-8BF7-74BD44888397}" dt="2025-11-19T19:07:05.476" v="17"/>
          <ac:spMkLst>
            <pc:docMk/>
            <pc:sldMk cId="2130385143" sldId="257"/>
            <ac:spMk id="11" creationId="{0C4A8A3E-7F7E-0E1A-7F25-673F2723EF09}"/>
          </ac:spMkLst>
        </pc:spChg>
        <pc:graphicFrameChg chg="mod modGraphic">
          <ac:chgData name="Chetan Somana" userId="9b6f9e57-2673-4c93-9538-c241d6779953" providerId="ADAL" clId="{67960BD9-3E4D-4807-8BF7-74BD44888397}" dt="2025-11-19T19:06:36.333" v="15"/>
          <ac:graphicFrameMkLst>
            <pc:docMk/>
            <pc:sldMk cId="2130385143" sldId="257"/>
            <ac:graphicFrameMk id="4" creationId="{172DDA09-541F-7F63-7115-8A3B7D7F2865}"/>
          </ac:graphicFrameMkLst>
        </pc:graphicFrameChg>
        <pc:graphicFrameChg chg="add">
          <ac:chgData name="Chetan Somana" userId="9b6f9e57-2673-4c93-9538-c241d6779953" providerId="ADAL" clId="{67960BD9-3E4D-4807-8BF7-74BD44888397}" dt="2025-11-19T19:06:56.472" v="16"/>
          <ac:graphicFrameMkLst>
            <pc:docMk/>
            <pc:sldMk cId="2130385143" sldId="257"/>
            <ac:graphicFrameMk id="10" creationId="{7FF5E483-4AD6-C451-FB2A-40B4629EDDF0}"/>
          </ac:graphicFrameMkLst>
        </pc:graphicFrameChg>
      </pc:sldChg>
      <pc:sldChg chg="addSp delSp modSp mod">
        <pc:chgData name="Chetan Somana" userId="9b6f9e57-2673-4c93-9538-c241d6779953" providerId="ADAL" clId="{67960BD9-3E4D-4807-8BF7-74BD44888397}" dt="2025-11-20T05:09:55.190" v="143"/>
        <pc:sldMkLst>
          <pc:docMk/>
          <pc:sldMk cId="2242297064" sldId="270"/>
        </pc:sldMkLst>
        <pc:spChg chg="mod">
          <ac:chgData name="Chetan Somana" userId="9b6f9e57-2673-4c93-9538-c241d6779953" providerId="ADAL" clId="{67960BD9-3E4D-4807-8BF7-74BD44888397}" dt="2025-11-20T05:02:35.725" v="24" actId="5793"/>
          <ac:spMkLst>
            <pc:docMk/>
            <pc:sldMk cId="2242297064" sldId="270"/>
            <ac:spMk id="7" creationId="{0137343D-BCB9-1BC6-9260-64082245F382}"/>
          </ac:spMkLst>
        </pc:spChg>
        <pc:spChg chg="add mod">
          <ac:chgData name="Chetan Somana" userId="9b6f9e57-2673-4c93-9538-c241d6779953" providerId="ADAL" clId="{67960BD9-3E4D-4807-8BF7-74BD44888397}" dt="2025-11-20T05:06:42.624" v="45" actId="20577"/>
          <ac:spMkLst>
            <pc:docMk/>
            <pc:sldMk cId="2242297064" sldId="270"/>
            <ac:spMk id="10" creationId="{69E022C1-B3F1-9F9E-79DA-30C3B88F0046}"/>
          </ac:spMkLst>
        </pc:spChg>
        <pc:grpChg chg="mod">
          <ac:chgData name="Chetan Somana" userId="9b6f9e57-2673-4c93-9538-c241d6779953" providerId="ADAL" clId="{67960BD9-3E4D-4807-8BF7-74BD44888397}" dt="2025-11-20T05:07:07.268" v="57"/>
          <ac:grpSpMkLst>
            <pc:docMk/>
            <pc:sldMk cId="2242297064" sldId="270"/>
            <ac:grpSpMk id="21" creationId="{B82B77E8-E821-79DB-3E0E-B22F7C9B65AD}"/>
          </ac:grpSpMkLst>
        </pc:grpChg>
        <pc:grpChg chg="mod">
          <ac:chgData name="Chetan Somana" userId="9b6f9e57-2673-4c93-9538-c241d6779953" providerId="ADAL" clId="{67960BD9-3E4D-4807-8BF7-74BD44888397}" dt="2025-11-20T05:07:07.268" v="57"/>
          <ac:grpSpMkLst>
            <pc:docMk/>
            <pc:sldMk cId="2242297064" sldId="270"/>
            <ac:grpSpMk id="22" creationId="{37139383-EABA-31E2-4B1B-C4F1EF159BB2}"/>
          </ac:grpSpMkLst>
        </pc:grpChg>
        <pc:grpChg chg="mod">
          <ac:chgData name="Chetan Somana" userId="9b6f9e57-2673-4c93-9538-c241d6779953" providerId="ADAL" clId="{67960BD9-3E4D-4807-8BF7-74BD44888397}" dt="2025-11-20T05:07:11.292" v="63"/>
          <ac:grpSpMkLst>
            <pc:docMk/>
            <pc:sldMk cId="2242297064" sldId="270"/>
            <ac:grpSpMk id="28" creationId="{6F039664-5F32-E668-40BB-FE874F6AE7EE}"/>
          </ac:grpSpMkLst>
        </pc:grpChg>
        <pc:grpChg chg="mod">
          <ac:chgData name="Chetan Somana" userId="9b6f9e57-2673-4c93-9538-c241d6779953" providerId="ADAL" clId="{67960BD9-3E4D-4807-8BF7-74BD44888397}" dt="2025-11-20T05:07:11.292" v="63"/>
          <ac:grpSpMkLst>
            <pc:docMk/>
            <pc:sldMk cId="2242297064" sldId="270"/>
            <ac:grpSpMk id="29" creationId="{F9D63F6A-01E6-ED9E-062D-DFD40B573027}"/>
          </ac:grpSpMkLst>
        </pc:grpChg>
        <pc:grpChg chg="mod">
          <ac:chgData name="Chetan Somana" userId="9b6f9e57-2673-4c93-9538-c241d6779953" providerId="ADAL" clId="{67960BD9-3E4D-4807-8BF7-74BD44888397}" dt="2025-11-20T05:07:18.849" v="70"/>
          <ac:grpSpMkLst>
            <pc:docMk/>
            <pc:sldMk cId="2242297064" sldId="270"/>
            <ac:grpSpMk id="34" creationId="{E5610FF1-FC94-F7DA-CBB8-301B8BB5DB22}"/>
          </ac:grpSpMkLst>
        </pc:grpChg>
        <pc:grpChg chg="mod">
          <ac:chgData name="Chetan Somana" userId="9b6f9e57-2673-4c93-9538-c241d6779953" providerId="ADAL" clId="{67960BD9-3E4D-4807-8BF7-74BD44888397}" dt="2025-11-20T05:07:29.483" v="86"/>
          <ac:grpSpMkLst>
            <pc:docMk/>
            <pc:sldMk cId="2242297064" sldId="270"/>
            <ac:grpSpMk id="45" creationId="{8731A16C-48AD-4D2E-8D08-91456FDE0E64}"/>
          </ac:grpSpMkLst>
        </pc:grpChg>
        <pc:grpChg chg="mod">
          <ac:chgData name="Chetan Somana" userId="9b6f9e57-2673-4c93-9538-c241d6779953" providerId="ADAL" clId="{67960BD9-3E4D-4807-8BF7-74BD44888397}" dt="2025-11-20T05:07:30.585" v="89"/>
          <ac:grpSpMkLst>
            <pc:docMk/>
            <pc:sldMk cId="2242297064" sldId="270"/>
            <ac:grpSpMk id="48" creationId="{DA57B163-EB85-0D1C-A987-EC32C512BCDE}"/>
          </ac:grpSpMkLst>
        </pc:grpChg>
        <pc:grpChg chg="mod">
          <ac:chgData name="Chetan Somana" userId="9b6f9e57-2673-4c93-9538-c241d6779953" providerId="ADAL" clId="{67960BD9-3E4D-4807-8BF7-74BD44888397}" dt="2025-11-20T05:09:03.719" v="104"/>
          <ac:grpSpMkLst>
            <pc:docMk/>
            <pc:sldMk cId="2242297064" sldId="270"/>
            <ac:grpSpMk id="61" creationId="{EE49277A-EA0D-C590-447F-11478097135C}"/>
          </ac:grpSpMkLst>
        </pc:grpChg>
        <pc:grpChg chg="add del mod">
          <ac:chgData name="Chetan Somana" userId="9b6f9e57-2673-4c93-9538-c241d6779953" providerId="ADAL" clId="{67960BD9-3E4D-4807-8BF7-74BD44888397}" dt="2025-11-20T05:09:33.279" v="127"/>
          <ac:grpSpMkLst>
            <pc:docMk/>
            <pc:sldMk cId="2242297064" sldId="270"/>
            <ac:grpSpMk id="71" creationId="{2C976DE6-DABC-00F9-F1E5-ADCC40604C36}"/>
          </ac:grpSpMkLst>
        </pc:grpChg>
        <pc:grpChg chg="mod">
          <ac:chgData name="Chetan Somana" userId="9b6f9e57-2673-4c93-9538-c241d6779953" providerId="ADAL" clId="{67960BD9-3E4D-4807-8BF7-74BD44888397}" dt="2025-11-20T05:09:33.279" v="127"/>
          <ac:grpSpMkLst>
            <pc:docMk/>
            <pc:sldMk cId="2242297064" sldId="270"/>
            <ac:grpSpMk id="72" creationId="{38E7E6B6-5062-DFC0-6CBD-9D05F194CA70}"/>
          </ac:grpSpMkLst>
        </pc:grpChg>
        <pc:grpChg chg="mod">
          <ac:chgData name="Chetan Somana" userId="9b6f9e57-2673-4c93-9538-c241d6779953" providerId="ADAL" clId="{67960BD9-3E4D-4807-8BF7-74BD44888397}" dt="2025-11-20T05:09:55.190" v="143"/>
          <ac:grpSpMkLst>
            <pc:docMk/>
            <pc:sldMk cId="2242297064" sldId="270"/>
            <ac:grpSpMk id="80" creationId="{3FCCDB2B-A1E9-9FFF-84F6-EA120FBDBC5E}"/>
          </ac:grpSpMkLst>
        </pc:grpChg>
        <pc:graphicFrameChg chg="mod">
          <ac:chgData name="Chetan Somana" userId="9b6f9e57-2673-4c93-9538-c241d6779953" providerId="ADAL" clId="{67960BD9-3E4D-4807-8BF7-74BD44888397}" dt="2025-11-20T05:06:54.429" v="46" actId="1076"/>
          <ac:graphicFrameMkLst>
            <pc:docMk/>
            <pc:sldMk cId="2242297064" sldId="270"/>
            <ac:graphicFrameMk id="3" creationId="{88621260-EEC8-BB66-9A68-504235443A46}"/>
          </ac:graphicFrameMkLst>
        </pc:graphicFrameChg>
        <pc:inkChg chg="add">
          <ac:chgData name="Chetan Somana" userId="9b6f9e57-2673-4c93-9538-c241d6779953" providerId="ADAL" clId="{67960BD9-3E4D-4807-8BF7-74BD44888397}" dt="2025-11-20T05:07:00.821" v="47" actId="9405"/>
          <ac:inkMkLst>
            <pc:docMk/>
            <pc:sldMk cId="2242297064" sldId="270"/>
            <ac:inkMk id="11" creationId="{9391E5F6-9B9C-C72E-5BC1-1DE63523B5BC}"/>
          </ac:inkMkLst>
        </pc:inkChg>
        <pc:inkChg chg="add">
          <ac:chgData name="Chetan Somana" userId="9b6f9e57-2673-4c93-9538-c241d6779953" providerId="ADAL" clId="{67960BD9-3E4D-4807-8BF7-74BD44888397}" dt="2025-11-20T05:07:02.027" v="48" actId="9405"/>
          <ac:inkMkLst>
            <pc:docMk/>
            <pc:sldMk cId="2242297064" sldId="270"/>
            <ac:inkMk id="12" creationId="{91422CFD-664E-6E3F-DE35-F104DEE48A0C}"/>
          </ac:inkMkLst>
        </pc:inkChg>
        <pc:inkChg chg="add">
          <ac:chgData name="Chetan Somana" userId="9b6f9e57-2673-4c93-9538-c241d6779953" providerId="ADAL" clId="{67960BD9-3E4D-4807-8BF7-74BD44888397}" dt="2025-11-20T05:07:02.804" v="49" actId="9405"/>
          <ac:inkMkLst>
            <pc:docMk/>
            <pc:sldMk cId="2242297064" sldId="270"/>
            <ac:inkMk id="13" creationId="{CAC5F14B-77C4-D7E9-48B8-C1EA3779031A}"/>
          </ac:inkMkLst>
        </pc:inkChg>
        <pc:inkChg chg="add">
          <ac:chgData name="Chetan Somana" userId="9b6f9e57-2673-4c93-9538-c241d6779953" providerId="ADAL" clId="{67960BD9-3E4D-4807-8BF7-74BD44888397}" dt="2025-11-20T05:07:03.805" v="50" actId="9405"/>
          <ac:inkMkLst>
            <pc:docMk/>
            <pc:sldMk cId="2242297064" sldId="270"/>
            <ac:inkMk id="14" creationId="{F1A35E04-8304-4AC7-4F7C-412DF023CE3B}"/>
          </ac:inkMkLst>
        </pc:inkChg>
        <pc:inkChg chg="add">
          <ac:chgData name="Chetan Somana" userId="9b6f9e57-2673-4c93-9538-c241d6779953" providerId="ADAL" clId="{67960BD9-3E4D-4807-8BF7-74BD44888397}" dt="2025-11-20T05:07:04.537" v="51" actId="9405"/>
          <ac:inkMkLst>
            <pc:docMk/>
            <pc:sldMk cId="2242297064" sldId="270"/>
            <ac:inkMk id="15" creationId="{384C8700-E502-4FEE-AD00-56E53DF79C42}"/>
          </ac:inkMkLst>
        </pc:inkChg>
        <pc:inkChg chg="add mod">
          <ac:chgData name="Chetan Somana" userId="9b6f9e57-2673-4c93-9538-c241d6779953" providerId="ADAL" clId="{67960BD9-3E4D-4807-8BF7-74BD44888397}" dt="2025-11-20T05:07:07.268" v="57"/>
          <ac:inkMkLst>
            <pc:docMk/>
            <pc:sldMk cId="2242297064" sldId="270"/>
            <ac:inkMk id="16" creationId="{DDBA156C-B2A0-26DB-2FDB-77CF16982153}"/>
          </ac:inkMkLst>
        </pc:inkChg>
        <pc:inkChg chg="add mod">
          <ac:chgData name="Chetan Somana" userId="9b6f9e57-2673-4c93-9538-c241d6779953" providerId="ADAL" clId="{67960BD9-3E4D-4807-8BF7-74BD44888397}" dt="2025-11-20T05:07:07.268" v="57"/>
          <ac:inkMkLst>
            <pc:docMk/>
            <pc:sldMk cId="2242297064" sldId="270"/>
            <ac:inkMk id="17" creationId="{D7F4A157-D08A-4BB0-7091-0907D1D9FF69}"/>
          </ac:inkMkLst>
        </pc:inkChg>
        <pc:inkChg chg="add">
          <ac:chgData name="Chetan Somana" userId="9b6f9e57-2673-4c93-9538-c241d6779953" providerId="ADAL" clId="{67960BD9-3E4D-4807-8BF7-74BD44888397}" dt="2025-11-20T05:07:05.824" v="54" actId="9405"/>
          <ac:inkMkLst>
            <pc:docMk/>
            <pc:sldMk cId="2242297064" sldId="270"/>
            <ac:inkMk id="18" creationId="{E0C2D4C0-7760-256B-7D2D-A65C0D0D1C41}"/>
          </ac:inkMkLst>
        </pc:inkChg>
        <pc:inkChg chg="add mod">
          <ac:chgData name="Chetan Somana" userId="9b6f9e57-2673-4c93-9538-c241d6779953" providerId="ADAL" clId="{67960BD9-3E4D-4807-8BF7-74BD44888397}" dt="2025-11-20T05:07:07.268" v="57"/>
          <ac:inkMkLst>
            <pc:docMk/>
            <pc:sldMk cId="2242297064" sldId="270"/>
            <ac:inkMk id="19" creationId="{C60ADF96-E8D4-58EB-897B-A6318AFCB5BA}"/>
          </ac:inkMkLst>
        </pc:inkChg>
        <pc:inkChg chg="add mod">
          <ac:chgData name="Chetan Somana" userId="9b6f9e57-2673-4c93-9538-c241d6779953" providerId="ADAL" clId="{67960BD9-3E4D-4807-8BF7-74BD44888397}" dt="2025-11-20T05:07:07.268" v="57"/>
          <ac:inkMkLst>
            <pc:docMk/>
            <pc:sldMk cId="2242297064" sldId="270"/>
            <ac:inkMk id="20" creationId="{79935E1D-2877-0C67-3BC5-2CF1C5D52203}"/>
          </ac:inkMkLst>
        </pc:inkChg>
        <pc:inkChg chg="add mod">
          <ac:chgData name="Chetan Somana" userId="9b6f9e57-2673-4c93-9538-c241d6779953" providerId="ADAL" clId="{67960BD9-3E4D-4807-8BF7-74BD44888397}" dt="2025-11-20T05:07:11.292" v="63"/>
          <ac:inkMkLst>
            <pc:docMk/>
            <pc:sldMk cId="2242297064" sldId="270"/>
            <ac:inkMk id="23" creationId="{256C8D6F-4793-5F3F-42F1-F01F26F8BF90}"/>
          </ac:inkMkLst>
        </pc:inkChg>
        <pc:inkChg chg="add mod">
          <ac:chgData name="Chetan Somana" userId="9b6f9e57-2673-4c93-9538-c241d6779953" providerId="ADAL" clId="{67960BD9-3E4D-4807-8BF7-74BD44888397}" dt="2025-11-20T05:07:11.292" v="63"/>
          <ac:inkMkLst>
            <pc:docMk/>
            <pc:sldMk cId="2242297064" sldId="270"/>
            <ac:inkMk id="24" creationId="{8C4F72CD-15F1-3AE8-9BC0-5EFC6A13AFD9}"/>
          </ac:inkMkLst>
        </pc:inkChg>
        <pc:inkChg chg="add">
          <ac:chgData name="Chetan Somana" userId="9b6f9e57-2673-4c93-9538-c241d6779953" providerId="ADAL" clId="{67960BD9-3E4D-4807-8BF7-74BD44888397}" dt="2025-11-20T05:07:09.475" v="60" actId="9405"/>
          <ac:inkMkLst>
            <pc:docMk/>
            <pc:sldMk cId="2242297064" sldId="270"/>
            <ac:inkMk id="25" creationId="{AB66E68A-AC41-16A7-150E-019343E22718}"/>
          </ac:inkMkLst>
        </pc:inkChg>
        <pc:inkChg chg="add mod">
          <ac:chgData name="Chetan Somana" userId="9b6f9e57-2673-4c93-9538-c241d6779953" providerId="ADAL" clId="{67960BD9-3E4D-4807-8BF7-74BD44888397}" dt="2025-11-20T05:07:11.292" v="63"/>
          <ac:inkMkLst>
            <pc:docMk/>
            <pc:sldMk cId="2242297064" sldId="270"/>
            <ac:inkMk id="26" creationId="{3B6DC33F-B7DD-8C50-6D22-7479475428CB}"/>
          </ac:inkMkLst>
        </pc:inkChg>
        <pc:inkChg chg="add mod">
          <ac:chgData name="Chetan Somana" userId="9b6f9e57-2673-4c93-9538-c241d6779953" providerId="ADAL" clId="{67960BD9-3E4D-4807-8BF7-74BD44888397}" dt="2025-11-20T05:07:11.292" v="63"/>
          <ac:inkMkLst>
            <pc:docMk/>
            <pc:sldMk cId="2242297064" sldId="270"/>
            <ac:inkMk id="27" creationId="{D9953A95-B689-4C3F-015F-02EDF47F8025}"/>
          </ac:inkMkLst>
        </pc:inkChg>
        <pc:inkChg chg="add del mod">
          <ac:chgData name="Chetan Somana" userId="9b6f9e57-2673-4c93-9538-c241d6779953" providerId="ADAL" clId="{67960BD9-3E4D-4807-8BF7-74BD44888397}" dt="2025-11-20T05:07:20.100" v="73" actId="9405"/>
          <ac:inkMkLst>
            <pc:docMk/>
            <pc:sldMk cId="2242297064" sldId="270"/>
            <ac:inkMk id="30" creationId="{C8A0C590-C15A-C810-8F47-C0B252899D81}"/>
          </ac:inkMkLst>
        </pc:inkChg>
        <pc:inkChg chg="add del mod">
          <ac:chgData name="Chetan Somana" userId="9b6f9e57-2673-4c93-9538-c241d6779953" providerId="ADAL" clId="{67960BD9-3E4D-4807-8BF7-74BD44888397}" dt="2025-11-20T05:07:19.562" v="72" actId="9405"/>
          <ac:inkMkLst>
            <pc:docMk/>
            <pc:sldMk cId="2242297064" sldId="270"/>
            <ac:inkMk id="31" creationId="{45A3CF14-FF32-F0EC-71C3-7E91FA325C70}"/>
          </ac:inkMkLst>
        </pc:inkChg>
        <pc:inkChg chg="add del">
          <ac:chgData name="Chetan Somana" userId="9b6f9e57-2673-4c93-9538-c241d6779953" providerId="ADAL" clId="{67960BD9-3E4D-4807-8BF7-74BD44888397}" dt="2025-11-20T05:07:19.231" v="71" actId="9405"/>
          <ac:inkMkLst>
            <pc:docMk/>
            <pc:sldMk cId="2242297064" sldId="270"/>
            <ac:inkMk id="32" creationId="{2DCAFD1A-ED4F-0A00-9AEE-44027CB31BAA}"/>
          </ac:inkMkLst>
        </pc:inkChg>
        <pc:inkChg chg="add del">
          <ac:chgData name="Chetan Somana" userId="9b6f9e57-2673-4c93-9538-c241d6779953" providerId="ADAL" clId="{67960BD9-3E4D-4807-8BF7-74BD44888397}" dt="2025-11-20T05:07:18.849" v="70"/>
          <ac:inkMkLst>
            <pc:docMk/>
            <pc:sldMk cId="2242297064" sldId="270"/>
            <ac:inkMk id="33" creationId="{04ABBBA9-9472-9127-D4E8-3197D7C8D4DB}"/>
          </ac:inkMkLst>
        </pc:inkChg>
        <pc:inkChg chg="add del">
          <ac:chgData name="Chetan Somana" userId="9b6f9e57-2673-4c93-9538-c241d6779953" providerId="ADAL" clId="{67960BD9-3E4D-4807-8BF7-74BD44888397}" dt="2025-11-20T05:07:23.951" v="77" actId="9405"/>
          <ac:inkMkLst>
            <pc:docMk/>
            <pc:sldMk cId="2242297064" sldId="270"/>
            <ac:inkMk id="35" creationId="{E7160B7B-EDB4-E693-0CFC-8F520ADCF75E}"/>
          </ac:inkMkLst>
        </pc:inkChg>
        <pc:inkChg chg="add del">
          <ac:chgData name="Chetan Somana" userId="9b6f9e57-2673-4c93-9538-c241d6779953" providerId="ADAL" clId="{67960BD9-3E4D-4807-8BF7-74BD44888397}" dt="2025-11-20T05:07:23.761" v="76" actId="9405"/>
          <ac:inkMkLst>
            <pc:docMk/>
            <pc:sldMk cId="2242297064" sldId="270"/>
            <ac:inkMk id="36" creationId="{543AA007-5517-FE90-2E45-68F6804F86AD}"/>
          </ac:inkMkLst>
        </pc:inkChg>
        <pc:inkChg chg="add">
          <ac:chgData name="Chetan Somana" userId="9b6f9e57-2673-4c93-9538-c241d6779953" providerId="ADAL" clId="{67960BD9-3E4D-4807-8BF7-74BD44888397}" dt="2025-11-20T05:07:25.520" v="78" actId="9405"/>
          <ac:inkMkLst>
            <pc:docMk/>
            <pc:sldMk cId="2242297064" sldId="270"/>
            <ac:inkMk id="37" creationId="{1638B0C3-9A21-56FF-FB30-F9776BF85400}"/>
          </ac:inkMkLst>
        </pc:inkChg>
        <pc:inkChg chg="add">
          <ac:chgData name="Chetan Somana" userId="9b6f9e57-2673-4c93-9538-c241d6779953" providerId="ADAL" clId="{67960BD9-3E4D-4807-8BF7-74BD44888397}" dt="2025-11-20T05:07:25.901" v="79" actId="9405"/>
          <ac:inkMkLst>
            <pc:docMk/>
            <pc:sldMk cId="2242297064" sldId="270"/>
            <ac:inkMk id="38" creationId="{A86A4D71-A32D-D95D-CF76-2969948CA7A5}"/>
          </ac:inkMkLst>
        </pc:inkChg>
        <pc:inkChg chg="add">
          <ac:chgData name="Chetan Somana" userId="9b6f9e57-2673-4c93-9538-c241d6779953" providerId="ADAL" clId="{67960BD9-3E4D-4807-8BF7-74BD44888397}" dt="2025-11-20T05:07:26.423" v="80" actId="9405"/>
          <ac:inkMkLst>
            <pc:docMk/>
            <pc:sldMk cId="2242297064" sldId="270"/>
            <ac:inkMk id="39" creationId="{F9A68128-6F6D-8586-EEB1-6EE9478A87CF}"/>
          </ac:inkMkLst>
        </pc:inkChg>
        <pc:inkChg chg="add">
          <ac:chgData name="Chetan Somana" userId="9b6f9e57-2673-4c93-9538-c241d6779953" providerId="ADAL" clId="{67960BD9-3E4D-4807-8BF7-74BD44888397}" dt="2025-11-20T05:07:27.057" v="81" actId="9405"/>
          <ac:inkMkLst>
            <pc:docMk/>
            <pc:sldMk cId="2242297064" sldId="270"/>
            <ac:inkMk id="40" creationId="{79E0D02A-9EAB-F29D-C3B9-840595E438EF}"/>
          </ac:inkMkLst>
        </pc:inkChg>
        <pc:inkChg chg="add">
          <ac:chgData name="Chetan Somana" userId="9b6f9e57-2673-4c93-9538-c241d6779953" providerId="ADAL" clId="{67960BD9-3E4D-4807-8BF7-74BD44888397}" dt="2025-11-20T05:07:27.676" v="82" actId="9405"/>
          <ac:inkMkLst>
            <pc:docMk/>
            <pc:sldMk cId="2242297064" sldId="270"/>
            <ac:inkMk id="41" creationId="{2A29A4D1-A808-8960-AB5E-55A980DE46AB}"/>
          </ac:inkMkLst>
        </pc:inkChg>
        <pc:inkChg chg="add mod">
          <ac:chgData name="Chetan Somana" userId="9b6f9e57-2673-4c93-9538-c241d6779953" providerId="ADAL" clId="{67960BD9-3E4D-4807-8BF7-74BD44888397}" dt="2025-11-20T05:07:29.483" v="86"/>
          <ac:inkMkLst>
            <pc:docMk/>
            <pc:sldMk cId="2242297064" sldId="270"/>
            <ac:inkMk id="42" creationId="{F7DCE669-4AE2-8C4D-5F62-898499D46E93}"/>
          </ac:inkMkLst>
        </pc:inkChg>
        <pc:inkChg chg="add mod">
          <ac:chgData name="Chetan Somana" userId="9b6f9e57-2673-4c93-9538-c241d6779953" providerId="ADAL" clId="{67960BD9-3E4D-4807-8BF7-74BD44888397}" dt="2025-11-20T05:07:29.483" v="86"/>
          <ac:inkMkLst>
            <pc:docMk/>
            <pc:sldMk cId="2242297064" sldId="270"/>
            <ac:inkMk id="43" creationId="{184DBB7C-1068-BAA0-B957-2F115C99F508}"/>
          </ac:inkMkLst>
        </pc:inkChg>
        <pc:inkChg chg="add">
          <ac:chgData name="Chetan Somana" userId="9b6f9e57-2673-4c93-9538-c241d6779953" providerId="ADAL" clId="{67960BD9-3E4D-4807-8BF7-74BD44888397}" dt="2025-11-20T05:07:28.897" v="85" actId="9405"/>
          <ac:inkMkLst>
            <pc:docMk/>
            <pc:sldMk cId="2242297064" sldId="270"/>
            <ac:inkMk id="44" creationId="{81CE7331-8BEE-E0AA-E8E4-AB1AB593747D}"/>
          </ac:inkMkLst>
        </pc:inkChg>
        <pc:inkChg chg="add mod">
          <ac:chgData name="Chetan Somana" userId="9b6f9e57-2673-4c93-9538-c241d6779953" providerId="ADAL" clId="{67960BD9-3E4D-4807-8BF7-74BD44888397}" dt="2025-11-20T05:07:30.585" v="89"/>
          <ac:inkMkLst>
            <pc:docMk/>
            <pc:sldMk cId="2242297064" sldId="270"/>
            <ac:inkMk id="46" creationId="{390DD69A-7EF1-EFBC-20C0-5F243BE06BA2}"/>
          </ac:inkMkLst>
        </pc:inkChg>
        <pc:inkChg chg="add mod">
          <ac:chgData name="Chetan Somana" userId="9b6f9e57-2673-4c93-9538-c241d6779953" providerId="ADAL" clId="{67960BD9-3E4D-4807-8BF7-74BD44888397}" dt="2025-11-20T05:07:30.585" v="89"/>
          <ac:inkMkLst>
            <pc:docMk/>
            <pc:sldMk cId="2242297064" sldId="270"/>
            <ac:inkMk id="47" creationId="{A4BB73DD-8371-0FD6-5A01-10157466F0F4}"/>
          </ac:inkMkLst>
        </pc:inkChg>
        <pc:inkChg chg="add del">
          <ac:chgData name="Chetan Somana" userId="9b6f9e57-2673-4c93-9538-c241d6779953" providerId="ADAL" clId="{67960BD9-3E4D-4807-8BF7-74BD44888397}" dt="2025-11-20T05:09:07.498" v="115" actId="9405"/>
          <ac:inkMkLst>
            <pc:docMk/>
            <pc:sldMk cId="2242297064" sldId="270"/>
            <ac:inkMk id="49" creationId="{17C61DCE-C3B2-6706-45F3-62DC3E653133}"/>
          </ac:inkMkLst>
        </pc:inkChg>
        <pc:inkChg chg="add">
          <ac:chgData name="Chetan Somana" userId="9b6f9e57-2673-4c93-9538-c241d6779953" providerId="ADAL" clId="{67960BD9-3E4D-4807-8BF7-74BD44888397}" dt="2025-11-20T05:07:46.903" v="91"/>
          <ac:inkMkLst>
            <pc:docMk/>
            <pc:sldMk cId="2242297064" sldId="270"/>
            <ac:inkMk id="50" creationId="{773BFDE5-BB20-0102-7241-D154087F0916}"/>
          </ac:inkMkLst>
        </pc:inkChg>
        <pc:inkChg chg="add del">
          <ac:chgData name="Chetan Somana" userId="9b6f9e57-2673-4c93-9538-c241d6779953" providerId="ADAL" clId="{67960BD9-3E4D-4807-8BF7-74BD44888397}" dt="2025-11-20T05:09:06.694" v="113" actId="9405"/>
          <ac:inkMkLst>
            <pc:docMk/>
            <pc:sldMk cId="2242297064" sldId="270"/>
            <ac:inkMk id="51" creationId="{AB87A10D-F8AF-13CA-51E9-41ECEC9BD00F}"/>
          </ac:inkMkLst>
        </pc:inkChg>
        <pc:inkChg chg="add del">
          <ac:chgData name="Chetan Somana" userId="9b6f9e57-2673-4c93-9538-c241d6779953" providerId="ADAL" clId="{67960BD9-3E4D-4807-8BF7-74BD44888397}" dt="2025-11-20T05:09:06.321" v="112" actId="9405"/>
          <ac:inkMkLst>
            <pc:docMk/>
            <pc:sldMk cId="2242297064" sldId="270"/>
            <ac:inkMk id="52" creationId="{58AC05D8-18E6-14B1-C19E-61DCCE579E58}"/>
          </ac:inkMkLst>
        </pc:inkChg>
        <pc:inkChg chg="add del mod">
          <ac:chgData name="Chetan Somana" userId="9b6f9e57-2673-4c93-9538-c241d6779953" providerId="ADAL" clId="{67960BD9-3E4D-4807-8BF7-74BD44888397}" dt="2025-11-20T05:09:06.013" v="111" actId="9405"/>
          <ac:inkMkLst>
            <pc:docMk/>
            <pc:sldMk cId="2242297064" sldId="270"/>
            <ac:inkMk id="53" creationId="{746ABF1F-4C89-0D81-D952-865C97D385EE}"/>
          </ac:inkMkLst>
        </pc:inkChg>
        <pc:inkChg chg="add del mod">
          <ac:chgData name="Chetan Somana" userId="9b6f9e57-2673-4c93-9538-c241d6779953" providerId="ADAL" clId="{67960BD9-3E4D-4807-8BF7-74BD44888397}" dt="2025-11-20T05:09:05.741" v="110" actId="9405"/>
          <ac:inkMkLst>
            <pc:docMk/>
            <pc:sldMk cId="2242297064" sldId="270"/>
            <ac:inkMk id="54" creationId="{8F37D975-9F75-93F7-6334-50C99F8AFF5B}"/>
          </ac:inkMkLst>
        </pc:inkChg>
        <pc:inkChg chg="add del mod">
          <ac:chgData name="Chetan Somana" userId="9b6f9e57-2673-4c93-9538-c241d6779953" providerId="ADAL" clId="{67960BD9-3E4D-4807-8BF7-74BD44888397}" dt="2025-11-20T05:09:05.388" v="109" actId="9405"/>
          <ac:inkMkLst>
            <pc:docMk/>
            <pc:sldMk cId="2242297064" sldId="270"/>
            <ac:inkMk id="55" creationId="{518A96D9-FF52-4B18-ADE5-3B5B83B6A389}"/>
          </ac:inkMkLst>
        </pc:inkChg>
        <pc:inkChg chg="add del mod">
          <ac:chgData name="Chetan Somana" userId="9b6f9e57-2673-4c93-9538-c241d6779953" providerId="ADAL" clId="{67960BD9-3E4D-4807-8BF7-74BD44888397}" dt="2025-11-20T05:09:05.002" v="108" actId="9405"/>
          <ac:inkMkLst>
            <pc:docMk/>
            <pc:sldMk cId="2242297064" sldId="270"/>
            <ac:inkMk id="56" creationId="{7EB74A9B-EF90-A5EC-1F77-E6A20AA7829B}"/>
          </ac:inkMkLst>
        </pc:inkChg>
        <pc:inkChg chg="add del mod">
          <ac:chgData name="Chetan Somana" userId="9b6f9e57-2673-4c93-9538-c241d6779953" providerId="ADAL" clId="{67960BD9-3E4D-4807-8BF7-74BD44888397}" dt="2025-11-20T05:09:04.629" v="107" actId="9405"/>
          <ac:inkMkLst>
            <pc:docMk/>
            <pc:sldMk cId="2242297064" sldId="270"/>
            <ac:inkMk id="57" creationId="{9C1E4851-3E85-FDB4-3191-C9D24D1361E5}"/>
          </ac:inkMkLst>
        </pc:inkChg>
        <pc:inkChg chg="add del mod">
          <ac:chgData name="Chetan Somana" userId="9b6f9e57-2673-4c93-9538-c241d6779953" providerId="ADAL" clId="{67960BD9-3E4D-4807-8BF7-74BD44888397}" dt="2025-11-20T05:09:04.355" v="106" actId="9405"/>
          <ac:inkMkLst>
            <pc:docMk/>
            <pc:sldMk cId="2242297064" sldId="270"/>
            <ac:inkMk id="58" creationId="{4BCC6DA1-B9CC-FD7B-93D1-57ACA796C272}"/>
          </ac:inkMkLst>
        </pc:inkChg>
        <pc:inkChg chg="add del mod">
          <ac:chgData name="Chetan Somana" userId="9b6f9e57-2673-4c93-9538-c241d6779953" providerId="ADAL" clId="{67960BD9-3E4D-4807-8BF7-74BD44888397}" dt="2025-11-20T05:09:04.118" v="105" actId="9405"/>
          <ac:inkMkLst>
            <pc:docMk/>
            <pc:sldMk cId="2242297064" sldId="270"/>
            <ac:inkMk id="59" creationId="{97BC2550-FBD8-0A6F-8D79-3890208A35BD}"/>
          </ac:inkMkLst>
        </pc:inkChg>
        <pc:inkChg chg="add del mod">
          <ac:chgData name="Chetan Somana" userId="9b6f9e57-2673-4c93-9538-c241d6779953" providerId="ADAL" clId="{67960BD9-3E4D-4807-8BF7-74BD44888397}" dt="2025-11-20T05:09:03.719" v="104"/>
          <ac:inkMkLst>
            <pc:docMk/>
            <pc:sldMk cId="2242297064" sldId="270"/>
            <ac:inkMk id="60" creationId="{56A05038-BD0D-DC93-891E-6C7E65FA0A5C}"/>
          </ac:inkMkLst>
        </pc:inkChg>
        <pc:inkChg chg="add">
          <ac:chgData name="Chetan Somana" userId="9b6f9e57-2673-4c93-9538-c241d6779953" providerId="ADAL" clId="{67960BD9-3E4D-4807-8BF7-74BD44888397}" dt="2025-11-20T05:09:11.392" v="116" actId="9405"/>
          <ac:inkMkLst>
            <pc:docMk/>
            <pc:sldMk cId="2242297064" sldId="270"/>
            <ac:inkMk id="62" creationId="{1AC6AFA6-1BAD-E977-EA57-F64291C8DED6}"/>
          </ac:inkMkLst>
        </pc:inkChg>
        <pc:inkChg chg="add del mod">
          <ac:chgData name="Chetan Somana" userId="9b6f9e57-2673-4c93-9538-c241d6779953" providerId="ADAL" clId="{67960BD9-3E4D-4807-8BF7-74BD44888397}" dt="2025-11-20T05:09:35.241" v="134" actId="9405"/>
          <ac:inkMkLst>
            <pc:docMk/>
            <pc:sldMk cId="2242297064" sldId="270"/>
            <ac:inkMk id="63" creationId="{EF576780-B4E7-0F3D-FFB5-03998D091203}"/>
          </ac:inkMkLst>
        </pc:inkChg>
        <pc:inkChg chg="add del mod">
          <ac:chgData name="Chetan Somana" userId="9b6f9e57-2673-4c93-9538-c241d6779953" providerId="ADAL" clId="{67960BD9-3E4D-4807-8BF7-74BD44888397}" dt="2025-11-20T05:09:34.849" v="133" actId="9405"/>
          <ac:inkMkLst>
            <pc:docMk/>
            <pc:sldMk cId="2242297064" sldId="270"/>
            <ac:inkMk id="64" creationId="{764E98A7-FDC9-A641-9B17-24F06E81E06A}"/>
          </ac:inkMkLst>
        </pc:inkChg>
        <pc:inkChg chg="add del mod">
          <ac:chgData name="Chetan Somana" userId="9b6f9e57-2673-4c93-9538-c241d6779953" providerId="ADAL" clId="{67960BD9-3E4D-4807-8BF7-74BD44888397}" dt="2025-11-20T05:09:34.456" v="132" actId="9405"/>
          <ac:inkMkLst>
            <pc:docMk/>
            <pc:sldMk cId="2242297064" sldId="270"/>
            <ac:inkMk id="65" creationId="{5D7321A3-0676-20D0-BFFA-BCC1FE210AF7}"/>
          </ac:inkMkLst>
        </pc:inkChg>
        <pc:inkChg chg="add del mod">
          <ac:chgData name="Chetan Somana" userId="9b6f9e57-2673-4c93-9538-c241d6779953" providerId="ADAL" clId="{67960BD9-3E4D-4807-8BF7-74BD44888397}" dt="2025-11-20T05:09:34.164" v="131" actId="9405"/>
          <ac:inkMkLst>
            <pc:docMk/>
            <pc:sldMk cId="2242297064" sldId="270"/>
            <ac:inkMk id="66" creationId="{C7383D8F-F05F-7BC2-070E-489BC137398F}"/>
          </ac:inkMkLst>
        </pc:inkChg>
        <pc:inkChg chg="add del mod">
          <ac:chgData name="Chetan Somana" userId="9b6f9e57-2673-4c93-9538-c241d6779953" providerId="ADAL" clId="{67960BD9-3E4D-4807-8BF7-74BD44888397}" dt="2025-11-20T05:09:33.912" v="130" actId="9405"/>
          <ac:inkMkLst>
            <pc:docMk/>
            <pc:sldMk cId="2242297064" sldId="270"/>
            <ac:inkMk id="67" creationId="{75F2B31B-B079-06C0-0AB0-23450AF7BBCD}"/>
          </ac:inkMkLst>
        </pc:inkChg>
        <pc:inkChg chg="add del mod">
          <ac:chgData name="Chetan Somana" userId="9b6f9e57-2673-4c93-9538-c241d6779953" providerId="ADAL" clId="{67960BD9-3E4D-4807-8BF7-74BD44888397}" dt="2025-11-20T05:09:33.706" v="129" actId="9405"/>
          <ac:inkMkLst>
            <pc:docMk/>
            <pc:sldMk cId="2242297064" sldId="270"/>
            <ac:inkMk id="68" creationId="{0E4C5126-3241-6713-B162-083EDEA0FD01}"/>
          </ac:inkMkLst>
        </pc:inkChg>
        <pc:inkChg chg="add del mod">
          <ac:chgData name="Chetan Somana" userId="9b6f9e57-2673-4c93-9538-c241d6779953" providerId="ADAL" clId="{67960BD9-3E4D-4807-8BF7-74BD44888397}" dt="2025-11-20T05:09:33.497" v="128" actId="9405"/>
          <ac:inkMkLst>
            <pc:docMk/>
            <pc:sldMk cId="2242297064" sldId="270"/>
            <ac:inkMk id="69" creationId="{55374B5D-927E-26D7-54AC-5AAD46CEA1E0}"/>
          </ac:inkMkLst>
        </pc:inkChg>
        <pc:inkChg chg="add del mod">
          <ac:chgData name="Chetan Somana" userId="9b6f9e57-2673-4c93-9538-c241d6779953" providerId="ADAL" clId="{67960BD9-3E4D-4807-8BF7-74BD44888397}" dt="2025-11-20T05:09:33.279" v="127"/>
          <ac:inkMkLst>
            <pc:docMk/>
            <pc:sldMk cId="2242297064" sldId="270"/>
            <ac:inkMk id="70" creationId="{90FF3B07-6E0D-F26D-67B9-7E6020CEAB2C}"/>
          </ac:inkMkLst>
        </pc:inkChg>
        <pc:inkChg chg="add del">
          <ac:chgData name="Chetan Somana" userId="9b6f9e57-2673-4c93-9538-c241d6779953" providerId="ADAL" clId="{67960BD9-3E4D-4807-8BF7-74BD44888397}" dt="2025-11-20T05:09:42.976" v="136" actId="9405"/>
          <ac:inkMkLst>
            <pc:docMk/>
            <pc:sldMk cId="2242297064" sldId="270"/>
            <ac:inkMk id="73" creationId="{A5E83D18-029C-3FEF-65FA-C48974AF103E}"/>
          </ac:inkMkLst>
        </pc:inkChg>
        <pc:inkChg chg="add mod">
          <ac:chgData name="Chetan Somana" userId="9b6f9e57-2673-4c93-9538-c241d6779953" providerId="ADAL" clId="{67960BD9-3E4D-4807-8BF7-74BD44888397}" dt="2025-11-20T05:09:55.190" v="143"/>
          <ac:inkMkLst>
            <pc:docMk/>
            <pc:sldMk cId="2242297064" sldId="270"/>
            <ac:inkMk id="74" creationId="{E60A69BD-271D-19E1-8B96-C58F7D578538}"/>
          </ac:inkMkLst>
        </pc:inkChg>
        <pc:inkChg chg="add mod">
          <ac:chgData name="Chetan Somana" userId="9b6f9e57-2673-4c93-9538-c241d6779953" providerId="ADAL" clId="{67960BD9-3E4D-4807-8BF7-74BD44888397}" dt="2025-11-20T05:09:55.190" v="143"/>
          <ac:inkMkLst>
            <pc:docMk/>
            <pc:sldMk cId="2242297064" sldId="270"/>
            <ac:inkMk id="75" creationId="{B7AC47EC-7EB5-E89E-0877-835241AEBDF8}"/>
          </ac:inkMkLst>
        </pc:inkChg>
        <pc:inkChg chg="add mod">
          <ac:chgData name="Chetan Somana" userId="9b6f9e57-2673-4c93-9538-c241d6779953" providerId="ADAL" clId="{67960BD9-3E4D-4807-8BF7-74BD44888397}" dt="2025-11-20T05:09:55.190" v="143"/>
          <ac:inkMkLst>
            <pc:docMk/>
            <pc:sldMk cId="2242297064" sldId="270"/>
            <ac:inkMk id="76" creationId="{EEA86193-EB93-7A3B-8D6A-CB7EEFC5F3D2}"/>
          </ac:inkMkLst>
        </pc:inkChg>
        <pc:inkChg chg="add mod">
          <ac:chgData name="Chetan Somana" userId="9b6f9e57-2673-4c93-9538-c241d6779953" providerId="ADAL" clId="{67960BD9-3E4D-4807-8BF7-74BD44888397}" dt="2025-11-20T05:09:55.190" v="143"/>
          <ac:inkMkLst>
            <pc:docMk/>
            <pc:sldMk cId="2242297064" sldId="270"/>
            <ac:inkMk id="77" creationId="{F16BD55C-723D-E7CC-407E-527D6C866608}"/>
          </ac:inkMkLst>
        </pc:inkChg>
        <pc:inkChg chg="add mod">
          <ac:chgData name="Chetan Somana" userId="9b6f9e57-2673-4c93-9538-c241d6779953" providerId="ADAL" clId="{67960BD9-3E4D-4807-8BF7-74BD44888397}" dt="2025-11-20T05:09:55.190" v="143"/>
          <ac:inkMkLst>
            <pc:docMk/>
            <pc:sldMk cId="2242297064" sldId="270"/>
            <ac:inkMk id="78" creationId="{E132A14F-CB14-6545-432B-D1F90CA89EDB}"/>
          </ac:inkMkLst>
        </pc:inkChg>
        <pc:inkChg chg="add mod">
          <ac:chgData name="Chetan Somana" userId="9b6f9e57-2673-4c93-9538-c241d6779953" providerId="ADAL" clId="{67960BD9-3E4D-4807-8BF7-74BD44888397}" dt="2025-11-20T05:09:55.190" v="143"/>
          <ac:inkMkLst>
            <pc:docMk/>
            <pc:sldMk cId="2242297064" sldId="270"/>
            <ac:inkMk id="79" creationId="{73EE305B-7B2C-4F8D-F477-A7F350E06F22}"/>
          </ac:inkMkLst>
        </pc:inkChg>
      </pc:sldChg>
      <pc:sldChg chg="modSp mod">
        <pc:chgData name="Chetan Somana" userId="9b6f9e57-2673-4c93-9538-c241d6779953" providerId="ADAL" clId="{67960BD9-3E4D-4807-8BF7-74BD44888397}" dt="2025-11-10T04:05:00.728" v="2" actId="1036"/>
        <pc:sldMkLst>
          <pc:docMk/>
          <pc:sldMk cId="484057394" sldId="286"/>
        </pc:sldMkLst>
        <pc:graphicFrameChg chg="mod modGraphic">
          <ac:chgData name="Chetan Somana" userId="9b6f9e57-2673-4c93-9538-c241d6779953" providerId="ADAL" clId="{67960BD9-3E4D-4807-8BF7-74BD44888397}" dt="2025-11-10T04:05:00.728" v="2" actId="1036"/>
          <ac:graphicFrameMkLst>
            <pc:docMk/>
            <pc:sldMk cId="484057394" sldId="286"/>
            <ac:graphicFrameMk id="2" creationId="{88A2ECDD-4A3C-5D3C-5FD9-F89E33BDE5B1}"/>
          </ac:graphicFrameMkLst>
        </pc:graphicFrameChg>
      </pc:sldChg>
      <pc:sldChg chg="addSp delSp modSp new mod">
        <pc:chgData name="Chetan Somana" userId="9b6f9e57-2673-4c93-9538-c241d6779953" providerId="ADAL" clId="{67960BD9-3E4D-4807-8BF7-74BD44888397}" dt="2025-11-19T19:06:23.442" v="14" actId="478"/>
        <pc:sldMkLst>
          <pc:docMk/>
          <pc:sldMk cId="1501014017" sldId="299"/>
        </pc:sldMkLst>
        <pc:spChg chg="del">
          <ac:chgData name="Chetan Somana" userId="9b6f9e57-2673-4c93-9538-c241d6779953" providerId="ADAL" clId="{67960BD9-3E4D-4807-8BF7-74BD44888397}" dt="2025-11-19T00:54:46.986" v="7" actId="478"/>
          <ac:spMkLst>
            <pc:docMk/>
            <pc:sldMk cId="1501014017" sldId="299"/>
            <ac:spMk id="2" creationId="{96742E0A-C71F-FDBA-EEE4-5CF9934AB4B1}"/>
          </ac:spMkLst>
        </pc:spChg>
        <pc:spChg chg="del">
          <ac:chgData name="Chetan Somana" userId="9b6f9e57-2673-4c93-9538-c241d6779953" providerId="ADAL" clId="{67960BD9-3E4D-4807-8BF7-74BD44888397}" dt="2025-11-19T00:54:44.378" v="6" actId="3680"/>
          <ac:spMkLst>
            <pc:docMk/>
            <pc:sldMk cId="1501014017" sldId="299"/>
            <ac:spMk id="3" creationId="{5BBFC6B4-D0F6-2001-DBB6-F36BD558A247}"/>
          </ac:spMkLst>
        </pc:spChg>
        <pc:spChg chg="add mod">
          <ac:chgData name="Chetan Somana" userId="9b6f9e57-2673-4c93-9538-c241d6779953" providerId="ADAL" clId="{67960BD9-3E4D-4807-8BF7-74BD44888397}" dt="2025-11-19T19:06:23.442" v="14" actId="478"/>
          <ac:spMkLst>
            <pc:docMk/>
            <pc:sldMk cId="1501014017" sldId="299"/>
            <ac:spMk id="6" creationId="{B2DD9E6C-D938-076A-6F77-FD13E5620238}"/>
          </ac:spMkLst>
        </pc:spChg>
        <pc:graphicFrameChg chg="add del mod ord modGraphic">
          <ac:chgData name="Chetan Somana" userId="9b6f9e57-2673-4c93-9538-c241d6779953" providerId="ADAL" clId="{67960BD9-3E4D-4807-8BF7-74BD44888397}" dt="2025-11-19T19:06:23.442" v="14" actId="478"/>
          <ac:graphicFrameMkLst>
            <pc:docMk/>
            <pc:sldMk cId="1501014017" sldId="299"/>
            <ac:graphicFrameMk id="4" creationId="{6D3BF746-6159-CB93-A221-3A28A0EB062C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07.769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1116 172 308,'-6'-12'3380,"-9"-13"-2813,8 18-575,-1 0 1,0 1-1,-1-1 1,0 2-1,0-1 0,0 1 1,0 1-1,-1-1 0,0 2 1,1-1-1,-1 2 1,-18-4-1,-6 1-105,0 1 0,-50 1-1,32 3-148,-61 9-1,94-7 243,0 2-1,0 0 1,1 2 0,0-1 0,0 2-1,-26 14 1,-6 7 29,-77 58 1,106-68-2,1 0 0,1 1-1,0 0 1,1 2 0,-26 39 0,23-28 5,1 0 1,1 1-1,2 1 1,1 1-1,2 1 1,-11 41-1,11-18 4,8-37-17,0 1 0,2-1-1,0 2 1,2-1 0,1 0 0,2 36-1,1-38 11,2 1-1,0 0 0,2-1 0,0 0 0,2 0 1,0-1-1,1 0 0,1 0 0,1-1 0,1 0 1,0-1-1,1 0 0,1-1 0,1-1 1,0 0-1,1-1 0,1-1 0,1 0 0,-1-1 1,2-1-1,0-1 0,33 14 0,-23-12 14,0-2-1,0-2 0,1 0 0,1-2 1,-1-1-1,36 2 0,-4-6-98,-1-3 0,1-3-1,-1-2 1,0-3 0,110-30-1,-109 21 56,-2-3 0,95-46 0,-120 48 50,0-1 0,-2-2 0,-1-1 0,0-2 0,40-41 0,-29 25 42,-29 29-18,0-1-1,0 0 1,-1-1 0,-1-1 0,-1 0 0,0 0 0,16-31-1,-1-12 117,-18 44-142,-1-1 0,0 0 1,-1 0-1,-1 0 1,0-1-1,-1 0 0,-1 0 1,1-20-1,1-4 13,-4 33-29,0-1 1,0 0-1,0 0 1,-1 0-1,-1-8 1,-3-20 45,3 19-6,-1 1 0,-1-1 0,0 1 0,-1 0 0,-1-1 0,0 2 0,-15-31 0,12 32-28,0-1-7,-1 1 0,0 0 0,-1 0 0,-19-19 0,-13-7 6,-1 3 0,-1 1 0,-72-43 0,98 68-180,-1 2 1,0 0-1,-1 1 1,0 1-1,0 1 1,-1 0-1,1 2 0,-1 0 1,0 1-1,0 2 1,0 0-1,-37 3 1,11 4-1105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2.959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154 33 976,'15'-9'3576,"-14"7"-3388,10-8 557,-10 10-591,7-11 1680,-19 12-1796,0 0-1,1 1 1,-1 0-1,1 1 1,-1 0-1,1 1 1,0 0-1,0 0 1,0 1-1,1 1 1,0-1-1,-11 10 0,16-12-51,-1 1-1,1 0 0,0 0 0,0 1 0,1-1 0,-1 1 0,1 0 0,0-1 0,0 2 0,-4 9 0,6-12 1,0 1-1,1-1 1,-1 1 0,1-1-1,-1 1 1,1 0-1,0-1 1,0 1-1,1-1 1,-1 1-1,1 0 1,0-1 0,0 1-1,0-1 1,0 0-1,1 1 1,-1-1-1,4 5 1,5 6-77,0 0 0,2-1 0,0 0 0,0-1 0,1 0 0,15 10 0,42 41-261,-70-63 349,0 0 1,0 1 0,1-1 0,-1 0 0,0 0 0,0 0-1,0 1 1,1-1 0,-1 0 0,0 1 0,0-1 0,0 0-1,0 0 1,0 1 0,0-1 0,0 0 0,0 0 0,1 1 0,-1-1-1,0 0 1,0 1 0,0-1 0,0 0 0,0 1 0,-1-1-1,1 0 1,0 0 0,0 1 0,0-1 0,0 0 0,0 1-1,0-1 1,0 0 0,-1 0 0,1 1 0,0-1 0,0 0-1,0 0 1,0 1 0,-1-1 0,-15 6-16,-14-2 37,18-3-68,0-2-1,0 1 1,0-1 0,0-1-1,0 0 1,0-1-1,0-1 1,-12-4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3.279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58 23 1380,'-1'-1'153,"1"1"1,0-1-1,0 0 0,-1 0 1,1 0-1,0 1 0,0-1 1,0 0-1,0 0 0,0 0 1,0 0-1,0 0 0,0 1 1,1-1-1,-1 0 0,0 0 1,0 0-1,1 1 0,-1-1 1,3-4 766,-2 4-767,4 29 811,-8 31-699,-3 1 0,-18 75 1,12-68-241,7-35-43,-9 36-631,12-37-1023,3-19-354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3.538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0 5 100,'2'-4'2698,"1"11"-1568,2 17-565,4 138-1148,-9-161 518,0-1 0,0 1 0,0-1 1,0 1-1,0-1 0,0 0 0,0 1 0,0-1 1,-1 1-1,1-1 0,0 0 0,0 1 0,0-1 1,-1 1-1,1-1 0,0 0 0,0 1 0,-1-1 1,1 0-1,0 0 0,-1 1 0,1-1 1,0 0-1,-1 0 0,1 1 0,0-1 0,-1 0 1,0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3.727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 22 1668,'0'-16'2860,"0"11"-1972,9 10-823,-9 0-182,10 1-235,-10 4-356,9 1-692,-9-1-488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4.303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267 317 692,'-9'-58'4561,"9"57"-4550,0 1-1,-1-1 1,1 1 0,0-1-1,-1 1 1,1-1 0,-1 1-1,1 0 1,0-1-1,-1 1 1,1-1 0,-1 1-1,1 0 1,-1-1 0,1 1-1,-1 0 1,1 0 0,-1 0-1,0-1 1,1 1-1,-1 0 1,1 0 0,-1 0-1,1 0 1,-1 0 0,0 0-1,1 0 1,-1 0 0,0 0-1,-23 2 75,11 0-78,0 2 1,0 0-1,0 0 1,0 1-1,1 1 1,0 0-1,0 0 1,1 1-1,-12 10 1,15-11-15,1 0 0,0 1 0,0 0 0,1 0 1,0 1-1,0-1 0,1 1 0,0 1 0,0-1 0,1 1 0,0 0 1,1 0-1,-5 15 0,8-20 1,-1-1 0,0 1-1,1 0 1,0 0 0,0-1 0,0 1 0,0 0 0,0 0 0,1-1-1,0 1 1,-1 0 0,2-1 0,-1 1 0,0 0 0,1-1 0,-1 0 0,1 1-1,3 3 1,-3-5-15,-1-1 1,1 1-1,0 0 0,0-1 0,0 1 0,1-1 0,-1 0 1,0 0-1,0 0 0,1 0 0,-1 0 0,1 0 1,-1-1-1,1 1 0,-1-1 0,1 1 0,-1-1 0,1 0 1,-1 0-1,1 0 0,-1-1 0,1 1 0,-1-1 0,1 1 1,-1-1-1,1 0 0,-1 0 0,0 0 0,3-1 0,8-4-97,0 0 0,0-1 0,-1 0 1,0-1-1,-1 0 0,0-1 0,0-1 0,-1 1 0,0-1 0,15-20 0,-13 11 91,0-1 0,-1 0 1,-1-1-1,-1 0 1,12-42-1,9-78 683,-29 136-630,0 1 0,0 1 1,-1-1-1,1 1 1,-1-1-1,1 1 1,-1-1-1,0 1 1,-1-1-1,1 1 1,-1-1-1,1 1 1,-1-1-1,-1-3 1,1-16 221,1 22-236,0 0 0,1 1 1,-1-1-1,0 0 0,0 0 0,0 1 0,1-1 1,-1 0-1,0 0 0,0 1 0,0-1 0,0 0 1,0 0-1,0 1 0,-1-1 0,1 0 0,0 0 1,0 1-1,0-1 0,-1 0 0,1 0 0,0 1 1,-1-1-1,1 0 0,-1 1 0,1-1 0,-1 1 1,1-1-1,-1 0 0,1 1 0,-1-1 0,1 1 1,-1-1-1,0 1 0,1 0 0,-1-1 0,0 1 1,0-1-1,-3 6 31,0 1 0,0-1 0,0 0 0,1 1 0,-5 10 1,-2 20 144,5-21-95,1 0 1,1 1-1,0-1 1,-2 25 0,3 6-9,0-35-74,1 1 0,1-1 0,0 1 0,1-1 0,2 13 0,1 1-154,-2-14 66,0 1 0,1-1-1,0 0 1,7 17-1,-7-23-390,0 0-1,0 0 1,0-1-1,0 1 1,1-1-1,0 0 1,7 7-1,-2-5-1449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4.479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 1 1136,'3'11'5160,"1"20"-4972,6 64-89,2-37-3736,-4-48 1611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4.923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0 27 1164,'0'102'6330,"0"84"-7983,11-206-313,-5 6 1752,1 1 0,16-24-1,4-8 155,-14 17 239,1 0 0,1 1 0,2 1 0,28-35 0,-44 60-150,-1 0 1,1 0-1,0 0 0,0 0 1,-1 0-1,1 0 1,0 0-1,0 1 0,0-1 1,0 0-1,0 0 0,0 1 1,0-1-1,0 1 1,0-1-1,0 1 0,1-1 1,-1 1-1,0-1 0,0 1 1,0 0-1,1 0 0,-1 0 1,0 0-1,0 0 1,1 0-1,-1 0 0,0 0 1,0 0-1,1 0 0,0 1 1,0 1 29,0 0 0,0-1 0,-1 1 0,1 0 0,-1 0 0,1 0 1,-1 1-1,0-1 0,0 0 0,0 0 0,0 1 0,0-1 0,0 1 0,0 2 1,3 13 150,-1 0 1,-1 0-1,0 24 1,-6 3-72,3-37-120,0 1-1,0-1 1,1 1 0,0-1 0,1 1 0,0 0-1,2 12 1,-2-5-78,2 7-29,-3-23 22,0 0 1,0 1 0,0-1-1,1 1 1,-1-1-1,0 0 1,1 1 0,-1-1-1,0 0 1,1 0 0,-1 1-1,0-1 1,1 0 0,-1 0-1,1 0 1,-1 1-1,1-1 1,-1 0 0,0 0-1,1 0 1,-1 0 0,1 0-1,-1 0 1,1 0 0,-1 0-1,1 0 1,-1 0-1,0 0 1,1 0 0,-1 0-1,1 0 1,-1 0 0,1-1-1,-1 1 1,0 0 0,1 0-1,-1 0 1,1-1 0,-1 1-1,0 0 1,1 0-1,-1-1 1,1 0 0,8-7-1789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5.510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174 21 844,'9'-11'3577,"-9"11"-3523,-1-1 0,0 0 0,1 0 0,-1 1 0,0-1-1,0 0 1,1 1 0,-1-1 0,0 1 0,0-1 0,0 1 0,0-1 0,0 1-1,0 0 1,0-1 0,0 1 0,0 0 0,0 0 0,0 0 0,0 0 0,0 0 0,0 0-1,0 0 1,0 0 0,0 0 0,0 0 0,0 0 0,0 1 0,0-1 0,-1 1 0,-33 7 137,30-5-157,-58 37 192,58-37-223,1 1 0,0 0 1,0 0-1,0 0 1,0 0-1,1 0 0,0 1 1,0-1-1,0 1 1,-4 10-1,6-14-10,0 1 0,0-1 0,0 1 0,1-1 0,-1 1 0,1-1-1,-1 1 1,1 0 0,0-1 0,0 1 0,-1 0 0,1-1 0,0 1 0,0 0 0,1-1 0,-1 1 0,0 0 0,0-1 0,1 1 0,-1 0 0,1-1 0,0 1-1,-1-1 1,3 3 0,-2-3 0,1-1 0,-1 1 0,1-1 0,-1 1 0,1-1 0,-1 1 0,1-1 0,0 0 0,-1 0 0,1 0 0,0 0 0,-1 0 0,1 0 0,0-1 0,-1 1 0,1 0 0,-1-1 0,1 1 0,2-2 0,10-3-44,-1-2 0,1 0 0,22-15 0,-19 11 15,-7 4 33,0 1-1,0-2 0,0 0 1,-1 0-1,0 0 0,-1-1 1,13-17-1,-20 25 11,-1-1-1,1 1 1,0 0-1,-1 0 1,1-1 0,0 1-1,0 0 1,0 0 0,0 0-1,0 0 1,0 0-1,0 0 1,0 0 0,0 0-1,1 1 1,0-2 0,-1 3-4,-1-1 1,1 0 0,-1 0-1,0 1 1,1-1 0,-1 0-1,1 1 1,-1-1 0,0 1 0,0-1-1,1 0 1,-1 1 0,0-1-1,0 1 1,1-1 0,-1 1-1,0-1 1,0 1 0,0-1-1,0 1 1,0-1 0,1 1 0,-1-1-1,0 1 1,0-1 0,-1 1-1,1 0 1,-4 48 61,-5 56-10,-1 16-38,7-93-13,2 0 0,2 44 0,1-14 160,-2-57-163,0 0 0,-1 0 0,1 0 0,0-1 1,0 1-1,0 0 0,-1 0 0,1-1 0,0 1 0,-1 0 0,1-1 0,-1 1 0,1 0 0,-1-1 0,1 1 0,-1 0 0,1-1 0,-1 1 0,1-1 0,-1 1 0,0-1 0,0 1 0,1-1 0,-1 0 0,0 1 1,-1-1-1,-31 6-20,-40-12-369,63 5 206,-32-11-1597,17 2-99,6 5 80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6.129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135 25 1220,'0'-1'126,"1"0"-1,-1 0 1,0 0 0,0 0-1,0 0 1,0 1 0,0-1-1,0 0 1,0 0 0,0 0-1,0 0 1,0 0 0,-1 0-1,1 0 1,0 1 0,0-1-1,-1 0 1,1 0-1,-1 0 1,1 0 0,-1 1-1,1-1 1,-1 0 0,1 1-1,-1-1 1,0 0 0,1 1-1,-3-2 1,-23 13 186,22-9-326,-2 2 10,0 1-1,0-1 0,1 1 1,-1 0-1,1 0 0,1 1 1,-1 0-1,1 0 0,0 0 1,0 0-1,0 0 0,1 1 0,0 0 1,0-1-1,1 1 0,0 0 1,0 1-1,1-1 0,0 0 1,0 0-1,1 0 0,-1 1 1,2-1-1,-1 0 0,1 1 0,3 13 1,-2-11-4,0-1-1,0 1 1,1-1 0,0 0 0,1 0 0,0 0 0,10 16-1,-4-11 2,-1-2-1,2 1 0,0-1 0,0-1 1,14 11-1,-23-21 22,-1 1 0,1-1 0,-1 1 0,1-1 0,-1 1 0,0 0 0,0-1 0,0 1 0,0 0 0,0 0 1,0 0-1,0 0 0,0 0 0,-1 0 0,1 0 0,-1 0 0,0 0 0,1 3 0,-37 1 938,-67-6 81,88 3-1605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6.562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 45 652,'0'-2'101,"-1"1"0,1-1 0,0 1 0,0-1 0,0 0-1,0 1 1,1-1 0,-1 0 0,0 1 0,1-1 0,-1 1 0,1-1 0,-1 1 0,1-1 0,0 1 0,0-1-1,-1 1 1,1 0 0,0-1 0,0 1 0,1 0 0,-1 0 0,0 0 0,0 0 0,0 0 0,1 0-1,-1 0 1,1 0 0,-1 0 0,1 0 0,-1 1 0,1-1 0,-1 1 0,1-1 0,-1 1 0,1 0 0,0 0-1,-1-1 1,1 1 0,-1 0 0,1 0 0,0 1 0,-1-1 0,1 0 0,0 0 0,-1 1 0,1-1-1,-1 1 1,1-1 0,-1 1 0,1 0 0,-1 0 0,0 0 0,1 0 0,-1 0 0,0 0 0,1 0 0,-1 0-1,0 0 1,0 0 0,0 1 0,0-1 0,0 0 0,-1 1 0,1-1 0,0 1 0,0-1 0,-1 1-1,1 2 1,4 13-42,0 0-1,-2 0 0,0 1 0,-1-1 0,0 1 0,-2-1 0,0 1 0,-1-1 1,-5 31-1,-13 90-132,13-91-26,2 0 0,3 48 0,1-94 97,1 1-40,-1-1 0,1 1-1,0-1 1,0 1 0,0-1 0,0 1-1,0-1 1,0 1 0,0-1 0,0 0-1,1 0 1,-1 1 0,0-1 0,1 0-1,-1 0 1,1 0 0,-1-1 0,1 1-1,0 0 1,-1 0 0,1-1 0,0 1 0,3 0-1,45 8-1716,-20-20-1225,-13 6 1580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6.784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0 0 120,'0'0'2192,"0"6"-1596,10-6-144,8 0-88,1 0-76,0 5-76,9-5-80,-9 0-56,9 5-48,-9-5-76,-1 0-108,1 0-180,0 0-276,0 0-516,-10-5-508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7.235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293 44 296,'5'-20'4432,"-1"4"-3562,-6 15-829,0 0 0,0 0 0,1 0 0,-1 0 0,0 1 0,0-1 0,0 1 0,0-1 0,0 1 0,-1 0 0,1 0 1,0-1-1,0 2 0,0-1 0,-3 1 0,4-1-43,-13 0 34,-1 2 0,1 0 0,0 1 0,0 0 0,0 1 0,0 1 0,0 0 0,1 0 0,0 2 0,0 0 0,1 0 0,-21 16 0,24-16-32,0 1-1,1-1 1,0 2 0,0-1-1,-8 12 1,15-18-3,0-1 0,0 0 1,0 1-1,0-1 0,0 1 1,1 0-1,-1-1 0,0 1 1,1 0-1,-1-1 0,1 1 0,-1 0 1,1 0-1,0-1 0,0 1 1,0 3-1,0-4-24,0-1-1,1 1 1,-1 0-1,1 0 1,-1 0-1,1 0 1,-1-1-1,1 1 1,-1 0-1,1 0 1,0-1-1,-1 1 1,1-1 0,0 1-1,-1 0 1,1-1-1,0 1 1,0-1-1,0 0 1,0 1-1,-1-1 1,3 1-1,1 0-49,0-1 0,0 1 0,0-1-1,0 0 1,1 0 0,-1 0 0,0 0-1,0-1 1,0 0 0,0 1 0,0-2-1,7-1 1,4-5 193,0 1 1,0-2-1,-1 0 0,0-1 1,0 0-1,19-21 0,-20 22 1511,-4 23-862,15 12-240,-3-5-308,-16-15-234,-1-1 0,1 0-1,0 0 1,0-1 0,8 6-1,15 14-2134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7.520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0 200 112,'11'-9'4404,"-11"10"-4333,21 16 1848,-14-10-1870,1 1 100,0 0 0,-1 0-1,0 1 1,0 0 0,-1 0 0,0 1-1,8 19 1,6 8-33,-11-13-83,-8-22-37,-1 1 1,1-1-1,0 1 0,0-1 0,0 0 1,0 1-1,0-1 0,0 0 0,1 0 0,-1 0 1,1 0-1,-1 0 0,3 2 0,-1-45-356,9 5 271,2 2-1,32-60 1,-15 25-567,-24 50-479,2-1 1,0 2 0,22-34 0,-14 35-434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7.858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4 9 904,'9'-8'5054,"-7"12"-4981,-1 0 0,1 1-1,-1 0 1,0-1 0,0 1 0,0 9-1,-1 9 37,1 13 75,-2-1 0,-6 39 0,-3 26-58,8-88-151,1 0-1,0 0 1,1 1-1,1 14 1,1 9 11,-2-30 17,1 1 0,0-1 0,0 1-1,1-1 1,0 1 0,0-1 0,6 11-1,0-4-14,-8-12 10,1 0-1,-1 0 1,1 0 0,-1 0-1,1 0 1,0 0 0,-1 0 0,1 0-1,0 0 1,0 0 0,0-1-1,-1 1 1,1 0 0,0 0 0,0-1-1,0 1 1,0-1 0,0 1-1,1-1 1,-1 1 0,0-1 0,0 0-1,1 1 1,6 1-154,0-1 0,0 0 0,0 0 0,0 0 0,0-1 0,13-1 0,21-9-3494,-31 5 1716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18.018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10 43 300,'-9'-11'3668,"9"6"-2596,19 0-287,-10 5-189,10 0-132,18 0-144,1-6-112,-1 6-116,10 0-152,0 0-220,0-5-276,0 0-372,-10 0-649,10 5-543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23.818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9 59 8,'-8'-1'5307,"13"2"-5296,0 0 0,0 0 0,0-1 1,0 1-1,0-1 0,0-1 0,0 1 0,0-1 0,0 1 0,0-1 0,-1-1 0,1 1 1,9-5-1,11-1-56,16 0-153,-28 6-250,-1-1 0,1-1 0,-1 0 0,1 0 1,20-10-1,-22 3-781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24.278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42 20 644,'-1'-19'3657,"-3"32"-2798,0 30-731,-15 173 993,13-173-1112,-1 11-18,7-51-82,-1 0 0,1-1 0,1 1-1,-1 0 1,0-1 0,1 1 0,-1 0 0,1-1 0,0 1 0,0-1 0,0 1 0,0-1-1,0 1 1,0-1 0,2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7:24.802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16 75 100,'10'-27'5121,"-20"58"-4006,1 18-526,6-19-468,2-26-112,0 0-1,1 0 0,-1 1 1,1-1-1,0 0 1,0 0-1,0 1 0,1-1 1,0 0-1,1 7 1,6 16-18,-7-23 7,-1 0-1,2 0 1,-1 0 0,0 0-1,1-1 1,-1 1 0,1 0-1,0-1 1,0 0 0,1 1-1,2 3 1,-1-3 2,-1-1 0,1 1-1,0-1 1,0 1 0,1-1 0,-1-1 0,0 1-1,1 0 1,0-1 0,0 0 0,0 0 0,0-1-1,0 1 1,0-1 0,0 0 0,0-1 0,0 1-1,1-1 1,7 0 0,-4-1 3,0-1 0,-1 1 0,0-1 0,1-1 0,-1 0 0,0 0 0,0-1 0,0 1 0,-1-2 0,15-9 0,-18 11 5,0 0 0,0 0 0,0 0-1,-1 0 1,1 0 0,-1-1 0,0 0-1,0 1 1,0-1 0,0-1 0,-1 1-1,0 0 1,0 0 0,0-1 0,0 1-1,-1-1 1,1 0 0,-1 0 0,0 1-1,-1-1 1,1 0 0,-1 0 0,0 0-1,0 0 1,-1 1 0,1-1 0,-1 0-1,0 0 1,-2-4 0,-1-3 2,-2-5 12,-1 2 0,0-1 0,-1 1 1,-14-21-1,19 32-19,1 1-1,-1 0 1,0-1 0,0 1 0,0 1 0,-1-1 0,1 0-1,0 1 1,-1 0 0,0-1 0,0 2 0,1-1 0,-1 0-1,0 1 1,-1-1 0,1 1 0,0 1 0,0-1 0,0 0-1,-1 1 1,1 0 0,0 0 0,-8 1 0,10 0-27,-1 0 0,0 0 0,0 0 0,1 0-1,-1 1 1,1-1 0,0 1 0,-1 0 0,1-1 0,0 1 0,0 0 0,0 1 0,0-1 0,0 0 0,0 0 0,-1 4 0,-25 46-1053,23-41 701,-15 51-2757,10-30 979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27.5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8 153 204,'0'0'888,"-8"15"1352,13-19-2216,-1 1 0,0-1 0,1 0 0,-1 0 0,-1 0 0,1-1 0,-1 1 0,6-10-1,-5 7-23,0 0-1,1 1 1,0 0-1,10-10 1,12-21 3,-25 33 43,0 0 1,1 0 0,-1 1-1,1-1 1,0 0 0,0 1-1,0 0 1,0-1 0,1 1-1,5-3 1,-8 7-14,0 0 0,1 0 0,-1 0 0,0 1 0,0-1 0,0 0 0,0 1 0,0-1 0,0 1 0,0-1 0,-1 1 0,1-1 0,0 1 0,-1-1 0,0 1 0,1 0 0,-1-1 0,0 1 0,0 0 0,0 3 0,2 1-27,-1 0 1,0 0 0,-1 1-1,1-1 1,-1 0-1,-2 11 1,-3 10 39,2-1-1,0 0 1,1 1 0,2-1 0,3 33 0,0 14 35,-3-20-1216,-10-48-1570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27.7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30 48 756,'-29'0'2396,"49"0"-1072,26-2-1742,0-1 0,0-2-1,0-3 1,60-17 0,-87 20-675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28.9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59 216,'-29'-2'3525,"20"0"-2587,8-1-754,24-16 102,-21 17-287,0-1 0,0 1 1,0 0-1,1 0 0,-1 0 0,1 0 0,0 0 0,-1 1 0,1-1 0,0 1 0,0 0 0,0-1 0,0 1 0,4 0 0,0-1-8,-1 1-2,0 0-1,0 0 1,0 0 0,0 1-1,11 0 1,-16 0 10,0 1-1,0-1 1,0 0 0,0 1-1,0-1 1,0 1-1,0-1 1,1 1 0,-1-1-1,-1 1 1,1 0-1,0-1 1,0 1 0,0 0-1,0 0 1,0 0-1,-1 0 1,1 0 0,0 0-1,-1 0 1,1 0-1,-1 0 1,1 0 0,-1 0-1,0 0 1,1 0-1,-1 0 1,0 0 0,0 1-1,1-1 1,-1 0-1,0 0 1,0 0 0,-1 2-1,0 5 2,0-1 0,0 0 0,-1 0 0,0 0-1,-1 0 1,1 0 0,-1 0 0,-1-1 0,1 1 0,-1-1 0,0 0 0,-7 8-1,-7 8 6,-37 33-1,-7-1 48,61-54-51,1 0-1,0 1 0,0-1 1,-1 0-1,1 0 0,0 1 0,0-1 1,-1 0-1,1 1 0,0-1 1,0 0-1,0 0 0,0 1 0,0-1 1,-1 1-1,1-1 0,0 0 1,0 1-1,0-1 0,0 0 0,0 1 1,0-1-1,0 0 0,0 1 1,0-1-1,0 0 0,0 1 0,0-1 1,1 0-1,-1 1 0,0-1 1,0 0-1,0 1 0,1-1 0,13 7 17,28-4 15,-32-2-28,7 0-273,1-1 0,-1 0-1,0-2 1,1 0 0,-1 0-1,0-2 1,29-9 0,-35 9 123,8 3-1121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30.1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122 0 212,'-29'6'2076,"-6"4"-1377,34-10-555,-13 7 697,13-6-820,1-1 0,0 0-1,0 0 1,-1 1-1,1-1 1,-1 0-1,1 0 1,0 0-1,-1 1 1,1-1 0,0 0-1,-1 0 1,1 0-1,-1 0 1,1 0-1,-1 0 1,1 0 0,0 0-1,-1 0 1,1 0-1,-1 0 1,1 0-1,0 0 1,-1 0-1,1-1 1,-1 1 0,1 0-1,0 0 1,-1 0-1,1-1 1,0 1-1,-1 0 1,1 0-1,0-1 1,-1 1 0,1-1-1,0 0 50,47-4-17,-37 5-68,-1 1 0,1 0 0,0 0 0,0 1 0,0 0 0,-1 1-1,1 0 1,-1 0 0,0 1 0,15 9 0,-24-13 15,0 1 0,1-1 1,-1 1-1,0-1 0,0 1 1,0-1-1,0 1 1,0-1-1,0 1 0,0 0 1,0-1-1,0 1 0,0-1 1,0 1-1,0-1 0,0 1 1,0-1-1,0 1 0,0-1 1,-1 1-1,1-1 0,0 1 1,0-1-1,-1 1 0,1-1 1,0 1-1,-1-1 0,1 1 1,-1-1-1,1 0 0,0 1 1,-1-1-1,1 0 0,-1 1 1,1-1-1,-1 0 0,0 1 1,-23 19 26,19-16-28,-89 52-8,93-55 6,0 0 0,0-1 0,0 1 0,0 0-1,0 0 1,0 0 0,0 0 0,0 0-1,0 0 1,0 0 0,0 0 0,1 0 0,-1 0-1,1 0 1,-1 1 0,1-1 0,-1 0-1,1 1 1,-1-1 0,1 2 0,1-2 1,0 0 1,-1 0-1,1 0 0,0 0 1,1 0-1,-1 0 1,0 0-1,0 0 0,0 0 1,0 0-1,1-1 1,-1 1-1,0 0 1,1-1-1,-1 0 0,0 1 1,1-1-1,-1 0 1,3 1-1,50 5 9,13 2-33,-64-8 24,0 1 0,0 0 0,0-1 1,-1 1-1,1 0 0,0 1 0,0-1 0,-1 0 0,1 1 0,-1-1 0,1 1 0,-1 0 0,0 0 0,0 0 0,0 0 0,3 3 0,-4-3 3,0 0-1,-1-1 1,1 1 0,0 0-1,-1 0 1,1-1-1,-1 1 1,0 0 0,0 0-1,1 0 1,-1 0 0,0 0-1,-1 0 1,1-1 0,0 1-1,0 0 1,-1 0-1,1 0 1,-1 0 0,0-1-1,1 1 1,-1 0 0,0-1-1,0 1 1,0 0-1,0-1 1,0 1 0,-1-1-1,1 0 1,0 1 0,-1-1-1,1 0 1,-1 0 0,1 0-1,-4 2 1,-1 1 19,0-1 1,0 0-1,0 0 1,-1 0-1,1-1 0,-1 1 1,0-2-1,-8 2 1,-22 5 34,30-6-90,0 0-1,0 0 0,0 0 0,0-1 0,-1 0 1,1-1-1,0 0 0,0 0 0,-1 0 1,1-1-1,0 0 0,-1 0 0,-9-4 0,8-5-1687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31.1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143 21 876,'-3'-20'3605,"-6"29"-1368,-9 13-2362,6-10 132,0 1 1,1 0-1,0 0 1,1 1 0,0 1-1,1-1 1,1 2-1,0-1 1,-10 33 0,17-44-14,0 1 1,0 0-1,0 0 1,1 0-1,0 0 1,0 0-1,0 0 1,1 0-1,0 0 1,0-1-1,0 1 1,0 0-1,1 0 1,0-1-1,0 1 1,4 7-1,-4-9-29,0-1 0,0 0 0,0 1 0,0-1 1,0 0-1,0 0 0,0-1 0,1 1 0,-1 0 0,1-1 0,-1 1 0,1-1 0,0 0 0,-1 0 0,1 0 0,0 0 1,0 0-1,0-1 0,0 1 0,0-1 0,0 0 0,0 0 0,0 0 0,-1 0 0,1-1 0,0 1 0,0-1 0,4-1 1,4-1 1,0-1 0,0 0 1,0-1-1,-1 0 1,0-1-1,0 0 0,0 0 1,-1-1-1,0-1 1,0 1-1,-1-2 0,0 1 1,0-1-1,-1 0 1,0 0-1,5-11 0,-12 19 61,1 0-1,-1 0 0,0 0 0,1 0 0,-1 0 0,1 0 0,-1 0 0,1 0 0,-1 1 0,1-1 1,-1 0-1,1 0 0,0 1 0,0-1 0,-1 0 0,1 1 0,0-1 0,0 0 0,0 1 0,0 0 0,0-1 1,1 0-1,-2 22 532,-18 44 47,-13 16-282,-42 101-2283,68-172 201,11-4-402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31.7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21 1400,'-1'-10'4413,"18"10"-4206,-15 0-310,36 1 102,31-1-740,-26-7-2535,-33 2 1617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32.0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131 1 28,'-4'0'236,"1"1"1,-1 0-1,1 0 0,-1 1 0,1-1 1,0 0-1,0 1 0,0 0 1,0 0-1,0 0 0,0 0 1,-4 5-1,-32 32 608,38-38-834,0 0 0,0 1 1,-1-1-1,1 1 0,0-1 1,0 1-1,0-1 0,1 1 1,-1 0-1,0-1 1,1 1-1,-1 0 0,1-1 1,-1 1-1,1 0 0,0 0 1,0 0-1,-1-1 0,1 1 1,1 0-1,-1 0 0,0 0 1,0-1-1,1 3 0,1-1 0,-1 0 0,1 0 0,0-1 0,0 1 0,0 0 0,0-1 0,0 1-1,0-1 1,1 0 0,0 0 0,-1 0 0,5 2 0,6 4-11,2-1 1,-1 0-1,1-2 0,21 7 1,-7-5-16,-22-7 17,0 1 1,0 1-1,0-1 0,0 1 1,0 1-1,0-1 1,-1 1-1,0 0 0,1 1 1,7 5-1,-14-9 0,0 1 0,1-1-1,-1 0 1,0 1 0,1-1-1,-1 0 1,0 1 0,0-1 0,0 1-1,1-1 1,-1 0 0,0 1-1,0-1 1,0 1 0,0-1 0,0 1-1,0-1 1,0 1 0,0-1 0,0 0-1,0 1 1,0-1 0,0 1-1,0-1 1,0 1 0,0-1 0,0 1-1,0-1 1,-1 0 0,1 1 0,0-1-1,0 1 1,-1 0 0,-16 10 75,-24 1 161,-14-5-952,-102 1 1,165-3-2254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32.9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95 16 608,'0'0'149,"-1"-1"0,1 0 0,0 0 1,0 1-1,1-1 0,-1 0 0,0 1 0,0-1 0,0 0 0,0 0 0,0 1 1,1-1-1,-1 0 0,0 1 0,1-1 0,-1 1 0,1-1 0,-1 0 1,0 1-1,1-1 0,-1 1 0,1-1 0,0 0 0,-6 1 1390,3 3-1462,0 0 0,0 0 0,0 0 0,1 0 1,-1 0-1,1 1 0,-1-1 0,0 5 0,-2 3 38,-13 26-2,2 0 1,2 2-1,-16 73 0,29-106-115,-1-1 1,1 0-1,0 0 0,0 1 1,0-1-1,1 0 1,0 0-1,0 0 0,0 0 1,3 6-1,-3-7-16,0-1 0,0 0 0,0 0 0,1 0 0,0 0 1,-1 0-1,1-1 0,0 1 0,1-1 0,-1 1 0,0-1 0,1 1 0,-1-1 0,1 0 0,0 0 0,-1-1 0,5 3 0,-3-3-31,-1 0 1,1 0-1,-1 0 0,1-1 0,0 1 0,-1-1 0,1 0 1,0 0-1,-1 0 0,1-1 0,0 1 0,-1-1 0,1 0 0,-1 0 1,1 0-1,-1-1 0,0 1 0,1-1 0,3-2 0,-1 0-29,1-1 0,0 0 0,-1-1 0,0 0 0,0 0 0,-1 0 0,7-9 0,-11 13 75,1 0 0,-1 1-1,0-1 1,0 0 0,0 0 0,0 0 0,0 0 0,0 0 0,0 0 0,-1 0 0,1-1-1,-1 1 1,1 0 0,-1 0 0,0 0 0,0-3 0,-1 3 6,1 1 0,-1 0-1,0 0 1,1 0 0,-1-1 0,0 1 0,0 0-1,0 0 1,0 0 0,0 0 0,0 0 0,0 0-1,0 1 1,0-1 0,0 0 0,-1 0 0,1 1-1,0-1 1,0 1 0,-1-1 0,1 1 0,0 0-1,-1-1 1,1 1 0,-3 0 0,-1-1 9,-1 1 1,1 0-1,0 1 1,0-1-1,0 1 1,0 0-1,0 0 1,0 1-1,0-1 1,0 1-1,0 0 1,0 0-1,1 1 1,-1-1-1,-5 6 0,5-5-68,0 1-1,0 0 1,0 0-1,1 1 1,-1-1-1,1 1 1,0 0-1,1 0 1,-1 0-1,1 1 0,0-1 1,-3 9-1,6-12-158,-1 1 0,1-1 0,-1 1 0,1-1 0,0 1 0,0-1 0,0 1 0,1 0-1,-1-1 1,1 4 0,7 5-1641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33.7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 2 176,'-13'0'1786,"8"-1"-1403,0 1 0,-1-1 0,1 1 1,0 1-1,-1-1 0,1 1 0,0 0 0,0 0 1,-8 3-1,12-4-367,1 1 0,-1 0 0,1-1 0,-1 1 0,1 0 0,-1 0 0,1-1 0,-1 1 0,1 0 0,0 0 0,-1 0 0,1 0 1,0 0-1,0-1 0,0 1 0,0 0 0,0 0 0,0 0 0,0 0 0,0 0 0,0 0 0,0 0 0,0 0 0,0-1 0,1 1 0,-1 0 0,0 0 0,1 0 0,-1 0 0,1-1 0,-1 1 0,1 0 1,-1 0-1,1-1 0,-1 1 0,1 0 0,0-1 0,-1 1 0,1-1 0,0 1 0,0-1 0,-1 1 0,1-1 0,1 1 0,1 1-18,0 0 0,0-1-1,1 1 1,-1-1 0,0 0 0,1 0-1,-1 0 1,8 1 0,9-3-155,0 0 0,0-1 0,0-1 0,33-10 0,-47 11 138,-5 1 16,1 1 0,-1-1 0,0 1-1,1-1 1,-1 1 0,0 0 0,1 0 0,-1 0 0,1-1-1,-1 1 1,1 1 0,-1-1 0,0 0 0,1 0-1,-1 0 1,1 1 0,-1-1 0,0 1 0,2 0 0,-2 0 3,0 0 1,-1 0 0,1-1 0,-1 1 0,0 0 0,1 0 0,-1 0 0,0 0 0,1 0 0,-1 0 0,0 0 0,0 0-1,0 0 1,0 0 0,0 0 0,0 0 0,0 0 0,0 0 0,0 0 0,-1 0 0,1 0 0,-1 1 0,-7 26 42,7-25-37,-27 155 91,19-111-369,7-17-2254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33.9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0 852,'0'0'1356,"10"0"-480,-1 0-292,1 0-184,18 0-100,0 6-76,9-6-112,1 0-152,9 0-168,-10 0-192,1 0-328,-1 0-540,1 0-456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40.4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120 127 872,'0'-3'122,"0"0"0,0 0-1,0 1 1,0-1 0,1 0 0,-1 0 0,1 1-1,0-1 1,0 1 0,0-1 0,0 0-1,0 1 1,0 0 0,1-1 0,-1 1 0,1 0-1,0 0 1,0 0 0,3-3 0,-1 0 12,-2 0-53,0 1 0,0 0 0,-1-1-1,0 1 1,0-1 0,0 1 0,0-7-1,-1 10-63,0 0-1,0 0 0,0 0 1,0-1-1,-1 1 1,1 0-1,-1 0 0,1 0 1,0 0-1,-1 0 0,0 0 1,1 0-1,-1 0 1,0 0-1,1 0 0,-1 0 1,0 0-1,0 1 0,0-1 1,0 0-1,0 0 0,0 1 1,0-1-1,0 1 1,0-1-1,0 1 0,0-1 1,0 1-1,0 0 0,0-1 1,-1 1-1,1 0 0,0 0 1,0 0-1,0 0 1,0 0-1,-1 0 0,1 0 1,0 0-1,0 1 0,0-1 1,0 0-1,-2 1 0,-1 0-26,-1 0-1,1 1 0,-1-1 0,1 1 0,0-1 0,0 1 0,0 1 0,0-1 0,0 0 0,0 1 0,-5 6 0,-13 8-5,20-16 15,0 1 0,-1 0 1,1-1-1,0 1 1,0 0-1,0 0 0,0 0 1,1 0-1,-1 0 0,0 0 1,1 1-1,0-1 0,-2 3 1,-4 7-4,7-11 4,-1-1-1,0 1 0,1 0 1,-1-1-1,1 1 1,-1 0-1,1 0 1,-1 0-1,1 0 1,-1-1-1,1 1 1,0 0-1,-1 0 1,1 0-1,0 0 1,0 0-1,0 0 1,0 0-1,0 0 1,0 0-1,0 0 1,0 0-1,0 0 1,0 0-1,1-1 1,-1 1-1,0 0 1,1 0-1,-1 0 0,0 0 1,1 0-1,-1-1 1,2 2-1,2 3-6,-2-2 8,0-1 0,0 1 0,0-1-1,1 0 1,-1 0 0,1 0-1,-1 0 1,1 0 0,0 0 0,-1-1-1,1 1 1,0-1 0,0 0 0,0 0-1,0 0 1,0 0 0,0-1-1,5 1 1,26 4-4,-24-4 2,0 0-1,0 1 1,0 0 0,-1 0 0,1 1-1,16 8 1,-23-10 2,33 24 7,-35-24-7,-1-1 0,1 1-1,0-1 1,-1 1 0,1 0 0,-1-1 0,1 1-1,-1 0 1,1 0 0,-1-1 0,1 1-1,-1 0 1,0 0 0,1 0 0,-1-1 0,0 1-1,0 0 1,1 0 0,-1 0 0,0 0 0,0 0-1,0 0 1,0-1 0,0 1 0,-1 0-1,1 0 1,0 0 0,0 0 0,0 0 0,-1-1-1,1 1 1,0 0 0,-1 0 0,1-1 0,-1 1-1,1 0 1,-1 0 0,1-1 0,-1 1-1,0 0 1,1-1 0,-2 1 0,-8 11 1,-8 3 4,-12 0 0,23-12-4,1 1 1,-1-1 0,0 0 0,0 0-1,-1 0 1,1-1 0,0-1 0,-1 1-1,-12 0 1,16-2 3,0 0 1,1 0-1,-1 0 1,1-1-1,-1 1 0,0-1 1,1 0-1,-1 0 1,1-1-1,0 1 0,-1-1 1,-3-2-1,5 3-3,1-1-1,0 1 1,-1 0-1,1-1 0,0 0 1,0 1-1,0-1 1,0 0-1,0 1 1,0-1-1,1 0 1,-1 0-1,0 0 1,1 0-1,0 0 0,-1 0 1,1 1-1,0-1 1,0 0-1,0 0 1,0 0-1,0 0 1,1 0-1,-1 0 1,1 0-1,0-3 0,5-11-91,1 1 0,0 0-1,1 1 1,0 0 0,2 0-1,-1 0 1,2 1 0,-1 1-1,2 0 1,0 0 0,0 1-1,17-11 1,-3 6-1351,-16 11 215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41.5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165 33 264,'7'4'3384,"-7"-4"-3349,0 1-1,-1-1 1,1 0-1,0 0 1,0 0-1,0 0 1,0 0-1,0 0 1,-1 0-1,1 0 1,0 0-1,0 0 0,0 0 1,0 0-1,-1 0 1,1 0-1,0 0 1,0 0-1,0 0 1,-1 0-1,1 0 1,0 0-1,0 0 1,0 0-1,0 0 1,-1 0-1,1 0 0,0 0 1,0 0-1,0 0 1,0 0-1,0-1 1,-1 1-1,1 0 1,0 0-1,0 0 1,0 0-1,0 0 1,0 0-1,0-1 1,0 1-1,-1 0 0,1 0 1,0 0-1,0 0 1,0-1-1,0 1 1,0 0-1,0 0 1,0 0-1,0 0 1,0-1-1,0 1 1,0 0-1,0 0 1,4-3 404,-1 1-136,-11-10-282,5 10-25,1 1 1,0-1-1,-1 1 0,1 0 1,-1 0-1,1 0 1,-1 0-1,0 0 0,1 0 1,-1 1-1,0-1 1,1 1-1,-1 0 0,0 0 1,0 0-1,0 0 0,1 0 1,-1 0-1,0 1 1,1 0-1,-5 1 0,2-1 0,0 0 0,-1 1 0,1 0 0,0 0 0,0 0 0,1 1 0,-1 0 0,0 0 0,1 0 0,-6 5 0,-6 7-6,14-14 8,0 0 1,0 0-1,1 1 0,-1-1 0,1 1 0,-1-1 1,1 1-1,0 0 0,-1-1 0,1 1 0,0 0 0,-1 2 1,2-3-1,-1 0 0,0 0 0,1 0 1,-1 0-1,0 0 0,1 0 0,0 0 1,-1 0-1,1 1 0,0-1 0,-1 0 1,1 0-1,0 0 0,0 0 0,0 1 1,0-1-1,0 0 0,0 0 0,0 0 1,1 1-1,-1-1 0,0 0 0,1 0 1,-1 0-1,0 0 0,1 0 1,0 0-1,-1 0 0,1 0 0,1 2 1,-1-3 3,1 1 0,0 0 1,0-1-1,1 1 1,-1-1-1,0 0 1,0 1-1,0-1 1,0 0-1,0 0 0,0-1 1,0 1-1,0 0 1,0-1-1,3 0 1,7-3 9,0 1 0,-1-2 0,0 1 1,0-2-1,15-9 0,10-20-16,-31 29 2,1 0 0,1 0 0,-1 0 1,12-8-1,-17 14 3,-1 0 0,0-1 0,1 1 0,-1 0 0,0 0-1,1 0 1,-1 0 0,1 0 0,-1 0 0,0-1 0,1 1 0,-1 0 0,1 0 0,-1 0 0,0 0 0,1 0 0,-1 1 0,1-1 0,-1 0 0,0 0-1,1 0 1,-1 0 0,0 0 0,1 0 0,-1 1 0,0-1 0,1 0 0,-1 0 0,0 1 0,1-1 0,-1 0 0,0 0 0,1 1 0,-1-1 0,0 0-1,0 1 1,1-1 0,-1 0 0,0 1 0,0-1 0,0 1 0,0-1 0,0 0 0,1 1 0,-1-1 0,0 0 0,0 1 0,0-1 0,0 1 0,0-1-1,0 0 1,0 1 0,0-1 0,-1 1 0,1-1 0,0 0 0,0 1 0,0 0 0,-4 34 98,2-25-63,1 6 23,-1-1 0,0 1-1,-7 21 1,5-22-17,1 1 0,0-1 0,-1 24 0,3-31-16,0 1-1,0-1 1,-1 0-1,0 0 1,0 0 0,-1 0-1,0 0 1,0 0-1,-6 8 1,9-16-24,0 0 1,0 0-1,0 0 1,-1 0-1,1 1 1,0-1-1,0 0 1,0 0-1,0 0 1,-1 1-1,1-1 0,0 0 1,0 0-1,0 0 1,0 1-1,0-1 1,0 0-1,0 0 1,0 1-1,0-1 1,0 0-1,0 0 1,0 1-1,0-1 1,0 0-1,0 0 1,0 1-1,0-1 1,0 0-1,0 0 1,0 1-1,0-1 1,0 0-1,0 0 1,1 0-1,-1 1 1,0-1-1,0 0 1,0 0-1,0 0 1,1 1-1,-1-1 1,0 0-1,0 0 1,0 0-1,1 0 1,-1 0-1,0 0 1,0 1-1,1-2-7,-1 1 0,1 0 0,-1 0 0,1-1 1,-1 1-1,1 0 0,-1-1 0,0 1 0,1-1 0,-1 1 0,0 0 0,1-1 0,-1 1 0,0-1 0,0 1 1,1-1-1,-1 1 0,0-1 0,0 1 0,0-1 0,0 1 0,0-1 0,1 0 0,-1 1 0,0-1 1,0 1-1,0-1 0,-1 1 0,1-2 0,2-4-615,1 0 0,-1 0-1,1 0 1,0 0 0,1 1 0,-1-1-1,5-5 1,2 5-1102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42.2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2 628,'0'-1'3926,"1"10"-2498,5 36-1035,-5-41-324,0 1 1,0 0 0,-1 0 0,0 1 0,0-1-1,0 0 1,-1 0 0,1 0 0,-1 0 0,-2 6-1,-2 22-38,-3-2-855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42.5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19 122 56,'-1'-16'6087,"-1"17"-6052,1 0 1,0 0-1,0 1 1,0-1-1,0 0 1,0 0-1,0 0 1,0 1-1,0-1 1,0 0-1,1 1 1,-1-1-1,0 1 1,1-1-1,0 1 1,-1-1-1,1 1 1,0-1-1,-1 1 1,1 0-1,0-1 1,0 1-1,1 1 1,-4 47 116,3-48-150,0 0-1,0 0 1,0 0 0,1 0 0,-1 0 0,0 0 0,1 0 0,0 0 0,-1 0 0,1 0 0,0 0-1,0 0 1,0 0 0,0-1 0,0 1 0,0 0 0,1-1 0,-1 1 0,0-1 0,1 1 0,-1-1-1,1 0 1,0 1 0,0-1 0,-1 0 0,1 0 0,0 0 0,0 0 0,0-1 0,0 1 0,0 0-1,0-1 1,0 0 0,0 1 0,2-1 0,2 0 3,0 0 0,0 0 0,0 0 1,-1-1-1,1 0 0,0 0 0,0 0 0,-1-1 0,1 0 0,-1 0 1,8-4-1,-2 0-7,-1-1 0,1 0 0,-2-1 0,1 0 0,-1 0 0,15-18 0,-19 20 0,-1 0 0,0 0 0,0 0 0,-1 0 0,0-1-1,0 1 1,0-1 0,-1 0 0,0 0 0,-1 0 0,1 0 0,-1 0-1,0-10 1,-1 15 2,0 0 0,0-1-1,0 1 1,0 0-1,0 0 1,-1 0-1,1 0 1,-1 0 0,1 0-1,-1 0 1,0 0-1,0 0 1,0 0 0,0 1-1,0-1 1,0 0-1,0 1 1,-1-1 0,1 0-1,0 1 1,-1-1-1,0 1 1,-1-2 0,-1 2-21,1 0 0,0-1 1,-1 1-1,1 1 0,0-1 1,-1 0-1,1 1 1,-1 0-1,1-1 0,-1 2 1,1-1-1,-7 1 0,-2 1-288,0 1-1,1 0 1,-1 1-1,1 1 1,0-1-1,0 2 1,-15 9-1,7-1-939,1-2-389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47.6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207 39 764,'0'0'3706,"-2"-36"-814,0 36-2866,0-1-1,-1 1 1,1-1-1,0 1 1,-1 0-1,1 0 1,-1 0-1,1 0 1,0 0-1,-1 0 1,1 1-1,-1-1 1,1 1-1,0 0 1,-1-1-1,1 1 1,0 0-1,0 1 1,0-1-1,0 0 1,0 1-1,0-1 1,0 1-1,-2 1 1,-56 55-262,39-36 122,16-16 47,0 0-1,0 0 1,0 0 0,1 1 0,0-1-1,-6 14 1,9-17 28,0-1 1,-1 1-1,1 0 1,1 0-1,-1 0 1,0 0-1,1 0 0,0 0 1,-1 1-1,1-1 1,0 0-1,1 0 0,-1 0 1,0 0-1,1 0 1,0 0-1,0 0 0,0 0 1,1 3-1,0-4 7,0-1-1,0 1 1,0 0 0,0-1-1,0 1 1,0-1-1,1 1 1,-1-1-1,0 0 1,1 0 0,-1 0-1,1-1 1,-1 1-1,1-1 1,-1 1-1,1-1 1,-1 0-1,1 0 1,0 0 0,2 0-1,59-6-198,-56 5 198,-1 0 22,-1 1 1,1 0-1,0 0 1,0 1-1,10 1 1,-16-2 8,1 0 1,-1 1 0,1-1 0,-1 0-1,1 1 1,-1-1 0,1 1 0,-1-1-1,0 1 1,1 0 0,-1-1 0,0 1-1,0 0 1,1 0 0,-1 0 0,0 0-1,0 0 1,0 0 0,0 0 0,0 1-1,0-1 1,0 0 0,-1 0 0,1 1-1,0-1 1,-1 1 0,1-1 0,-1 1-1,1 2 1,-1-2 5,-1 1-1,1 0 1,-1-1 0,0 1-1,0-1 1,0 0 0,0 1-1,0-1 1,0 0 0,-1 1-1,1-1 1,-1 0 0,0 0-1,0 0 1,1 0 0,-1-1-1,0 1 1,-1 0 0,1-1-1,0 1 1,0-1 0,-1 0-1,-3 2 1,-10 4 111,-2 0-1,-25 7 1,9-4 179,21-5-315,0 0 1,0-1 0,-1-1-1,-15 2 1,28-5-230,2 0-288,1 0 378,-1 0 1,0 0 0,1-1 0,-1 1-1,0 0 1,1 0 0,-1-1 0,0 1-1,1-1 1,-1 1 0,0-1 0,0 0-1,0 1 1,3-3 0,2 0-941,12-2-588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48.0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 12 632,'-12'-11'4958,"16"16"-4251,-2-2-614,-1-1 1,1 0-1,-1 1 1,0-1-1,0 1 1,0 0-1,0-1 1,0 1-1,-1 0 1,1-1-1,-1 1 1,0 0-1,0 0 1,0 5-1,-8 48 955,3-14-377,-14 131 303,10-67-1864,9-105 793,0 0 0,0 0 0,0 1 0,0-1 0,0 0 0,0 0 0,1 0 0,-1 0 0,1 0 0,-1 0 0,0 0 0,1 0 0,0 0 0,-1 0 0,1 0 0,-1 0 0,3 1 0,17 5-5255,-11-7 3672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48.2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21 812,'0'-1'248,"1"0"0,-1-1 1,1 1-1,-1 0 0,1-1 0,0 1 0,-1 0 0,1 0 1,0 0-1,0 0 0,0 0 0,0 0 0,0 0 0,0 0 1,0 0-1,1 0 0,1-1 0,-2 2 153,9 11 674,-4 17-1850,-3-14-2739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48.4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32 1860,'0'-5'1340,"9"-6"-496,-9 6-324,0 0-200,0-1-136,9 6-144,1 0-172,-1 6-208,1-1-228,8 0-336,-8 6-444,-1-1-412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49.2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179 245 912,'-1'-26'3910,"-4"26"-3867,0 1 0,1 0-1,-1 0 1,1 1 0,-1-1 0,1 1 0,0 0 0,-1 0 0,1 0 0,0 1 0,0-1-1,1 1 1,-6 5 0,-47 48 381,49-47-367,1-2-56,0 1 0,1 0 0,0 1 0,1-1 0,0 1 1,0 0-1,1 0 0,0 0 0,0 0 0,1 0 0,-2 17 0,4-24-29,0 0 1,0-1-1,0 1 1,0 0-1,0-1 1,0 1-1,0 0 0,0-1 1,1 1-1,-1-1 1,1 1-1,-1 0 1,1-1-1,0 1 0,0-1 1,-1 1-1,1-1 1,0 0-1,0 1 1,1-1-1,-1 0 1,0 0-1,0 0 0,0 0 1,3 2-1,-1-2-14,-1-1-1,1 1 0,-1-1 1,1 0-1,-1 0 0,1 0 1,-1 0-1,1 0 0,-1 0 1,1-1-1,-1 1 0,0-1 1,1 0-1,-1 0 0,3-1 1,8-4-168,0-1 0,-1 0 0,1-1 0,17-15 1,-18 11 120,0-2 0,0 1 0,-1-1 0,-1-1 0,-1 0 0,0-1 0,10-22 0,-14 21 241,0-1 0,-1 0 1,-1 0-1,-1 0 0,-1 0 1,0 0-1,-3-31 1,1 8 426,-4-6 224,0 30-160,5 17-627,0 0 1,0 0 0,0 0-1,0 0 1,0 0 0,0-1-1,-1 1 1,1 0 0,0 0-1,0 0 1,0 0 0,0 0 0,0 0-1,0-1 1,0 1 0,-1 0-1,1 0 1,0 0 0,0 0-1,0 0 1,0 0 0,0 0 0,0 0-1,-1 0 1,1 0 0,0 0-1,0 0 1,0 0 0,0 0-1,0 0 1,-1 0 0,1 0-1,0 0 1,0 0 0,0 0 0,0 0-1,-1 0 1,1 0 0,0 0-1,0 0 1,0 0 0,0 0-1,0 0 1,0 0 0,-1 0 0,1 1-1,0-1 1,0 0 0,0 0-1,0 0 1,0 0 0,0 0-1,0 0 1,0 0 0,-1 1-1,1-1 1,0 0 0,0 0 0,0 0-1,0 0 1,0 1 0,-3 7 118,0 0 0,1 1 0,-1-1 0,2 1 0,-1-1 0,1 1 0,1 0 0,0 14 0,-4 28 167,3-32-245,0 0-1,1-1 1,1 1 0,3 21-1,1 34-73,-4-65-195,0 1 0,1-1-1,0 1 1,1-1 0,0 0 0,0 0-1,1-1 1,0 1 0,0-1 0,8 12-1,-11-19 167,1-1 0,-1 1 0,0 0 0,1-1 0,-1 1 0,0-1 0,1 1 0,-1-1 0,1 0 0,-1 1-1,0-1 1,1 0 0,-1 0 0,1 0 0,-1 0 0,1 0 0,-1-1 0,0 1 0,1 0 0,-1-1 0,1 1 0,-1-1 0,0 1 0,1-1-1,-1 0 1,0 1 0,0-1 0,0 0 0,2-1 0,38-25-221,-18-1 284,-21 24-6,1 0 1,0 0-1,0 0 0,0 0 1,1 1-1,-1-1 0,1 1 1,4-3-1,-4 3 59,0 0-1,-1 0 1,1 0-1,-1 0 0,0 0 1,0-1-1,0 1 1,-1-1-1,1 0 1,-1 0-1,0 0 1,0 0-1,0 0 1,0-1-1,-1 1 1,0-1-1,0 1 1,0-1-1,0 1 0,-1-9 1,-29 30 511,23-10-500,0 1 0,1 0 0,0 0 0,0 0 0,1 0 0,-6 18 0,9-22-67,-1 0 0,1 0 0,0 0-1,0 0 1,1 0 0,-1 0 0,1 0 0,0 0-1,0 0 1,0 0 0,0 0 0,1 0 0,0 0 0,0 0-1,0 0 1,0 0 0,1 0 0,3 6 0,-3-7-29,0-1-1,0 0 1,0 0 0,0 0 0,1 0 0,-1-1 0,1 1-1,-1-1 1,1 1 0,0-1 0,-1 0 0,1 0 0,0 0 0,0 0-1,0-1 1,0 1 0,0-1 0,0 1 0,0-1 0,0 0-1,0 0 1,0-1 0,0 1 0,0-1 0,-1 1 0,4-2 0,2 0-182,0 0 1,0-1-1,-1 0 1,1-1-1,-1 0 1,0 0-1,0 0 1,8-7-1,41-41-3292,-37 36 1709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50.3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19 144 1456,'-19'21'3695,"20"-20"-3677,-1 0-1,0 1 1,0-1-1,1 0 0,-1 0 1,0 0-1,1 0 1,-1 0-1,1 0 1,0-1-1,-1 1 1,1 0-1,0 0 1,-1 0-1,1 0 1,0-1-1,0 1 1,0 0-1,0-1 0,0 1 1,0-1-1,0 1 1,0-1-1,0 1 1,0-1-1,0 0 1,0 1-1,0-1 1,0 0-1,0 0 1,0 0-1,0 0 1,0 0-1,2 0 1,-1 0-1,1 0 0,-1 0 0,0 0 0,1 0 0,-1 0 0,0-1 0,1 1 0,-1-1 0,0 0 0,0 1 0,0-1 0,0 0 0,1 0 0,-1-1 0,3-1 0,8-13-3,0 0 0,16-25 0,-25 35-9,0-1 0,-1 0 1,0 0-1,0 0 1,-1 0-1,0-1 0,0 1 1,0-1-1,-1 1 1,0-11-1,-1 18-1,0-1 0,1 1-1,-1-1 1,0 1 0,0-1 0,-1 1 0,1-1 0,0 1-1,0-1 1,0 1 0,0-1 0,0 1 0,0-1 0,-1 1 0,1-1-1,0 1 1,0 0 0,-1-1 0,1 1 0,0-1 0,-1 1-1,1 0 1,0-1 0,-1 1 0,1 0 0,-1-1 0,1 1-1,0 0 1,-1 0 0,1 0 0,-1-1 0,1 1 0,-1 0 0,0 0-1,-20 4 191,-14 19 301,13-1-64,18-19-359,0 1 1,0-1-1,1 1 0,-1 0 1,1 0-1,0 0 1,0 1-1,0-1 0,1 1 1,-1-1-1,1 1 0,-2 9 1,0 0 63,2 0 1,0 1 0,0-1 0,1 18-1,1-28-150,0 0-1,1 0 0,-1 0 0,1 0 0,0 0 0,0 0 0,1 0 1,-1 0-1,1 0 0,0-1 0,0 1 0,0-1 0,0 1 0,0-1 1,1 1-1,0-1 0,-1 0 0,7 4 0,-6-5-121,0 0 0,1 0 0,0 0 0,-1 0 0,1-1 0,0 0 0,0 0 0,0 0 0,0 0 0,0 0 0,0-1 0,0 0 0,0 0 0,0 0 0,0 0 1,0-1-1,0 1 0,0-1 0,0 0 0,0 0 0,-1-1 0,1 1 0,0-1 0,-1 0 0,1 0 0,-1 0 0,1 0 0,-1 0 0,0-1 0,0 0 0,0 1 0,0-1 0,-1 0 0,1-1 0,-1 1 0,2-4 0,8-8 120,-9 12 140,-1 0 0,1 0 0,-1-1-1,0 1 1,0 0 0,0-1 0,0 0 0,-1 1 0,1-1 0,-1 0 0,0 0 0,0 0 0,0 0 0,-1 0 0,1-6 0,-1 9 194,3 2-253,0 1 0,-1-1 0,1 0 1,0 1-1,-1-1 0,1 1 0,-1 0 0,1 0 0,-1 0 1,0 0-1,0 0 0,0 1 0,0-1 0,0 1 0,-1-1 1,1 1-1,-1 0 0,0-1 0,1 1 0,-1 0 1,0 0-1,-1 0 0,2 5 0,-2-8-64,0 0-1,0 0 1,0 0-1,-1 0 1,1-1-1,0 1 1,0 0 0,0 0-1,0 0 1,0 0-1,0 0 1,-1-1-1,1 1 1,0 0 0,0 0-1,0 0 1,0 0-1,-1 0 1,1 0-1,0 0 1,0 0-1,0 0 1,0 0 0,-1 0-1,1 0 1,0 0-1,0 0 1,0 0-1,-1 0 1,1 0 0,0 0-1,0 0 1,0 0-1,0 0 1,-1 0-1,1 0 1,0 0 0,0 0-1,0 0 1,0 0-1,-1 0 1,1 1-1,0-1 1,0 0-1,0 0 1,0 0 0,0 0-1,0 0 1,-1 1-1,1-1 1,0 0-1,0 0 1,36-74-708,-24 54 566,15-22-44,-26 40 187,0 0 0,1 1 0,-1-1 0,1 0-1,0 1 1,-1 0 0,1-1 0,0 1 0,0 0-1,0 0 1,0 0 0,0 0 0,0 0 0,0 0 0,1 1-1,-1-1 1,0 1 0,3-1 0,-4 2 54,1 0 0,-1-1 1,1 1-1,0 0 0,-1 0 1,0 0-1,1 0 0,-1 1 0,0-1 1,1 0-1,-1 0 0,0 1 1,0-1-1,0 1 0,0-1 0,0 1 1,0 0-1,-1-1 0,1 1 0,-1 0 1,1-1-1,0 4 0,8 47 959,-9-40-900,0-5-70,0 0 0,0 1 0,0-1 0,1 0 0,0 1 0,1-1 0,2 9 0,-1 4-702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18:50.8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135 311 832,'5'-5'641,"-2"2"-422,0 0 1,0 0 0,0 0 0,-1 0 0,1 0 0,-1-1 0,0 1 0,0-1 0,0 1-1,-1-1 1,1 0 0,-1 1 0,0-1 0,0 0 0,0 0 0,-1 0 0,1-5-1,-1 8-8,-12 1 307,10-1-492,-1 1 0,1 0-1,0 0 1,-1 0 0,1 0 0,0 0 0,-1 1 0,1-1 0,0 1 0,0-1 0,-1 1 0,1 0 0,0 0 0,0 0 0,0 0-1,0 0 1,0 0 0,-2 3 0,-12 9 58,1 1 0,0 1 0,1 0 0,-12 18-1,22-28-93,1-1 1,0 1-1,0 0 0,0 0 0,1 0 0,-1 1 0,1-1 0,0 0 0,1 1 0,0 0 0,0-1 0,0 1 0,0 0 0,1-1 0,0 1 0,0 0 0,1-1 0,-1 1 0,4 11 0,-3-15-41,-1 1-1,1-1 0,1 0 0,-1 0 1,0 0-1,0 1 0,1-1 0,-1 0 1,1 0-1,0-1 0,0 1 0,-1 0 1,1-1-1,0 1 0,1-1 0,-1 1 1,0-1-1,0 0 0,0 0 0,1 0 1,-1 0-1,0-1 0,1 1 0,-1 0 1,1-1-1,-1 0 0,1 0 0,-1 1 1,1-1-1,-1-1 0,1 1 0,-1 0 1,1-1-1,-1 1 0,1-1 0,-1 0 1,0 0-1,1 0 0,-1 0 0,0 0 1,0 0-1,1-1 0,1-1 0,2-3-62,14-16-447,28-42-1,-42 54 536,0 0-1,-1 0 1,0-1-1,-1 0 1,0 0 0,0 0-1,2-19 1,3-38 1140,-1-121 0,-13 162-333,0 23-139,-2 14-241,-8 38-43,3 1 0,1 0 0,3 1 0,2 0 0,0 73 0,27 117-967,-8-185-890,2-25-3059,-8-28 2058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0.1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169 49 584,'0'-2'147,"-1"-1"-1,1 0 1,-1 0-1,1 1 0,-1-1 1,0 0-1,0 1 1,-1-1-1,1 1 1,0-1-1,-1 1 1,-2-3-1,4 4-138,-1 0 0,0 0 0,1 0 0,-1 0 0,0 1 0,0-1 0,0 0 0,0 0 1,0 1-1,1-1 0,-1 1 0,0-1 0,-1 1 0,1-1 0,0 1 0,0-1 0,0 1 0,0 0 0,0 0 0,0-1 0,0 1 0,0 0 0,-1 0 0,1 0 0,0 0 0,0 1 0,0-1 0,0 0 0,0 0 0,0 1 0,-2 0 0,-8 5-3,1 1 0,0 1-1,0-1 1,0 2 0,1-1 0,-12 16 0,17-19-5,-1 1 1,1 0-1,0 0 1,1 0 0,0 0-1,0 1 1,0-1-1,1 1 1,-1 0-1,2 0 1,-1 0-1,1 0 1,-1 9-1,3-15 1,-1 1 0,0-1 0,0 0-1,1 1 1,-1-1 0,1 1 0,-1-1 0,1 0-1,0 0 1,-1 1 0,1-1 0,0 0 0,0 0 0,0 0-1,0 0 1,0 1 0,0-2 0,0 1 0,0 0-1,0 0 1,1 0 0,-1 0 0,0-1 0,0 1-1,1-1 1,-1 1 0,3 0 0,43 6 31,-32-8-24,-10 1-8,1 0-1,0 0 1,-1 0-1,1 1 1,-1 0-1,9 2 1,-12-2-2,1 0 0,-1 0 1,0 0-1,0 1 0,0-1 0,-1 1 1,1-1-1,0 1 0,-1 0 1,1 0-1,-1 0 0,1 0 1,-1 0-1,0 0 0,0 0 1,0 0-1,0 0 0,2 5 1,-1-1 7,-1 1 1,1-1-1,-1 1 1,0-1-1,-1 1 1,0-1-1,0 1 0,0 0 1,-1-1-1,1 1 1,-2-1-1,1 1 1,-4 9-1,4-12 20,-1 0-1,0 0 1,0-1-1,0 1 0,0-1 1,0 1-1,0-1 0,-1 1 1,0-1-1,0 0 0,0-1 1,0 1-1,0 0 0,0-1 1,-1 1-1,1-1 1,-1 0-1,0 0 0,0-1 1,1 1-1,-9 1 0,-11 4 169,22-6-176,-1-1 0,1 1 0,0 0-1,-1-1 1,1 0 0,-1 1 0,1-1-1,-1 0 1,1 1 0,-1-1 0,1 0-1,-1 0 1,1-1 0,-1 1 0,1 0 0,-1 0-1,1-1 1,0 1 0,-1 0 0,1-1-1,-1 0 1,1 1 0,0-1 0,-2-1-1,-3-1-18,4 3-27,0-1 0,0 1 0,1-1 0,-1 0 1,0 1-1,1-1 0,-1 0 0,1 0 0,-1 0 0,1 0 0,-1-1 1,1 1-1,0 0 0,-1-1 0,1 1 0,0 0 0,0-1 0,0 0 1,-1-1-1,2 2-354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0.5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6 172,'0'-5'2525,"0"13"-1126,0 35-711,0 64-945,1-94 262,0-1-1,1 0 1,1 0 0,0-1-1,6 15 1,-5-15-1,0 1 1,-1-1 0,-1 0-1,1 1 1,-1 13-1,-2-19-88,0-1-1,1 1 0,-1 0 0,1-1 0,0 1 1,1-1-1,-1 0 0,1 1 0,0-1 0,0 0 1,1 0-1,-1 0 0,1 0 0,0-1 1,1 1-1,5 6 0,-7-10-568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0.7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1 588,'3'16'2503,"4"78"-2602,-7-93 63,0 0 0,-1 0 0,1 0 0,0-1 0,0 1 0,0 0 0,0 0 0,0 0 0,1-1 0,-1 1 0,0 0 0,0 0 0,0 0 0,1-1-1,-1 1 1,0 0 0,1-1 0,-1 1 0,1 0 0,-1-1 0,1 1 0,-1 0 0,1-1 0,-1 1 0,1-1 0,1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0.9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21 772,'0'-10'640,"9"4"-296,-9 1-168,9 5-52,1 0-136,-1 5-72,0 1-108,1 4-200,9-5-368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1.7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170 348 700,'0'0'45,"0"0"-1,0 0 1,0-1-1,0 1 1,1 0-1,-1 0 1,0 0-1,0 0 1,0 0-1,0 0 1,0 0-1,0-1 1,0 1-1,0 0 1,0 0-1,0 0 1,1 0-1,-1 0 1,0-1-1,0 1 1,0 0-1,0 0 1,0 0-1,0 0 1,0 0-1,0-1 1,0 1-1,0 0 1,0 0-1,0 0 0,-1 0 1,1 0-1,0-1 1,0 1-1,0 0 1,0 0-1,0 0 1,0 0-1,0 0 1,0 0-1,0-1 1,0 1-1,-1 0 1,1 0-1,0 0 1,0 0-1,0 0 1,0 0-1,0 0 1,0 0-1,-1 0 1,1 0-1,0-1 1,0 1-1,0 0 1,0 0-1,0 0 1,-1 0-1,1 0 1,0 0-1,0 0 1,0 0-1,0 0 1,0 0-1,-1 0 1,1 1-1,1-3-12,-1 1 0,0-1 0,0 1 0,1-1 0,-1 1 1,0-1-1,0 1 0,0-1 0,-1 1 0,1-1 0,0 1 0,-1-1 0,1 1 0,0-1 0,-1 1 0,0 0 0,1-1 0,-1 1 0,-1-2 0,0 1-31,-1 0-1,0 0 1,0 0 0,1 1 0,-1-1 0,0 1-1,0 0 1,0 0 0,-1 0 0,1 0 0,0 0-1,0 1 1,0-1 0,-1 1 0,1 0 0,0 0-1,0 0 1,-1 1 0,1-1 0,0 1 0,0-1-1,0 1 1,-1 0 0,1 1 0,0-1 0,0 0-1,1 1 1,-1 0 0,0-1 0,0 1 0,1 0-1,-1 0 1,1 1 0,0-1 0,0 0 0,0 1-1,0 0 1,-3 4 0,-15 20-6,17-24 6,1 0 0,-1 0 0,1 0 0,0 0 0,0 1 0,0-1 0,0 1 1,0-1-1,1 1 0,0 0 0,-1-1 0,1 1 0,1 0 0,-1 0 1,0 7-1,1 0 3,0 0-7,0-1 1,0 1 0,1 0-1,0-1 1,4 14 0,-4-22 0,-1 0 1,1 0 0,0 0-1,0-1 1,0 1-1,0 0 1,0-1 0,0 1-1,0-1 1,0 1-1,1-1 1,-1 1 0,0-1-1,1 0 1,-1 1 0,1-1-1,0 0 1,-1 0-1,1 0 1,0-1 0,0 1-1,0 0 1,-1-1-1,1 1 1,0-1 0,0 1-1,0-1 1,0 0-1,0 0 1,0 0 0,0 0-1,0 0 1,0 0 0,0-1-1,2 0 1,1-1-19,-1 0 1,1 0-1,-1-1 1,0 1 0,0-1-1,0 0 1,0-1-1,0 1 1,-1 0-1,0-1 1,6-7 0,5-5-80,-7 9 63,0-1 0,-1 0 0,0 0 0,-1 0 1,0-1-1,0 0 0,-1 0 0,0 0 0,4-15 0,0-7-11,6-52 0,-10 54 36,-3 22 10,-1-1-1,0 0 1,-1 1-1,1-1 1,-3-9-1,-2-22-3,5 23 6,-1 0 1,-1 0 0,0 0-1,-1 1 1,-6-16 0,6 18 16,-2-9 19,3 20-20,1 11-5,-3 118 160,0-76-108,3-1 1,2 0-1,9 61 1,-9-105-68,0 0 1,0 0 0,1 0-1,0 0 1,0 0 0,1 0 0,0-1-1,0 1 1,0-1 0,1 0-1,-1 0 1,1 0 0,0 0-1,1-1 1,-1 1 0,1-1 0,0 0-1,0-1 1,0 1 0,0-1-1,8 3 1,-11-5-10,0-1 1,0 1-1,0-1 1,1 0-1,-1 0 0,0 0 1,0 0-1,0-1 1,0 1-1,1 0 0,-1-1 1,0 0-1,0 1 1,0-1-1,0 0 0,0 0 1,0 0-1,0 0 1,0-1-1,-1 1 1,1 0-1,0-1 0,1-1 1,32-45-164,-17 23 211,-14 20 2,1 1 0,-1-1 1,0 0-1,-1 0 0,1 0 0,-1 0 1,0-1-1,0 1 0,0-1 0,-1 0 1,0 0-1,0 0 0,-1 0 1,1 0-1,-1 0 0,-1-1 0,1 1 1,-1-10-1,-1 16-35,1 0 0,0 0 0,0 0 0,0 0 0,0-1 0,-1 1 0,1 0 0,0 0 0,0 0 0,0 0 0,-1 0 0,1 0 0,0 0 0,0-1 0,-1 1 0,1 0 0,0 0 0,0 0 0,0 0 0,-1 0 0,1 0 0,0 0 0,0 0 0,-1 0 0,1 0 0,0 0 0,0 1 0,-1-1 0,1 0 0,0 0 0,0 0 0,0 0 0,-1 0 0,1 0 0,0 0 0,0 1 0,0-1 0,-1 0 0,1 0 0,0 0 0,0 0 0,0 1 0,0-1 0,-1 0 0,1 0 0,0 1 0,-11 8 31,-13 18 14,20-23-45,0-1-1,0 1 1,0 0 0,1 0 0,0 1-1,-5 7 1,4-3 23,0-1 0,1 0 0,0 1 0,1 0-1,0 0 1,0 0 0,1 0 0,0 0 0,0 0 0,1 0 0,1 0-1,-1 0 1,4 17 0,-2-24-24,-1 1 0,0-1 0,1 0-1,-1 1 1,1-1 0,0 0 0,0 0 0,0 0 0,0-1 0,0 1-1,0 0 1,0-1 0,1 1 0,-1-1 0,0 0 0,1 0-1,-1 0 1,1 0 0,0 0 0,-1 0 0,1-1 0,4 1 0,0 0-12,-1-1 1,1 1 0,-1-1 0,1 0 0,-1-1 0,0 0-1,1 0 1,7-2 0,0-3-312,-1-1 0,0 0-1,0-1 1,-1 0 0,17-14 0,-9 1-1011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2.7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1 1328,'0'0'46,"0"0"0,0 0 0,0 0 0,0 1-1,0-1 1,-1 0 0,1 0 0,0 0 0,0 0 0,0 0 0,0 1 0,0-1-1,0 0 1,-1 0 0,1 0 0,0 0 0,0 0 0,0 0 0,0 0 0,-1 0-1,1 0 1,0 1 0,0-1 0,0 0 0,-1 0 0,1 0 0,0 0 0,0 0-1,0 0 1,0 0 0,-1 0 0,1 0 0,0 0 0,0-1 0,0 1-1,-1 0 1,1 0 0,0 0 0,0 0 0,0 0 0,0 0 0,-1 0 0,1 0-1,0 0 1,0-1 0,0 1 0,0 0 0,0 0 0,-1 0 0,4 9-26,0 1-1,-1 1 1,0-1 0,0 0 0,-1 0 0,-1 1 0,0-1 0,0 0 0,-3 16 0,1 15-12,2 231 3,17-313-8,-14 35-5,-2 2-4,1-1 1,-1 1 0,1 0-1,0-1 1,0 1-1,1 0 1,-1 1-1,1-1 1,0 0 0,0 1-1,0-1 1,0 1-1,1 0 1,-1 0-1,1 0 1,0 1 0,0-1-1,0 1 1,7-3-1,-8 5 7,-1 0-1,1 0 1,-1 1-1,1-1 1,-1 1-1,1-1 1,-1 1-1,0 0 1,1 0 0,-1 0-1,0 0 1,0 1-1,0-1 1,0 0-1,0 1 1,0 0-1,0-1 1,-1 1-1,1 0 1,0 0-1,-1 0 1,1 0-1,-1 0 1,0 0-1,0 0 1,0 1-1,0-1 1,0 0-1,0 1 1,0 2-1,1 12 5,-3 7 11,-4 1 8,5-23-22,0 0 0,0 0 0,-1 0 0,1 0 0,-1 0 0,0 0 0,1 0 0,-1 0 0,0 0 0,0 0 0,0-1 0,0 1 1,-1 0-1,1-1 0,0 1 0,-1 0 0,1-1 0,-1 0 0,1 1 0,-4 1 0,-1 1 11,0 1-1,0-1 1,-1 0 0,1-1 0,-1 1 0,0-1-1,0-1 1,-8 3 0,13-5-20,0 1 0,-1-1-1,1 0 1,0 0 0,0 0 0,0 0-1,0 0 1,0-1 0,-1 1 0,1-1-1,0 1 1,0-1 0,0 0 0,0 0-1,0 0 1,0 0 0,1 0 0,-1 0-1,0-1 1,0 1 0,1 0-1,-1-1 1,1 1 0,-1-1 0,1 0-1,0 0 1,0 1 0,-1-1 0,1 0-1,0 0 1,1 0 0,-2-2 0,1 2-78,1 1-1,-1-1 1,1 1 0,-1-1 0,1 1 0,-1-1 0,1 1 0,0-1 0,0 1 0,-1-1-1,1 1 1,0-1 0,1 0 0,-1 1 0,0-1 0,0 1 0,1-1 0,-1 1 0,1-1-1,-1 1 1,2-3 0,-2 4 79,2-12-1423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3.0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14 169 928,'-1'1'34,"0"-1"1,0 1-1,0 0 1,0-1-1,0 1 0,0 0 1,1 0-1,-1 0 0,0 0 1,0 0-1,1 0 0,-1 0 1,1 0-1,-1 0 1,1 0-1,-1 0 0,1 0 1,0 0-1,0 1 0,-1-1 1,1 0-1,0 0 0,0 0 1,0 0-1,0 1 1,0-1-1,1 0 0,-1 0 1,0 0-1,0 0 0,1 1 1,-1-1-1,1 0 0,-1 0 1,1 0-1,-1 0 1,1 0-1,0 0 0,-1 0 1,1 0-1,0-1 0,0 1 1,0 0-1,0 0 0,1 0 1,1 3-30,1 0 1,0 0 0,0-1-1,1 0 1,-1 1 0,1-2-1,-1 1 1,11 4 0,-12-6-1,0 0 0,1 1 0,0-2 0,-1 1 0,1 0 0,-1-1 0,1 0 0,0 1 0,-1-1 0,1-1 1,0 1-1,-1-1 0,1 1 0,-1-1 0,1 0 0,-1 0 0,1-1 0,-1 1 0,0-1 0,1 1 0,-1-1 1,0 0-1,0 0 0,0-1 0,0 1 0,-1-1 0,1 1 0,-1-1 0,5-6 0,5-7 28,-9 13-12,-1 0 0,1 1-1,-1-1 1,0-1 0,0 1 0,0 0 0,-1 0 0,1-1 0,-1 1 0,0-1 0,0 1 0,0-1 0,0 1 0,-1-1 0,1-6 0,2-12 87,-3 19-102,1 1 0,-1-1-1,1 1 1,-1-1 0,0 0 0,0 1 0,0-1-1,-1 1 1,1-1 0,0 1 0,-2-5 0,1-18 4,2 23-23,-1 0-1,0 0 1,0 0 0,0 0-1,0 0 1,0 0-1,0 0 1,0 0 0,-1 0-1,1 0 1,-1 0 0,0-3-1,0 5 5,1-1-1,0 1 1,-1 0 0,1-1-1,0 1 1,0-1-1,0 1 1,-1 0 0,1-1-1,0 1 1,0-1-1,0 1 1,0-1 0,0 1-1,0-1 1,0 1-1,0 0 1,0-1 0,0 1-1,0-1 1,0 1-1,0-1 1,0 1 0,0-1-1,0 1 1,0 0-1,1-1 1,-1 0 0,3-12-1028,-3 8-76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3.3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71 151 728,'-9'-79'1120,"2"50"-1075,6 27-42,0 1-1,0-1 1,1 1 0,-1-1 0,1 0-1,-1 1 1,1-1 0,-1 0 0,1 1-1,0-1 1,0 0 0,0 0-1,0 1 1,0-1 0,0 0 0,1 0-1,-1 1 1,1-3 0,-1 4-1,0-1 0,0 1-1,0-1 1,-1 1 0,1-1 0,0 1 0,0 0 0,-1-1 0,1 1 0,0 0-1,0-1 1,-1 1 0,1 0 0,0-1 0,-1 1 0,1 0 0,-1 0-1,1-1 1,0 1 0,-1 0 0,1 0 0,-1 0 0,1-1 0,-1 1 0,1 0-1,0 0 1,-1 0 0,1 0 0,-1 0 0,1 0 0,-1 0 0,1 0 0,-1 0-1,1 0 1,0 0 0,-1 0 0,1 1 0,-1-1 0,1 0 0,-1 0-1,1 0 1,0 0 0,-1 1 0,1-1 0,-1 0 0,1 1 0,0-1 0,-1 0-1,1 1 1,-1-1 0,-3 6 12,0 0 1,1 1-1,-1-1 0,1 1 0,1-1 1,-1 1-1,1 0 0,0 0 0,1 0 1,-1 0-1,1 0 0,1 0 0,-1 0 1,2 13-1,2 17 196,11 60 0,-6-47-29,45 236 279,-51-233-657,-2-33-540,-2-14-181,-6-1-425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3.5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63 72,'10'-5'680,"8"0"-296,-8 0-156,8-1-104,-8 1-64,9-5-92,-1-1-132,-8 6-244,8-6-400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3.8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94 193 532,'0'-2'76,"0"1"0,1-1 0,-1 0-1,1 1 1,-1-1 0,1 0 0,0 1 0,-1-1-1,1 1 1,0-1 0,0 1 0,0 0 0,0-1 0,1 1-1,1-2 1,13-19 193,-9 3-226,-4 12-48,0-1 0,-1 1 0,1-1 0,-1 1 0,-1-1 0,2-14 0,-3 20 1,-1-1 0,1 1 0,-1-1 0,1 1 0,-1 0 0,0 0 0,0-1 0,0 1 0,0 0 0,0 0 0,0 0 0,-1 0 0,1 0 0,-1 0 0,1 0 0,-1 1 0,0-1 0,0 0 0,1 1 0,-1 0 0,0-1 0,-1 1 0,1 0 0,0 0 0,0 0 0,0 0 0,-4 0 0,1-1 4,0 0 0,0 1 0,1 0 0,-1 0 0,0 0 0,0 1 0,0 0 1,0 0-1,0 0 0,-7 1 0,10-1 1,0 1 1,0-1 0,1 1-1,-1-1 1,0 1 0,1 0-1,-1 0 1,1 0 0,-1 0-1,1 0 1,-1 0 0,1 0-1,0 0 1,0 0 0,-1 1-1,1-1 1,0 0 0,0 1-1,0-1 1,0 1 0,0-1-1,1 1 1,-1 0 0,0-1-1,1 1 1,-1 0 0,1-1-1,0 1 1,0 0 0,-1 0-1,1-1 1,0 3 0,-9 102 171,10-47 250,3 0 0,18 87 0,-16-101-318,-5-32-108,1 0 1,0 1 0,5 16 0,-5 2-1757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1:04.5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1 206 100,'7'-1'291,"1"0"0,0 0 1,0-1-1,-1 0 0,10-4 0,23-6-190,-33 11-108,0 1 0,0 0 1,0 1-1,0 0 1,0 0-1,8 2 1,9 1-22,-22-4 52,-2 1-12,1-1 1,0 1-1,0-1 0,0 1 0,-1-1 1,1 1-1,0-1 0,0 0 0,0 0 0,0 1 1,0-1-1,0 0 0,0 0 0,0 0 1,0 0-1,-1 0 0,1 0 0,0 0 0,0 0 1,0-1-1,0 1 0,0 0 0,0 0 1,0-1-1,-1 1 0,1-1 0,1 0 1,1 0 52,-1 1-21,1 0 1,-1 0 0,1-1-1,-1 1 1,1-1 0,-1 0 0,0 0-1,1 0 1,-1 0 0,0 0 0,0 0-1,1 0 1,-1-1 0,0 1-1,0-1 1,-1 0 0,1 0 0,0 1-1,-1-1 1,1 0 0,1-3 0,0 1-40,-1-1 1,0 1 0,0-1-1,0 1 1,-1-1 0,1 0 0,-1 0-1,0 0 1,0 0 0,-1 1 0,0-6-1,0 9-5,-1 0 0,1 0 0,-1 1 0,0-1 0,1 0 0,-1 0 0,0 1 0,0-1 0,1 1 0,-1-1-1,0 1 1,0-1 0,0 1 0,0-1 0,0 1 0,0 0 0,0 0 0,1-1 0,-1 1 0,0 0 0,0 0 0,0 0 0,0 0 0,0 0-1,0 0 1,0 0 0,0 0 0,0 1 0,-1-1 0,-29 5 34,25-1-13,1 0 0,0 0 0,0 0 0,1 0-1,-1 1 1,1-1 0,0 1 0,0 1 0,1-1 0,-5 8-1,6-9-4,0 0 0,0 0 0,0 0 0,1 0 0,-1 1 0,1-1 0,0 0-1,0 1 1,1-1 0,-1 1 0,1-1 0,0 1 0,0-1 0,2 9 0,1-3 0,-3-7-13,1 0 0,-1 0 1,1 0-1,0-1 0,0 1 0,0 0 1,0-1-1,0 1 0,0 0 0,1-1 1,0 0-1,-1 1 0,1-1 1,0 0-1,0 0 0,0 0 0,0 0 1,0 0-1,1 0 0,-1-1 1,1 1-1,-1-1 0,1 1 0,3 0 1,-1-1-42,0 0 0,0 0 1,0 0-1,0-1 0,0 0 0,0 0 1,0 0-1,0 0 0,0-1 1,0 0-1,0 0 0,0-1 1,0 1-1,-1-1 0,1 0 0,0 0 1,-1-1-1,0 1 0,1-1 1,-1 0-1,0 0 0,0 0 1,-1-1-1,1 1 0,-1-1 0,0 0 1,0 0-1,0 0 0,0 0 1,-1-1-1,1 1 0,2-8 1,-2 1 136,-1 0 0,0 0 0,0-1 0,-1 1 0,-1-22 0,1 33-89,-1-1 0,0 1 0,0-1 0,0 1 0,0 0 0,0-1 0,0 1-1,1-1 1,-1 1 0,0-1 0,0 1 0,1 0 0,-1-1 0,0 1 0,1-1 0,-1 1-1,0 0 1,1 0 0,-1-1 0,1 1 0,-1 0 0,0 0 0,1-1 0,-1 1 0,1 0-1,-1 0 1,1 0 0,-1 0 0,1-1 0,-1 1 0,0 0 0,1 0 0,-1 0 0,1 0-1,-1 0 1,1 0 0,-1 0 0,1 1 0,-1-1 0,1 0 0,-1 0 0,1 0 0,-1 0-1,1 1 1,-1-1 0,0 0 0,1 0 0,-1 1 0,1-1 0,-1 0 0,0 1 0,1-1-1,26 18 83,-18-9-21,-1 0 0,-1 1 0,0 0 1,0 0-1,-1 0 0,0 1 0,-1 0 0,8 23 0,-5-19 111,-7-14-163,0 0-1,0 0 0,0 0 0,-1 1 1,1-1-1,0 0 0,-1 1 0,1-1 0,-1 0 1,1 1-1,-1-1 0,0 1 0,0-1 0,1 0 1,-1 3-1,0-4-5,0 0 0,0-1 0,0 1 0,0 0 0,0 0 0,0 0 0,0 0 0,0 0 0,1 0 0,-1-1 0,0 1 0,0 0 1,0 0-1,0 0 0,0 0 0,0 0 0,0 0 0,1 0 0,-1 0 0,0 0 0,0 0 0,0 0 0,0 0 0,0 0 0,1 0 0,-1 0 0,0 0 0,0 0 0,0 0 1,0 0-1,0 0 0,1 0 0,-1 0 0,0 0 0,0 0 0,0 0 0,0 0 0,0 0 0,1 0 0,-1 0 0,0 0 0,0 0 0,0 0 0,0 1 0,0-1 0,0 0 1,0 0-1,1 0 0,-1 0 0,0 0 0,0 0 0,0 0 0,0 1 0,0-1 0,0 0 0,0 0 0,0 0 0,0 0 0,0 0 0,0 1 0,0-1 0,0 0 0,0 0 1,0 0-1,0 0 0,0 0 0,0 1 0,0-1 0,15-17 610,11-27-146,17-43-700,-28 61-928,20-50 1,-25 50-377,-1 4-383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0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1 116,'-2'15'1713,"-1"-13"-1578,-1 0 0,0-1 0,1 1 0,-1 0 1,1 0-1,0 1 0,-1-1 0,1 1 0,0 0 0,0 0 1,1 0-1,-1 0 0,1 0 0,-1 0 0,-2 8 0,-16 15 52,4 7 20,6-8-57,6-13-105,0 1 0,1-1-1,0 1 1,1 0 0,0 0 0,1 0-1,1 0 1,0 22 0,1-28-30,1 1 1,0-1-1,1-1 1,0 1 0,0 0-1,0 0 1,1-1-1,0 1 1,6 9-1,5 12 38,-13-26-41,0-1 0,0 1-1,1 0 1,-1 0 0,0-1 0,1 1 0,-1-1 0,1 0 0,0 1 0,0-1-1,-1 0 1,1 0 0,0 0 0,0 0 0,0 0 0,0-1 0,0 1 0,0 0-1,0-1 1,0 0 0,0 1 0,0-1 0,0 0 0,1 0 0,-1 0-1,0 0 1,0-1 0,0 1 0,0-1 0,0 1 0,0-1 0,0 0 0,0 1-1,0-1 1,2-2 0,8-1 44,-1-1-1,0-1 0,-1 0 1,15-11-1,-14 8-51,-1 0 0,-1-1 0,0 0 0,0-1 1,-1 0-1,0 0 0,-1 0 0,0-1 0,-1 0 0,-1-1 1,0 1-1,0-1 0,-1 0 0,-1 0 0,0-1 0,-1 1 0,1-27 1,-3 35 1,0 0 1,-1 0 0,1-1 0,-1 1 0,0 0-1,-1 0 1,0 0 0,1 0 0,-1 0 0,-1 1-1,1-1 1,-1 1 0,0-1 0,0 1 0,0 0-1,-1 0 1,1 0 0,-1 0 0,0 1 0,0 0-1,0-1 1,-5-1 0,6 3-6,-1 0 1,1 1-1,0 0 0,-1 0 1,1 0-1,-1 0 0,0 1 0,1-1 1,-1 1-1,1 0 0,-1 0 1,0 0-1,1 0 0,-1 1 1,1 0-1,-1-1 0,1 1 0,-1 0 1,1 1-1,-1-1 0,1 1 1,0-1-1,0 1 0,0 0 0,0 0 1,0 1-1,0-1 0,0 1 1,1-1-1,-1 1 0,1 0 1,-4 6-1,-1-1-259,0 1 0,1 0-1,0 0 1,0 1 0,1 0 0,1 0 0,-1 0 0,2 1-1,-4 12 1,-1 4-1368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2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16 211 120,'0'1'119,"0"0"1,-1 0-1,1 0 1,0 0-1,-1 0 1,1 0-1,-1-1 1,1 1-1,-1 0 1,1 0-1,-1-1 1,0 1-1,1 0 1,-1-1-1,0 1 1,0-1-1,1 1 1,-2 0-1,-3 4 842,23-3-291,-12-5-607,1 0-1,-1 1 1,0-2 0,0 1-1,0-1 1,0 0 0,0 0-1,-1-1 1,7-6 0,14-11-25,-16 14-37,0-2-1,-1 1 0,0-1 0,0-1 0,-1 0 0,9-16 1,2-1 14,-8 3 54,-11 23-38,1 1-1,-1-1 0,0 0 0,1 1 1,0-1-1,-1 1 0,1-1 0,0 1 1,0-1-1,0 1 0,0-1 0,0 1 1,0 0-1,0-1 0,0 1 0,0 0 1,1 0-1,1-1 0,-1 39 642,-12 226 1239,6-199-1769,3-49-145,-1 0 0,2 1-1,0-1 1,0 0-1,6 29 1,-4 2-750,-3-27-1836,-17-27-832,-31-7 2569,19 7 1080,21 5 190,-1 0 1,0 1-1,-1 0 1,-12 0-1,75 9 1903,-12-1-1801,47 2 1,-39-9-553,0-3 0,65-12 0,27-16-2858,-95 22 1137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2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36 196,'0'0'825,"-8"-5"2727,13 4-3328,-1 0 0,1 0 0,-1 0 0,1 0 0,-1-1 0,0 0 1,8-4-1,-9 4-233,1 0 0,0 0-1,0 0 1,0 0 0,0 1 0,1 0 0,-1 0 0,0 0 0,0 0 0,1 0 0,-1 1 0,7 0 0,3 2-2,27 9-30,-40-10 40,0 0 0,1-1 0,-1 1 0,0 0 0,0 0 0,1 1 0,-1-1 1,0 0-1,0 0 0,0 0 0,-1 1 0,1-1 0,0 0 0,0 1 0,-1-1 0,1 1 0,-1-1 0,1 1 0,-1-1 0,0 1 0,1-1 0,-1 1 0,0-1 1,0 4-1,-1 4 7,0 1 0,0-1 0,-1 1 1,0-1-1,0 1 0,-1-1 1,-1 0-1,1 0 0,-1 0 1,-1-1-1,0 0 0,-7 10 1,-6 6 41,-2-2 1,-36 35 0,48-49-28,0 1-1,1 0 0,0 1 0,-10 16 1,17-25-20,0 0 1,0 0 0,0-1 0,0 1 0,0 0 0,0 0 0,0-1 0,0 1-1,0 0 1,0-1 0,0 1 0,1 0 0,-1 0 0,0-1 0,1 1 0,-1-1 0,0 1 0,1 0 0,-1-1 0,1 1 0,-1-1 0,1 1 0,-1-1 0,1 1-1,-1-1 1,1 1 0,-1-1 0,1 1 0,0-1 0,-1 0 0,1 1 0,0-1 0,-1 0 0,1 0 0,0 0 0,0 1 0,0-1 0,28 7 58,31-4 37,85 14 1,-105-11-155,-30-5-23,2 2-509,0-2-1,0 0 1,0 0 0,1-1 0,11-2-1,-7-2-1252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3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17 864,'-2'-11'2055,"3"6"-1246,12 5-515,-6 0-198,1 0-69,1 1-1,-1 0 0,0 0 1,0 1-1,0 0 1,0 0-1,0 1 0,0 0 1,0 1-1,-1 0 0,0 0 1,9 6-1,-16-9-21,1 1 1,-1-1-1,1 1 1,-1-1-1,0 1 1,1-1-1,-1 1 0,0-1 1,0 1-1,0-1 1,0 1-1,0-1 0,-1 1 1,1-1-1,0 1 1,-1-1-1,1 1 0,-1-1 1,1 1-1,-1-1 1,0 0-1,0 1 0,1-1 1,-1 0-1,-2 2 1,-28 32 39,28-33-38,-43 36 72,44-35-81,0-1 0,0 0 0,-1 1 0,2-1 0,-1 1 0,0 0 0,0 0 0,1-1 1,0 1-1,-1 0 0,1 0 0,0 1 0,0-1 0,1 0 0,-1 3 0,1-4 2,1 0 1,-1 0 0,1 0-1,0-1 1,-1 1-1,1 0 1,0-1 0,0 1-1,0-1 1,0 1-1,1-1 1,-1 1 0,0-1-1,1 0 1,-1 1-1,1-1 1,-1 0 0,1 0-1,2 1 1,46 23 4,-13-6-11,-34-16-17,1-1 0,-1 1-1,1 0 1,-1 1 0,0-1 0,0 0 0,0 1-1,-1 0 1,1-1 0,-1 1 0,0 0 0,0 0-1,-1 1 1,1-1 0,-1 0 0,2 6 0,-3-7 34,0 0 1,0 0-1,0 0 1,0 0-1,-1 0 1,1 0-1,-1 0 1,0 0 0,0 0-1,0-1 1,0 1-1,0 0 1,-1-1-1,1 1 1,-1 0-1,0-1 1,1 0-1,-1 1 1,0-1 0,-1 0-1,1 0 1,0 0-1,-5 3 1,-7 3 49,0 0 1,-1-1-1,1-1 0,-1 0 1,0-1-1,-1-1 1,1 0-1,-1-1 1,0 0-1,0-2 0,0 0 1,0 0-1,0-2 1,-31-4-1,46 5-80,0 0 0,1-1 0,-1 1 0,1 0 0,-1 0 0,0 0 0,1-1 0,-1 1 0,1 0 0,-1-1 0,0 1 0,1 0 0,-1-1 0,1 1 0,-1-1 0,1 1 0,0-1 0,-1 1 0,1-1 0,-1 1 0,1-1 0,0 1 0,0-1 0,-1 0 0,1 1 0,0-1 0,0 0 0,0 1 0,-1-1 0,1 0 0,0 1 0,0-1 0,0 0 0,0 1 0,0-1 0,0 1 0,1-1 0,-1 0 0,0 1 0,0-1 0,0 0 0,1 1 0,-1-1 0,0 1 0,0-1 0,1 0 0,19-28-2323,-3 14 752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26 356,'-2'-20'2792,"-4"15"-1174,-15 21-429,11-6-1101,-3 5 76,1 0-1,1 1 0,1 0 1,-17 36-1,22-44-153,2-1-1,-1 1 1,1 0 0,1 1-1,-1-1 1,2 1-1,-1-1 1,1 1 0,0-1-1,1 1 1,-1 0 0,2-1-1,0 1 1,0-1 0,0 1-1,3 9 1,-3-17-9,0 0 1,-1 0-1,1 1 0,0-1 1,0 0-1,-1 0 0,1 0 1,0 0-1,0 0 0,0 0 1,0-1-1,0 1 0,1 0 1,-1 0-1,0-1 0,0 1 1,0-1-1,1 1 0,-1-1 1,0 0-1,1 1 0,1-1 1,1 0-2,0 1-1,0-2 1,0 1 0,0 0 0,0-1 0,0 0 0,6-1 0,-2-1-1,0 0 0,0 0 0,0-1 0,-1 0 0,0 0 0,11-9 0,-3-1-3,-4 3 8,1 0 0,0 1 0,17-11 0,-29 21 16,1 1 0,0 0-1,-1-1 1,1 1 0,0 0-1,-1-1 1,1 1 0,-1 0-1,1 0 1,-1-1 0,1 1 0,-1 0-1,0 0 1,1 0 0,-1 0-1,0 0 1,0-1 0,1 1-1,-1 0 1,0 0 0,0 0-1,0 0 1,0 0 0,0 0-1,0 0 1,-1 0 0,1 1 0,-2 37 626,-4-12-391,1 1 0,2-1 0,0 38 1,-1-45-499,-3 29 650,7-48-558,0-1 1,0 1-1,0 0 1,0 0-1,0 0 0,0 0 1,1 0-1,-1 0 1,0 0-1,0 0 1,1 0-1,-1 0 1,0 0-1,1 0 1,-1 0-1,1 0 0,-1-1 1,1 1-1,0 0 1,-1 0-1,1-1 1,0 1-1,0 0 1,-1-1-1,1 1 1,0-1-1,0 1 0,0-1 1,0 1-1,-1-1 1,1 1-1,0-1 1,0 0-1,0 0 1,0 1-1,0-1 1,2 0-1,13 0-2222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5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58 448,'0'-2'148,"0"-1"1,1 1-1,-1-1 0,0 1 0,0-1 1,-1 1-1,1-1 0,0 1 1,-1 0-1,0-1 0,1 1 0,-1-1 1,0 1-1,0 0 0,-1 0 1,1-1-1,0 1 0,-1 0 0,1 0 1,-1 0-1,-1-1 0,2 2-131,1 1-1,0 0 0,0-1 1,-1 1-1,1 0 1,0-1-1,-1 1 0,1 0 1,0 0-1,-1-1 0,1 1 1,-1 0-1,1 0 0,0 0 1,-1-1-1,1 1 1,-1 0-1,1 0 0,-1 0 1,1 0-1,0 0 0,-1 0 1,1 0-1,-1 0 0,1 0 1,-1 0-1,1 0 1,0 0-1,-1 0 0,1 0 1,-1 0-1,1 1 0,-1-1 1,1 0-1,0 0 1,-1 0-1,0 1 0,-11 19 182,1 27-28,12-32-125,1 0 1,1 0 0,0 0 0,2 0-1,-1-1 1,9 18 0,13 46 223,-18-52-181,2 20 56,-11-41-137,1-1-1,-1 0 1,1 0-1,-1 0 0,-1 1 1,1-1-1,0 0 1,-1-1-1,0 1 1,0 0-1,-4 6 1,5-9-45,0 0 0,1 0 0,-1 0 0,0 0 0,0-1 0,1 1 0,-1 0 0,0 0 1,0-1-1,0 1 0,0 0 0,0-1 0,0 1 0,0-1 0,0 0 0,0 1 0,0-1 1,0 0-1,-1 1 0,1-1 0,0 0 0,0 0 0,0 0 0,0 0 0,0 0 0,-1 0 1,1-1-1,0 1 0,0 0 0,0 0 0,0-1 0,0 1 0,0-1 0,0 1 0,0-1 1,0 1-1,0-1 0,0 0 0,0 1 0,0-1 0,0 0 0,1 0 0,-1 0 0,0 0 1,-1-1-1,-8-18-1918,0 8 560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5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0 106 372,'9'-11'908,"10"1"-284,-9 5-176,8-6-116,-8 1-88,18-1-76,-9 6-64,-1-6-52,10 6-28,-9 0-16,9-1-20,-9 1-92,9 0-136,-9 5-200,9-5-444,-9 5-516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5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11 408,'6'-10'2294,"-12"9"-448,-14 33-663,8-11-876,-4 17 24,6-3-206,5-21-118,1 1 1,0 0-1,1 0 1,0 0-1,1 0 1,1 0-1,0 0 1,1 0-1,1 0 0,1 1 1,3 15-1,-4-28-5,1-1-1,0 1 0,0 0 0,0-1 1,1 1-1,-1-1 0,0 0 1,1 0-1,0 0 0,-1 0 1,1 0-1,0 0 0,0-1 0,0 0 1,0 1-1,4 0 0,-1 0-7,-1 0-1,1 0 1,0-1-1,-1 1 1,1-1-1,0-1 1,0 1-1,0-1 0,8-1 1,-7-1 1,-1 0 0,1-1 0,-1 0 0,0 0 0,0 0 0,0-1 0,-1 0-1,1 0 1,-1-1 0,0 1 0,0-1 0,5-7 0,-7 9 7,-1 1 0,0-1-1,0 1 1,0-1 0,0 0-1,0 0 1,0 0 0,-1 0 0,1 0-1,-1 0 1,0 0 0,0 0-1,0-1 1,-1 1 0,1 0 0,-1-1-1,1 1 1,-1-1 0,0 1-1,-1 0 1,1-1 0,-1 1-1,1 0 1,-1-1 0,-2-4 0,2 6-3,-1 0 1,0 0 0,0 1 0,0-1 0,1 1 0,-2 0 0,1 0 0,0-1 0,0 1-1,0 0 1,0 1 0,-1-1 0,1 0 0,0 1 0,-1-1 0,1 1 0,0 0-1,-1-1 1,1 1 0,-1 1 0,1-1 0,0 0 0,-1 0 0,1 1 0,0-1 0,-1 1-1,1 0 1,0 0 0,0 0 0,-4 2 0,-1 0 10,-1 0 1,1 1-1,0 0 0,-1 0 0,2 1 1,-1-1-1,-9 10 0,1 2-105,5-6 160,1 1 0,0 0-1,-9 15 1,16-24-157,1 0 0,-1 1 0,1-1 0,0 0 0,0 1 0,0-1 0,1 1 0,-1-1 0,0 1 0,1-1 0,0 1 0,-1 0 0,1-1 0,0 1 0,0-1 0,1 1 0,-1 0 0,1-1 0,-1 1 0,1-1 0,0 1 0,0-1 0,1 4 0,7 0-1482,9-1-405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6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34 1092,'-40'-17'3667,"21"9"-1952,31 11-882,1-1-821,0-1 1,0 0 0,0 0-1,0-2 1,0 0 0,1 0-1,13-4 1,40-2-3,-65 7-11,-1 0-1,1-1 1,0 1-1,0 0 1,0 0-1,-1 0 1,1 0-1,0 0 1,0 1-1,-1-1 1,1 0-1,0 1 1,0 0-1,-1-1 1,1 1-1,0 0 1,-1 0-1,1 0 1,-1 0-1,1 0 1,-1 0-1,0 0 1,1 0-1,-1 1 1,0-1-1,0 0 1,0 1 0,1 1-1,-1 2 22,-1-1 0,0 1-1,0-1 1,0 1 0,0-1 0,-1 1-1,0-1 1,0 1 0,-2 5 0,2-8-11,-7 27 186,-1-1-1,-1 0 1,-2 0 0,-24 40-1,-3 32-161,37-96-263,1 0-1,-1 0 0,1 1 1,0-1-1,0 1 1,0-1-1,1 1 1,-1 0-1,1-1 0,1 9 1,-1-3-1650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6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29 196,'-1'-1'222,"0"0"0,0 0 0,0 0 0,0 0 0,0 0 1,0-1-1,0 1 0,1 0 0,-1-1 0,0 1 0,1 0 0,-1-1 0,1 1 0,-1-3 0,1 4-163,1-1-1,-1 1 1,0 0 0,0-1-1,0 1 1,1-1 0,-1 1-1,0 0 1,0-1-1,1 1 1,-1 0 0,0-1-1,1 1 1,-1 0 0,0-1-1,1 1 1,-1 0-1,0 0 1,1-1 0,-1 1-1,1 0 1,-1 0 0,0 0-1,1 0 1,-1-1-1,1 1 1,-1 0 0,1 0-1,-1 0 1,1 0 0,53 5 1045,-30-1-1100,-5-2-74,125 10-5,-45-15-3204,-72 2 1546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8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78 84,'-29'-15'2282,"9"10"-495,6 1 954,32 2-1752,24 1-780,0-1 0,80-16-1,-109 14-1075,-1 0-1,0-1 0,-1 0 1,13-8-1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8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0 196,'-23'11'2025,"19"-9"-1798,1-1-1,-1 1 1,0 0 0,1 0 0,-1 0-1,1 1 1,0-1 0,-4 4 0,6-5-206,1 1 1,-1-1 0,0 1-1,1-1 1,-1 1 0,0-1-1,1 1 1,0-1 0,-1 1 0,1-1-1,0 1 1,0 0 0,0-1-1,0 1 1,0 0 0,0-1-1,0 1 1,1-1 0,-1 1 0,1-1-1,-1 1 1,1-1 0,0 1-1,-1-1 1,2 2 0,0 2-6,1 0 0,0 0 1,0-1-1,0 0 0,1 1 1,0-1-1,-1 0 0,1-1 0,0 1 1,1-1-1,-1 0 0,1 0 1,0 0-1,-1 0 0,1-1 0,0 0 1,0 0-1,1 0 0,-1-1 1,8 2-1,13 1-12,1-2 0,-1 0 1,33-2-1,38 2-38,-93-1 34,1 0 0,0 1-1,-1-1 1,1 1 0,-1 0 0,0 0-1,1 0 1,-1 1 0,0 0-1,-1-1 1,1 1 0,0 1 0,5 5-1,-8-8 0,1 1 0,-1 0 0,0-1 0,0 1 0,0 0 0,0 0-1,0 0 1,0 0 0,0 0 0,0 0 0,-1 0 0,1 0 0,-1 0-1,0 0 1,1 0 0,-1 0 0,0 0 0,0 0 0,0 0 0,-1 0-1,1 0 1,0 1 0,-1-1 0,0 0 0,1 0 0,-1 0-1,0-1 1,0 1 0,0 0 0,0 0 0,0 0 0,0-1 0,-3 4-1,-11 9 44,1-1 0,-2-1-1,0 0 1,0-1 0,-1-1-1,0 0 1,-1-1-1,0-1 1,0-1 0,-1-1-1,0 0 1,0-1 0,-27 3-1,-4-9 227,32-4-216,18 5-53,-1 0 0,1-1 0,0 1 0,0 0 0,0 0-1,-1 0 1,1 0 0,0 0 0,0 0 0,0-1 0,0 1-1,-1 0 1,1 0 0,0 0 0,0 0 0,0-1 0,0 1-1,0 0 1,0 0 0,0-1 0,0 1 0,0 0 0,-1 0-1,1 0 1,0-1 0,0 1 0,0 0 0,0 0 0,0-1-1,0 1 1,0 0 0,0 0 0,0 0 0,1-1 0,-1 1-1,0 0 1,0 0 0,0 0 0,0-1 0,0 1 0,0 0-1,0 0 1,0 0 0,1-1 0,-1 1 0,0 0 0,7-13-303,-7 12 256,1 0-1,-1 0 1,1 0-1,-1 0 1,1-1-1,0 1 1,-1 0 0,1 0-1,0 0 1,0 0-1,0 0 1,0 1-1,-1-1 1,1 0-1,1 0 1,-1 0 0,1 0-1,36-15-1905,-12 10 351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09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2 148,'7'-1'2216,"-12"1"-557,4 1-1623,0-1 1,0 0 0,0 1-1,0-1 1,0 1 0,0-1 0,0 1-1,0-1 1,0 1 0,0 0 0,0 0-1,0-1 1,1 1 0,-1 0-1,0 0 1,0 0 0,1 0 0,-1 0-1,1 0 1,-1 0 0,0 1-1,-16 34 310,12-29-275,2-1 0,-1 2 1,1-1-1,0 0 0,-2 11 0,-12 35 107,13-43-172,1 0 1,-1 1-1,2 0 1,0-1-1,0 1 0,0 16 1,2-17-5,0 0-1,1 0 1,1-1 0,0 1-1,0-1 1,1 1 0,0-1 0,0 0-1,1 0 1,6 10 0,-8-16-3,-1-1 0,1 0 0,-1 0 0,1 0 0,0 0 0,0 0 0,0 0 0,0 0 0,0-1 0,0 1 0,0-1 0,0 1 0,1-1 0,-1 0 0,1 0 0,-1 0 0,1 0 1,-1-1-1,1 1 0,-1-1 0,1 1 0,0-1 0,-1 0 0,1 0 0,0 0 0,-1 0 0,1-1 0,0 1 0,-1-1 0,1 1 0,-1-1 0,1 0 0,-1 0 0,1 0 0,-1 0 0,0-1 0,1 1 0,-1-1 0,0 1 0,0-1 0,3-3 1,2-1-7,0 0 1,0 0 0,-1 0-1,0-1 1,0 0 0,0-1-1,-1 1 1,-1-1 0,1 0-1,-1 0 1,0 0 0,4-17 0,-7 24 5,-1 0 0,0 0 1,1 0-1,-1 0 0,0-1 0,0 1 1,0 0-1,0 0 0,0 0 1,0 0-1,0 0 0,0 0 1,0-1-1,-1 1 0,1 0 1,0 0-1,-1 0 0,1 0 1,-1 0-1,1 0 0,-1 0 1,0 0-1,1 0 0,-1 0 1,0 1-1,0-1 0,1 0 1,-1 0-1,0 0 0,0 1 1,0-1-1,0 1 0,0-1 1,-1 0-1,0 0 1,0 0 0,-1 0 0,1 1 0,0-1 0,0 0 0,0 1 0,-1 0 0,1-1 0,0 1 0,0 0 0,-1 0 0,1 0 0,0 1 0,-1-1 0,-2 1 0,-5 3 2,1 1-1,0 0 0,0 0 1,0 1-1,0 0 0,1 1 1,0 0-1,0 0 1,1 0-1,0 1 0,0 0 1,1 1-1,0 0 0,1-1 1,0 2-1,-7 16 1,11-25-85,1 0 1,-1 1 0,1-1 0,-1 0 0,1 1 0,0-1-1,0 1 1,0-1 0,0 1 0,0-1 0,0 1 0,0-1 0,0 1-1,1-1 1,-1 0 0,0 1 0,1-1 0,-1 1 0,1-1-1,0 0 1,-1 0 0,1 1 0,0-1 0,0 0 0,0 0-1,0 0 1,0 0 0,0 0 0,0 0 0,0 0 0,0 0 0,0 0-1,1 0 1,-1-1 0,0 1 0,1 0 0,-1-1 0,0 1-1,1-1 1,-1 0 0,1 1 0,-1-1 0,1 0 0,1 0 0,14 1-1780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10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37 36,'-27'-13'4479,"17"6"-1465,39 6-2460,183-15-557,-210 49-2,-3-13 34,-2 1 1,0 0 0,-9 28 0,7-28-16,0-1 0,2 1 0,-2 32 0,4-45-83,0 1 0,0 0-1,0 0 1,-1-1 0,0 1 0,-1-1-1,-4 10 1,5-6-1139,3-8-2536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10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1760,'109'2'4767,"57"1"-4207,-2-12-4928,-143 8 2317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5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56 145 256,'0'-11'2035,"0"8"-1626,0 6 221,0-2-194,-20 15 314,14-5-680,1 0 0,0 0 0,1 1 1,0-1-1,1 1 0,0 0 0,1 0 0,0 0 0,1 0 1,0 23-1,1-31-64,1-1 0,-1 0 0,1 0 0,0 0 0,0 0 0,0 1 0,0-1 0,0-1 0,1 1 0,-1 0 1,1 0-1,0 0 0,0-1 0,0 1 0,0-1 0,0 0 0,1 1 0,-1-1 0,1 0 0,-1 0 0,1-1 0,5 4 0,-4-3 6,0 0-1,1 0 1,-1 0-1,1-1 0,-1 0 1,1 0-1,0 0 1,-1 0-1,1 0 0,0-1 1,0 0-1,0 0 1,-1-1-1,1 1 0,5-2 1,-9 2-10,63-23 40,-60 21-51,0 0-1,0 0 1,0-1 0,-1 1-1,1-1 1,-1 0 0,0 0-1,0 0 1,0-1 0,0 1-1,0-1 1,3-7 0,1 0 8,-2-1 1,0 0 0,-1-1 0,0 1 0,0-1 0,-2 0 0,1 0 0,-2 0 0,0 0 0,0 0 0,-1 0 0,-1 0 0,0 0 0,-1 0 0,0 0-1,-1 0 1,0 0 0,-1 1 0,-7-15 0,10 24 1,0 1 0,0 0-1,0-1 1,0 1 0,0 0 0,-1 0-1,1 0 1,-1 0 0,1 0 0,-1 0-1,0 1 1,1-1 0,-1 1 0,0-1-1,0 1 1,0-1 0,-1 1 0,1 0-1,0 0 1,0 0 0,-1 0-1,1 1 1,0-1 0,-1 0 0,1 1-1,-1 0 1,1 0 0,-1-1 0,1 2-1,0-1 1,-1 0 0,1 0 0,-5 2-1,3 0 1,-1 0-1,1 0 0,0 1 1,0 0-1,0 0 1,0 0-1,0 0 0,0 1 1,1-1-1,0 1 0,0 0 1,0 0-1,0 0 0,1 0 1,-1 1-1,-1 5 1,-4 6-137,1 1 1,1 0 0,1 0 0,-6 31 0,10-41-40,1 0 1,-1 0 0,2 0 0,-1 0 0,1-1-1,0 1 1,0 0 0,0 0 0,1 0 0,0-1-1,1 1 1,0-1 0,0 0 0,7 12 0,2 2-725,5-3-252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5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71 8,'0'-4'221,"0"1"0,1-1 0,-1 0 0,1 0 0,0 1 0,0-1 0,0 1 0,0-1 0,1 1 0,0-1 0,-1 1 0,5-6 0,0-5 926,-2 10-471,-3 12 257,-10 54-119,-10 128-196,15-158-625,3-29-41,1 1 0,-1-1 0,1 1 0,-1-1 0,1 1 0,0-1 0,0 0 0,0 1 0,1-1 0,-1 1 0,1-1 0,0 1 0,2 3 0,-1 5-647,-2-11 635,0-1-1,0 1 1,-1-1-1,1 1 1,1-1-1,-1 1 1,0-1 0,0 1-1,0-1 1,0 1-1,0-1 1,0 1 0,0-1-1,1 1 1,-1-1-1,0 1 1,0-1-1,1 0 1,-1 1 0,0-1-1,1 1 1,-1-1-1,0 0 1,1 1-1,-1-1 1,0 0 0,1 0-1,-1 1 1,1-1-1,-1 0 1,1 0 0,-1 1-1,1-1 1,0 0-1,8 1-1707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6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54 256,'-1'-13'2726,"1"13"-2687,0-1-1,0 0 0,0 1 0,0-1 1,0 1-1,0-1 0,0 1 0,0-1 1,0 1-1,1-1 0,-1 1 0,0-1 1,0 1-1,0-1 0,1 1 0,-1-1 1,0 1-1,1-1 0,-1 1 1,0-1-1,1 1 0,-1 0 0,0-1 1,1 1-1,-1-1 0,1 1 0,-1 0 1,1 0-1,-1-1 0,1 1 0,-1 0 1,1 0-1,-1 0 0,1-1 0,-1 1 1,1 0-1,-1 0 0,1 0 0,0 0 1,6-4 71,-1 1-99,1 0-1,-1 0 1,1 0-1,0 1 1,0 0-1,0 0 0,0 1 1,0 0-1,0 0 1,0 1-1,0 0 1,0 0-1,0 0 1,1 1-1,10 3 1,-13-3-3,0 1 0,-1-1 0,1 1 0,-1 1 0,1-1 0,-1 0 0,0 1 0,0 0 0,0 0 0,0 0 0,-1 1 0,1-1 0,-1 1 0,0 0 0,0 0 1,0 0-1,0 0 0,-1 0 0,1 1 0,-1-1 0,-1 1 0,4 9 0,-5-7 5,0-1 0,0 1 0,-1 0 0,0-1 0,0 1 0,-1 0 0,0-1 0,-4 10 0,0 4 27,2-10-6,0-1 0,-1-1 0,0 1-1,0-1 1,-13 15 0,4-5 70,-7 0 52,19-17-141,1 0-1,-1 0 1,0 1-1,0-1 1,1 0-1,-1 1 1,1-1-1,-1 1 1,1-1-1,-1 1 1,1 0-1,0 0 1,0-1-1,0 1 1,0 0-1,0 0 1,-1 3-1,3-4 2,-1 0 0,1 0-1,0 0 1,-1-1 0,1 1 0,0 0 0,-1 0-1,1-1 1,0 1 0,0 0 0,0-1-1,0 1 1,0-1 0,0 1 0,-1-1-1,1 1 1,0-1 0,0 0 0,0 1-1,0-1 1,1 0 0,-1 0 0,0 0-1,0 0 1,0 0 0,0 0 0,0 0 0,2-1-1,46 0 219,-32 0-145,114-5-297,-65-8-3372,-47 13 1999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7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19 556,'0'-1'88,"0"0"0,1 0 0,-1 0 0,1 0 0,-1 0 0,1 1 0,-1-1 0,1 0 0,-1 0 0,1 0 0,0 0 0,-1 1 0,1-1 0,0 0 0,0 0-1,0 1 1,0-1 0,0 1 0,0-1 0,-1 1 0,1-1 0,0 1 0,0 0 0,0-1 0,1 1 0,-1 0 0,0 0 0,0 0 0,0 0 0,0-1 0,0 2 0,0-1 0,0 0 0,0 0 0,0 0 0,0 0 0,2 1 0,-2-1-83,1 0 1,-1 1-1,0-1 1,1 0-1,-1 0 1,1 1-1,-1-1 1,0 1-1,1-1 1,-1 1-1,0 0 1,1 0-1,-1-1 1,0 1-1,0 0 1,0 0-1,0 0 1,0 0-1,0 0 1,0 0-1,0 1 1,0-1-1,-1 0 1,1 0-1,0 1 1,-1-1-1,1 0 1,-1 1-1,1-1 1,-1 2-1,1 0 8,-1 1 0,0-1 0,0 0-1,0 0 1,-1 1 0,1-1 0,-1 0 0,0 0 0,0 0 0,0 0 0,0 0-1,0 0 1,-1 0 0,1 0 0,-1 0 0,0 0 0,0-1 0,0 1-1,0-1 1,0 1 0,-4 2 0,5-4-13,-6 7 3,1 1-1,0 1 0,0-1 0,-5 13 1,11-21-4,0 0 0,0 1 0,0-1 0,0 0 0,0 1 1,0-1-1,0 0 0,0 1 0,0-1 0,1 0 0,-1 1 0,1-1 1,-1 0-1,1 0 0,-1 0 0,1 1 0,0-1 0,-1 0 0,1 0 1,0 0-1,2 2 0,25 21-16,-12-15 13,-1 0-1,0 1 0,0 0 0,14 15 0,-27-23 10,0 0 0,1 1 0,-1-1 0,0 1 0,0 0 0,-1 0 0,1-1 0,-1 1 0,1 0 0,-1 1 1,0-1-1,1 5 0,-2-6 6,0 1 0,0-1 0,0 0 0,0 0 0,-1 0 1,1 0-1,-1 0 0,1 0 0,-1 0 0,0 0 0,0 0 0,0 0 1,0 0-1,0 0 0,0-1 0,0 1 0,-1 0 0,1-1 1,-1 1-1,1-1 0,-4 3 0,-2 1 24,0 0 1,-1-1-1,0 0 0,0 0 1,0-1-1,0 0 0,0 0 0,-1-1 1,-9 1-1,15-2-39,-1 0 0,1 0-1,-1-1 1,1 1 0,-1-1-1,1 0 1,-1 0 0,1-1 0,-1 1-1,1-1 1,-1 1 0,1-1 0,-1 0-1,1 0 1,0-1 0,-1 1 0,1-1-1,0 0 1,0 1 0,0-1-1,0-1 1,1 1 0,-1 0 0,0-1-1,-2-3 1,4 4-86,1-1-1,-1 1 1,1 0 0,0 0-1,0 0 1,0 0 0,0 0-1,0 0 1,1 0-1,-1-1 1,1 1 0,-1 0-1,1 0 1,0 0 0,0 0-1,1-3 1,2-4-893,4-6-575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7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11 300,'0'0'79,"1"0"-1,-1 0 1,0-1 0,0 1-1,0 0 1,0-1 0,0 1-1,0 0 1,0 0 0,0-1-1,0 1 1,0 0 0,0-1-1,0 1 1,0 0 0,0-1-1,0 1 1,0 0 0,0 0 0,0-1-1,0 1 1,0 0 0,-1-1-1,1 1 1,0 0 0,0 0-1,0-1 1,0 1 0,-1 0-1,1 0 1,0-1 0,0 1-1,-1 0 1,1 0 0,0 0-1,0 0 1,-1-1 0,1 1-1,0 0 1,0 0 0,-1 0-1,1 0 1,0 0 0,-1 0-1,1 0 1,0 0 0,-1 0-1,1 0 1,0 0 0,0 0-1,-1 0 1,0 0 0,0 0 1040,-10 27-371,-13 22-288,20-43-440,0 1 1,0 0-1,1 0 1,0 0-1,0 1 1,1-1-1,0 1 1,0-1 0,0 1-1,0 14 1,2-6-33,-1-8 31,1 0 0,0 0 0,1 1 0,0-1 0,0 0 0,3 9 0,-3-15-18,0 0-1,-1 0 1,2 0-1,-1 0 1,0-1 0,0 1-1,0 0 1,1-1 0,-1 1-1,1 0 1,-1-1 0,1 0-1,0 1 1,-1-1 0,1 0-1,0 0 1,0 0 0,0 0-1,0 0 1,0-1-1,0 1 1,0 0 0,0-1-1,0 0 1,0 1 0,1-1-1,-1 0 1,0 0 0,2 0-1,2-1-5,-1 1 0,0-1 0,1 0 0,-1-1 0,0 1 0,1-1 0,-1 0 0,0 0 0,0 0 0,-1-1 0,1 0 0,0 0 0,4-5 0,51-51 40,-55 54-28,1 0 3,-10 15 289,0 0 0,0 0 1,1 0-1,0 0 0,1 0 1,-1 14-1,-8 29 61,9-46-435,1 0 1,0 0-1,1 1 1,0-1-1,1 11 1,-1-16-241,0 0-1,0-1 1,1 1-1,-1 0 1,0-1 0,1 1-1,-1-1 1,1 1 0,-1-1-1,1 1 1,0-1 0,-1 1-1,1-1 1,2 3-1,-2 0-2042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8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23 184,'0'-22'5119,"0"23"-5014,-10 21 74,4 7-105,4-26-57,1 0 0,0 0 1,1 0-1,-1-1 0,0 1 0,1 0 0,0 0 0,-1 0 0,1 0 0,1 0 0,-1 0 0,0 0 0,1 3 0,5 11 73,-3-7-49,1 1 0,0-1 0,1 0 0,0 0-1,7 10 1,43 75 149,-54-93-179,-1-1 0,1 1-1,0-1 1,-1 1 0,1-1-1,-1 1 1,0-1 0,1 1-1,-1 0 1,0-1 0,0 1 0,0 0-1,0-1 1,0 1 0,-1 0-1,1-1 1,0 1 0,-1-1-1,1 1 1,-1-1 0,0 1-1,1-1 1,-1 1 0,0-1-1,0 1 1,0-1 0,0 0 0,0 1-1,0-1 1,-2 1 0,2 0-31,-1-1 0,0 1 0,1-1 0,-1 0 0,0 1 1,0-1-1,0 0 0,0 0 0,0 0 0,0-1 0,0 1 0,-1 0 1,1-1-1,0 1 0,0-1 0,0 0 0,-1 0 0,1 0 1,0 0-1,-4-1 0,-48-18-3406,43 13 1784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8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64 220,'6'-5'322,"0"-1"1,0 1-1,0 0 1,1 1-1,-1 0 0,1 0 1,1 0-1,-1 1 1,0 0-1,1 0 1,-1 1-1,11-2 0,5-1-277,1 2-1,-1 1 0,25 1 0,7 7-2098,-46-1 664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8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1372,'-33'27'5812,"-7"22"-4538,34-41-1284,0 0-1,1 1 1,0 0-1,0 0 0,1 0 1,0 1-1,1-1 1,0 1-1,0 0 1,1 0-1,-1 12 0,0 7 36,3-25-22,-1 0 0,1 0 0,-1 0 0,1 0 0,1 0 0,-1 0 0,0 0 0,2 6 0,1 4-4,-3-11-4,0-1 0,0 0 0,0 0 0,1 0-1,-1 0 1,0 1 0,1-1 0,0 0 0,-1 0 0,1 0 0,0 0 0,0 0-1,0 0 1,0 0 0,1-1 0,-1 1 0,0 0 0,1-1 0,-1 1-1,1-1 1,0 1 0,-1-1 0,1 0 0,0 1 0,0-1 0,0 0-1,0 0 1,0-1 0,4 2 0,0-1-92,0 0 0,0-1 0,1 0 0,-1 0 0,0-1 0,0 1 0,0-1 0,0-1 0,0 1 0,0-1 0,0 0 0,0-1 0,-1 1 0,9-6 0,-11 6 61,1 0 1,0-1-1,-1 1 1,0-1 0,1 0-1,-1 0 1,-1-1-1,1 1 1,0 0-1,-1-1 1,1 0 0,-1 1-1,0-1 1,-1 0-1,1 0 1,-1 0-1,1-1 1,-1 1 0,0 0-1,-1 0 1,1-8-1,-1 10 36,-1 0 0,1 0 0,-1 1 0,1-1 0,-1 0 0,0 0-1,0 1 1,0-1 0,0 1 0,0-1 0,-1 1 0,1-1 0,0 1 0,-1 0-1,1-1 1,-1 1 0,1 0 0,-4-1 0,5 1 2,-1 0 0,0 1-1,0-1 1,0 1 0,0-1 0,0 1-1,0 0 1,0-1 0,0 1 0,1 0 0,-1-1-1,-1 1 1,1 0 0,0 0 0,0 0-1,0 0 1,0 0 0,0 0 0,0 0-1,0 0 1,0 1 0,0-1 0,0 0 0,0 1-1,0-1 1,1 0 0,-1 1 0,0-1-1,0 1 1,0 0 0,0-1 0,0 1-1,1 0 1,-1-1 0,0 1 0,0 1 0,-28 60 89,29-60-232,-1 1 1,0-1-1,1 0 1,-1 1-1,1-1 0,0 1 1,0-1-1,0 1 1,0-1-1,0 0 1,1 1-1,-1-1 1,1 1-1,-1-1 0,1 0 1,0 1-1,0-1 1,0 0-1,0 0 1,1 0-1,-1 0 0,0 0 1,4 4-1,3-1-1549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40 984,'-7'-5'3087,"17"5"-3066,1-1-1,0 0 1,-1 0-1,1-1 1,-1 0-1,17-7 1,-13 4-9,-10 3-13,0 0 1,1 0 0,-1 0-1,1 1 1,-1 0 0,1 0-1,0 0 1,-1 0-1,1 1 1,0 0 0,0 0-1,-1 0 1,9 1 0,-12 0 18,0-1 0,0 0 0,-1 1 0,1-1 0,0 1 0,0-1 0,-1 1 0,1-1 0,0 1 0,-1-1 0,1 1 0,0 0 0,-1-1 0,1 1 0,-1 0 0,1 0 0,-1-1 1,1 1-1,-1 0 0,0 0 0,1 0 0,-1 0 0,0-1 0,0 1 0,0 1 0,-2 31 415,-19 34 328,21-67-753,-49 157 787,41-136-769,7-19-29,-1 1 0,1-1-1,0 1 1,0-1 0,0 1 0,1 0-1,-1 0 1,1-1 0,-1 1 0,1 3 0,-7 16-324,5-17-2753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7:29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64 460,'43'-3'5394,"111"-15"-4641,-88 10-779,35-6-897,-34-1-2495,-48 10 1478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9:11.3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12 112,'0'5'688,"0"-10"-620,0-1-88,9 6-52,-9-5-588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9:51.3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246 64 492,'-4'-4'331,"-31"-33"1510,33 34-1732,0 1 0,0 0 0,0 0 0,-1 0 0,1 0 0,-1 1 0,1-1 0,-1 1 0,0-1 0,0 1 0,-5-2 0,7 4-85,0-1 0,0 1 0,0-1 0,0 1 1,0-1-1,0 1 0,0-1 0,0 1 0,0 0 1,0 0-1,1-1 0,-1 1 0,0 0 0,0 0 1,1 0-1,-1 0 0,1 0 0,-1 0 0,1 0 1,-1 0-1,0 2 0,-12 33 123,5-15-43,-4 11 13,2 1-1,-8 40 1,2-8 32,6-19-80,3 1-1,1 0 0,1 51 0,-3 23-22,3-33-25,6 94 0,1-56 5,-19 202-10,7-114-7,2-7 1,4-137 20,4 0-1,3 1 1,19 111 0,-6-58 130,-1-20-84,-6-55-58,3 88 0,-10-101-8,10 59 1,-6-58 0,2 59 0,-5-52 39,1 0-1,20 78 1,0 6 256,-15-69-228,4 1 1,32 94-1,-33-126-35,2 0 1,30 47-1,0 0 28,-12-14-44,2-1 1,3-2-1,2-1 1,78 85-1,-22-41 23,54 52 45,-14-21-133,-69-77 34,81 50 0,15 10 16,89 63-6,4-14 186,101 94-126,-242-181 31,-53-37-88,70 61-36,19 25 73,-95-77 17,-35-30-51,40 28 0,83 68-135,-110-87 98,69 61-51,-55-41 57,29 27-6,-39-46 15,-15-11 29,39 39 1,72 75 15,-89-85-52,-20-23-5,30 41-1,-40-48 42,0-1 0,1-1 0,1 0 0,21 15 0,-16-13 13,31 32-1,-14-11 148,2-1 0,61 42 0,-94-74-187,105 100 388,66 15 27,-171-116-400,-1 1-1,0-1 1,-1 1 0,1 0 0,-1 0 0,0 1 0,0 0-1,-1-1 1,8 14 0,-8-12 1,0-1 0,1 1 0,0-1 0,12 12 0,-10-11 2,1 0-1,-1 1 0,-1 0 0,1 0 0,-1 0 0,-1 1 0,0 0 0,0 0 0,6 17 0,-8-20-19,-1 0 14,1 0 0,0 0 0,0-1 0,0 0 0,7 8 0,16 25 79,21 14-60,-41-47-22,-1 1 0,0-1 0,0 1 0,-1 0 0,1 1 0,-1-1 0,0 1 0,-1-1 0,0 1 0,0 0 0,0 1 1,-1-1-1,0 0 0,1 11 0,-1-9 3,0 1 1,1-1 0,0 0-1,1 0 1,0 0 0,7 12-1,26 53 8,10 12-28,-44-81 13,0 1 1,0 0-1,-1 0 1,0 0 0,0 1-1,-1-1 1,1 0-1,-1 1 1,0 6 0,6 29 18,-2 3 4,2 4-18,65 119-68,-70-161 74,-1 0 0,0 0 0,0 0 0,0-1 0,-1 1-1,0 0 1,-2 10 0,2-11-4,-1-1-1,1 1 1,0 0 0,0 0-1,0-1 1,1 1 0,0 0-1,0 0 1,3 5 0,14 51 17,-13-49-18,-1-1-1,0 1 1,-1 0 0,-1 0 0,0 0 0,-1 0 0,0 0-1,-1 0 1,-1 1 0,0-1 0,0 0 0,-5 17 0,3-16 9,1 1 0,1 0 0,0 0 0,1 0 0,3 22 0,-1 10 35,-2-29-34,1-4-10,-1 0 0,-1 0-1,0-1 1,-6 25 0,-11 41 7,15-66-8,0 1 1,1 0 0,0 25 0,2-26-6,-1 1 0,0 0 0,-6 23 0,-2 53-2,-10 62-26,13-114 51,2-1 0,1 1 0,4 53 1,0-32-25,-10 90 12,9-119 4,1-9-8,-1 0-1,-2 1 1,-5 36-1,-3 17 2,9-70-4,1 0 0,-1 1 1,1-1-1,0 0 0,0 1 0,1-1 0,-1 1 1,1-1-1,1 0 0,1 7 0,20 49-35,-20-57 33,0 0 0,0 0 0,0 0 0,1-1 0,-1 1 0,1-1 0,0 0 0,0 0 1,0 0-1,0 0 0,1-1 0,-1 0 0,8 3 0,68 22 40,-55-22-41,1-1 0,-1-1 0,1-1 1,31-2-1,37 3-21,-52 1 11,38 4 4,1-3 0,106-7 0,39 0 15,-122 4-4,327 3-260,-403-7 254,1 0 1,40-10-1,-43 6-33,0 2 1,40-2-1,-36 4-131,-1-1 0,0-1 0,0-2 0,51-17 0,-47 12-179,-2 2 109,-1-2 1,48-24-1,-38 15 249,21-13-5,-38 14-7,-1-1-1,-1 0 1,-1-2 0,0 0-1,24-39 1,-19 23 8,-1 0 0,-3-1-1,-1-1 1,-2-1 0,24-80 0,5-15-7,-37 103-4,24-58 1,-1 8-2,8-24 11,-26 72-1,-1-1-1,-2 1 1,-2-2-1,7-40 1,33-239-85,-41 260 82,-2 17 2,4-77-1,-14 65-13,-2 0-1,-2 0 0,-18-61 1,16 71 0,-28-62 12,32 88-3,0 2-1,-1-1 0,0 1 1,-1-1-1,0 2 1,-1-1-1,-15-17 0,-23-38-10,16 19 20,19 33-3,1-1 0,-12-27 1,18 36-9,0 0 0,-1 0 0,0 0 1,0 0-1,-8-8 0,-9-13-12,2 4 16,-1 1 1,-1 1-1,-1 0 1,-41-29-1,-45-37 12,-74-56-31,147 120 10,0 2 0,-2 1-1,-57-24 1,23 17 8,-398-141-116,213 105 42,-97-28-195,56-1 232,242 77-5,2-2-1,1-3 1,0-2-1,-86-53 1,-5-9-309,-22-13 301,159 93 51,0 1-1,0-2 1,0 1 0,1-1-1,0 0 1,0 0-1,0-1 1,1 0 0,0 0-1,-6-14 1,-1-8 1,-14-55-1,5 12 19,10 36-17,2 1 1,1-1 0,-3-48-1,4 27-8,3 4-11,4-106-1,3 63 5,6-98-50,10 10 54,0 53-15,-18 109 24,1 0 0,2 1 0,6-25 0,2-11-14,23-75-32,-31 107 42,6-25 3,5-103 0,4-73 7,-19 197 6,1 7-10,-1-1 1,-2 1-1,-5-31 0,5 39-12,0 0 0,2-1 0,-1 1 0,4-27 0,-1 25 1,-1 0 1,-1 0-1,-4-29 0,-21-139-33,-3 38 28,-22-18 77,45 146-71,-1-2-4,1 0-1,1-1 1,-2-42 0,5 57 11,0 0 1,-1 0-1,1 0 0,-1 0 0,-1 0 0,1 1 1,-5-10-1,3 10-5,1 0 0,1-1 0,0 0 0,-1 1 0,2-1 0,-1 0 0,0-9 0,-17-57 32,14 43 67,3 26-102,1 0 0,0 1 1,0-1-1,0 0 0,1 0 0,0 0 0,-1 0 1,1 0-1,1 0 0,-1 0 0,0 0 0,1 0 0,1-6 1,3-5-19,-5 12 19,1 0-1,0 0 1,0 0 0,0 1 0,0-1 0,0 0 0,0 0 0,1 1 0,2-4 0,19-18-106,-18 18 120,0 1 0,0-1 0,1 1 0,0 0 0,9-7 0,52-21-42,-35 23 32,0 1 1,0 2-1,60-6 0,103 5-16,182-8-53,-297 14 49,71 3-10,-26 7 58,209-14 0,-142 7-33,-84 2-12,19 0-4,112-5 26,-102 1-268,-95 3 170,81-8-1,-58-4 48,-4 0-155,95-3 0,-151 13 205,-1 0-1,1-1 1,-1 1-1,0-1 0,0 0 1,1 0-1,-1-1 1,0 1-1,0-1 1,0 0-1,0 0 1,-1 0-1,1 0 1,0-1-1,-1 0 1,0 1-1,1-1 1,-1-1-1,-1 1 1,1 0-1,0-1 1,4-6-1,14-17-36,-12 14 45,-1 0-1,0 0 0,-1-1 0,8-22 0,-5 14-13,-6 8 3,0 0-1,0-1 1,-1 0 0,-1 0-1,0 0 1,-1-16-1,5-40 27,1 42-158,19-52 0,-16 53-30,13-55-1,-18 55 143,1 0 23,-2-1-1,1-40 1,4-8 8,10-57-6,-9 40-38,-1 32 70,10-29-25,-18 83-14,0-1-1,1 1 1,0 0 0,0-1-1,1 1 1,7-14 0,8-27-23,-11 2 22,-1 0 0,-3-1 1,-2-48-1,-1 91 3,9-104 1,-18 12 4,7 83-4,0 0 0,-2 0 0,1 1 0,-2-1 0,0 1 0,0 0 0,-1 0 1,-1 1-1,0 0 0,0 0 0,-15-16 0,12 17 0,0 1 1,0 0-1,-1 0 0,0 1 0,-1 1 1,-19-11-1,-5-5-11,11 9 3,0 0 1,-1 2 0,-1 1-1,0 1 1,0 1 0,-46-10-1,-179-21 25,171 30-6,-37-8-16,-92-10-2,16 12-3,-221-8 40,343 26-30,-175-6 12,-255-18 48,104 7-156,-397-46 113,473 45-11,-70-8-4,138 1-12,153 17-1,-85 8 37,81 2-30,-373 13 3,36-31 13,362 12-15,-113 10 1,-8 3-21,-112 13 54,277-16-59,0 1 0,-50 18 0,75-20 36,0-1-1,0 2 1,1-1 0,0 2-1,0-1 1,0 1-1,-9 11 1,8-8-12,-1 0-1,0-1 1,-22 14 0,-17 7 13,32-18 5,-1-2 0,-39 18 1,-6 2-35,64-31 20,0 0 0,1 0-1,-1 1 1,1-1-1,-1 1 1,0-1 0,1 0-1,-1 1 1,1-1 0,-1 1-1,1-1 1,-1 1-1,1-1 1,0 1 0,-1-1-1,1 1 1,-1 0-1,1-1 1,0 1 0,0-1-1,-1 1 1,1 0-1,0-1 1,0 1 0,0 0-1,0 0 1,0-1 0,0 1-1,0 0 1,0 0-1,-66 24-2692,47-24 1306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9:52.7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279 91 236,'-55'-84'2169,"53"83"-2160,0 0 0,1 0 1,-1 1-1,0-1 0,0 0 0,0 1 0,0-1 1,0 1-1,0 0 0,0 0 0,0 0 0,0 0 1,0 0-1,0 0 0,0 0 0,0 1 1,0-1-1,1 1 0,-1-1 0,0 1 0,0 0 1,0 0-1,-2 1 0,-42 23 20,42-22-26,0 1 0,-1-1 0,1 1 0,1 0 1,-1 0-1,0 0 0,1 0 0,0 0 0,0 1 0,0 0 0,1 0 1,0-1-1,0 1 0,0 1 0,0-1 0,1 0 0,0 0 0,0 1 0,0-1 1,0 10-1,2-9 4,0 1 0,0 0 0,0-1 0,1 1 0,0-1 0,1 0 0,-1 0 1,1 0-1,0 0 0,1 0 0,0 0 0,-1-1 0,2 0 0,-1 1 0,1-2 0,6 7 1,26 22 57,73 71 264,-107-101-276,0 1 0,0-1 0,-1 0 0,0 1 0,1-1 0,-1 1 0,-1 0 0,1 0 0,0-1 0,-1 1 0,0 0 0,2 9 0,-3-11-13,0-1-1,-1 1 1,1 0 0,0-1 0,-1 1-1,1 0 1,-1-1 0,1 1-1,-1 0 1,0-1 0,0 1 0,1-1-1,-1 1 1,0-1 0,-1 0 0,1 1-1,0-1 1,0 0 0,0 0 0,-1 0-1,1 0 1,-1 0 0,1 0 0,-1 0-1,1 0 1,-1-1 0,1 1 0,-1 0-1,0-1 1,1 1 0,-4-1-1,-19 4 104,-1-1 0,1-1 0,-1-1 0,0-1 0,1-1 0,-1-1 0,-45-11 0,47 4-283,23 9 112,-1 0 0,1-1 1,0 1-1,-1 0 0,1 0 0,0-1 1,0 1-1,0-1 0,-1 1 0,1 0 0,0-1 1,0 1-1,0 0 0,0-1 0,0 1 0,0-1 1,0 1-1,0 0 0,0-1 0,0 1 1,0-1-1,0 1 0,0 0 0,0-1 0,0 1 1,0-1-1,0 1 0,0 0 0,1-1 1,-1 0-1,3-2-334,0-1 1,0 1 0,1-1 0,-1 1 0,1 0-1,7-4 1,2-3-407,13-10-934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9:53.1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1 912,'0'0'76,"0"1"0,-1-1 1,1 0-1,0 1 0,0-1 0,-1 1 0,1-1 0,0 0 0,-1 1 1,1-1-1,0 0 0,-1 0 0,1 1 0,0-1 0,-1 0 0,1 0 1,-1 1-1,1-1 0,0 0 0,-1 0 0,1 0 0,-1 0 0,1 0 1,-1 0-1,1 1 0,-1-1 0,1 0 0,-1 0 0,1-1 0,0 1 1,-1 0-1,1 0 0,-1 0 0,1 0 0,-1 0 0,1 0 0,-1-1 1,1 1-1,0 0 0,-1 0 0,1-1 0,0 1 0,-1 0 0,1 0 1,0-1-1,-1 1 0,1 0 0,-1-1 0,-8 105 2108,8-35-1365,-1-27-473,2 0 0,11 78-1,-8-97-393,5 24-514,-7-45 440,-1-1 1,1 1 0,0 0 0,0-1 0,-1 1-1,1 0 1,0-1 0,0 1 0,0-1 0,1 1-1,-1-1 1,0 0 0,1 1 0,-1-1-1,0 0 1,1 0 0,0 0 0,-1 0 0,1 0-1,3 1 1,-4-2-39,0 0-1,1 0 1,-1 0-1,0 0 1,1 0-1,-1 0 0,0-1 1,0 1-1,1 0 1,-1-1-1,0 1 1,0-1-1,1 1 1,-1-1-1,0 0 1,0 1-1,1-2 1,3-1-636,4-2-866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9:53.2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0 168,'-9'54'1883,"7"-47"-1779,0 0 0,0 0 1,1 0-1,0 1 0,0-1 0,1 0 1,-1 1-1,3 12 0,14 29 145,-12-40-358,0 0 1,-1 1-1,0-1 1,-1 1-1,2 14 1,-4-19-1432,0-11 864,0-8 321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9:54.0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217 374 700,'-20'-47'1810,"19"45"-1771,-1 0-1,1 0 1,-1 0-1,0 0 1,1 0-1,-1 0 1,0 0-1,0 0 1,0 1-1,0-1 1,0 1-1,-1 0 1,1 0-1,0 0 1,-1 0-1,1 0 1,0 0-1,-1 0 1,1 1-1,-1-1 1,0 1-1,1 0 1,-1 0 0,1 0-1,-1 0 1,1 0-1,-1 1 1,1-1-1,-1 1 1,1-1-1,-1 1 1,1 0-1,-1 0 1,1 0-1,0 0 1,0 0-1,-1 1 1,-2 2-1,-4 2 70,1 0-1,-1 0 0,1 1 1,1 1-1,-1-1 0,1 1 1,0 0-1,-9 15 0,12-14-56,0 0-1,0 1 0,1-1 0,0 1 0,0-1 0,1 1 1,-1 19-1,2-26-48,1 0 0,-1-1 0,1 1 0,0 0 1,0 0-1,0 0 0,1 0 0,-1 0 0,1-1 0,-1 1 0,1 0 1,0 0-1,0-1 0,0 1 0,1-1 0,-1 1 0,0-1 1,1 1-1,0-1 0,-1 0 0,1 0 0,0 0 0,0 0 1,1 0-1,-1 0 0,0 0 0,0-1 0,1 1 0,-1-1 1,1 0-1,0 0 0,-1 0 0,5 2 0,-3-3-4,-1 0-1,1 0 0,-1 0 1,1-1-1,-1 1 0,1-1 1,-1 0-1,1 1 0,-1-2 1,1 1-1,-1 0 1,0-1-1,0 1 0,0-1 1,0 0-1,0 0 0,0 0 1,0-1-1,-1 1 0,1-1 1,-1 1-1,0-1 0,4-5 1,5-7-91,-1-2 1,0 1 0,8-21-1,-14 29 30,2-7-36,0 0-1,-1-1 1,-1 0-1,-1 1 1,0-1-1,1-30 1,-3 11-39,-1 0 0,-7-40 0,-21-35 133,28 108 16,-1-1 0,1 1 1,-1 0-1,0-1 0,0 1 0,0 0 1,0 0-1,0 0 0,0 0 0,-1 0 1,1 0-1,-1 0 0,1 0 1,-1 0-1,-3-2 0,5 4-3,-1 0 1,1 0-1,-1-1 0,1 1 1,0 0-1,-1 0 0,1 0 1,-1 0-1,1 0 0,-1 0 0,1 0 1,-1 0-1,1 0 0,-1 0 1,1 0-1,0 1 0,-1-1 1,1 0-1,-1 0 0,1 0 0,0 0 1,-1 1-1,1-1 0,-1 0 1,1 0-1,0 1 0,-1-1 1,1 1-1,-11 21 295,4 12 62,0 1 0,3-1 0,-2 56 0,7-67-296,0 0-1,1 0 1,1 0-1,1 0 1,1-1-1,11 32 1,-14-49-66,1 1-1,0-1 1,0 1-1,0-1 1,0 0 0,1 0-1,0 0 1,0-1-1,0 1 1,1-1 0,-1 0-1,1 0 1,0-1-1,0 1 1,0-1 0,1 0-1,-1-1 1,11 4-1,-12-5-15,0 0 1,0 0-1,0-1 0,0 1 0,1-1 0,-1 0 0,0 0 0,0-1 0,0 1 0,0-1 0,0 0 0,1 0 1,-1 0-1,-1-1 0,1 0 0,0 1 0,0-1 0,-1-1 0,1 1 0,-1 0 0,1-1 0,-1 0 0,0 1 1,0-1-1,0-1 0,-1 1 0,5-6 0,0 0-36,-1-1 0,1 0 0,-2 1 0,0-2 0,0 1 1,0-1-1,-2 0 0,1 0 0,-1 0 0,-1 0 0,0 0 0,-1-1 0,0 1 0,-1-19 1,0 29 45,0 0 1,0 0-1,0 1 1,0-1-1,0 0 1,0 0 0,0 0-1,-1 0 1,1 0-1,0 0 1,-1 0-1,1 0 1,-1 1 0,1-1-1,-1 0 1,1 0-1,-1 1 1,1-1-1,-1 0 1,0 1 0,1-1-1,-1 0 1,0 1-1,0-1 1,0 1-1,1-1 1,-1 1 0,0 0-1,0-1 1,0 1-1,0 0 1,0-1-1,0 1 1,0 0 0,1 0-1,-1 0 1,0 0-1,0 0 1,0 0-1,0 0 1,0 0 0,0 1-1,0-1 1,0 0-1,0 0 1,0 1-1,-1 0 1,-3 0 9,1 1 0,-1-1 0,1 1 0,-1 0 0,1 1 0,0-1 0,-6 5 0,3 1 44,1-1 0,0 1 0,0 0 0,1 1 0,0-1 0,1 1 0,0 0 0,0 0 0,1 1 0,0-1 0,0 1 0,1-1 1,1 1-1,0 0 0,0 0 0,1 0 0,0 0 0,0-1 0,1 1 0,3 11 0,-4-17-57,1-1 1,-1 0-1,1 1 0,0-1 1,0 0-1,0 1 0,1-1 1,-1 0-1,1 0 1,0 0-1,0 0 0,0-1 1,0 1-1,0 0 0,1-1 1,-1 0-1,1 1 0,-1-1 1,1 0-1,0 0 0,0 0 1,0-1-1,0 1 1,0-1-1,1 0 0,-1 0 1,0 0-1,0 0 0,1 0 1,-1-1-1,5 1 0,2-2-391,-1 0 0,1 0-1,0-1 1,-1 0 0,0 0-1,0-1 1,0-1 0,0 0 0,17-9-1,2-3-1596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9:54.5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207 13 64,'-17'-10'4656,"39"9"-3508,-14 0-1037,0 1 1,0 0-1,0 0 1,0 0-1,0 1 0,0 1 1,0-1-1,0 1 1,7 3-1,-14-4-108,-1-1 0,1 0 0,-1 1 0,0-1 0,1 1 0,-1-1 0,0 1 0,1-1 0,-1 1 0,0-1 0,0 1 0,0 0 1,1-1-1,-1 1 0,0-1 0,0 1 0,0 0 0,0-1 0,0 1 0,0-1 0,0 1 0,0-1 0,0 1 0,-1 0 0,1-1 0,0 1 0,0-1 0,0 1 0,-1-1 0,1 1 0,0-1 0,-1 1 0,-8 15 45,-7-4 24,4-2-16,0 0-1,0 0 0,1 1 1,-19 25-1,29-34-53,0 1 0,0-1-1,1 0 1,-1 1 0,0-1-1,1 1 1,0-1 0,-1 1 0,1-1-1,0 0 1,0 1 0,1-1-1,-1 1 1,0-1 0,1 1-1,-1-1 1,1 0 0,0 1-1,0-1 1,0 0 0,0 0-1,0 1 1,0-1 0,1 0-1,-1 0 1,1 0 0,2 2 0,7 7 79,0 0 1,0-1 0,18 13 0,-10-9 87,-15-10-106,0-1-1,0 1 0,0 0 0,0 0 0,-1 0 0,1 1 0,-1-1 1,0 1-1,0 0 0,-1 0 0,1 0 0,-1 0 0,3 10 0,-5-13-21,0 1-1,0-1 1,-1 1-1,1-1 1,0 1-1,-1-1 1,0 1-1,1-1 0,-1 0 1,0 1-1,0-1 1,0 0-1,-1 0 1,1 1-1,0-1 1,-1 0-1,0 0 0,1-1 1,-1 1-1,0 0 1,0-1-1,0 1 1,0-1-1,0 1 0,0-1 1,0 0-1,-1 0 1,1 0-1,0 0 1,-1 0-1,-3 0 1,-18 8 144,0-1 1,-1-1-1,0-2 1,-26 3-1,41-7-499,0 0 0,-1-1 0,1-1 0,0 0-1,-17-4 1,22 4-259,0-1-1,0 0 1,-1 0 0,2 0-1,-1-1 1,0 1-1,0-1 1,1 0-1,0-1 1,0 1-1,-7-7 1,10 5-1672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37.3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9 142 488,'-8'5'2471,"15"-3"-2215,5-3 123,0-4-287,-10 5-82,0 0 1,-1 0-1,1-1 1,0 1-1,-1-1 1,1 1-1,-1-1 1,1 0-1,-1 1 1,1-1-1,-1 0 1,1 0-1,-1 0 1,0 0-1,1 0 1,-1-1-1,0 1 1,0 0-1,0 0 1,0-1-1,0 1 1,1-2-1,24-26 326,-23 25-323,1-1-1,-1 1 1,1 0-1,0 0 1,-1 0 0,2 0-1,4-3 1,5-4 27,4-13 168,0 2 404,-23 35-316,0-1-1,1 1 0,0 0 0,1 0 0,1 0 1,0 1-1,0 15 0,-7 94 547,-1-45-667,18-73-277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37.5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16 828,'-26'1'4083,"27"3"-2779,11-1-1000,11 0-328,12-5-59,57-9 0,-58 5-2092,56-1 0,-79 7 408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38.7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42 560,'0'0'2090,"-19"-20"864,21 18-2937,0 1-1,0-1 1,0 0 0,0 1 0,0 0 0,0-1-1,0 1 1,0 0 0,1 0 0,-1 1-1,3-2 1,-1 1-19,0 0 0,-1 0 1,1 0-1,0 0 0,0 1 0,0-1 0,0 1 0,0 0 0,0 0 0,0 1 1,0-1-1,-1 1 0,1 0 0,0 0 0,0 0 0,0 0 0,-1 1 0,1 0 1,-1-1-1,1 1 0,-1 0 0,0 1 0,0-1 0,0 1 0,0-1 0,0 1 1,0 0-1,-1 0 0,1 0 0,-1 1 0,0-1 0,0 0 0,0 1 0,-1-1 0,1 1 1,-1 0-1,1 3 0,-2 1 8,-1-1-1,0 0 1,0 0 0,-1 0-1,0 0 1,0 0 0,-1 0-1,0 0 1,0-1 0,-5 9 0,-67 74 262,68-82-250,3-3-5,0 0 0,0 0 0,1 0 0,-1 1 0,1-1 0,0 1 0,-3 6 0,7-11-13,-1 1-1,1-1 1,-1 1 0,1-1-1,0 1 1,-1-1-1,1 1 1,-1-1-1,1 0 1,0 1 0,-1-1-1,1 0 1,0 0-1,0 1 1,-1-1-1,1 0 1,0 0 0,0 0-1,-1 0 1,1 0-1,0 0 1,-1 0-1,1 0 1,0 0 0,0 0-1,-1-1 1,2 1-1,25-5-4,-25 5 6,145-16-697,-82 10-2786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0.4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85 4 744,'-8'0'5039,"30"-2"-5085,-18 2 56,1-1 1,-1 1-1,0 0 0,1 0 1,-1 0-1,0 0 1,8 2-1,0 1 3,18 8 3,-29-11-17,0 1 0,0 0 0,0-1 0,0 1 0,0 0 0,0 0 0,-1-1 0,1 1 1,0 0-1,0 0 0,-1 0 0,1 0 0,-1 0 0,1 0 0,-1 0 0,1 0 0,-1 0 0,0 1 0,1-1 0,-1 0 0,0 0 0,0 0 0,0 2 0,0 0 1,-1 1 1,0-1-1,1 0 1,-2 0-1,1 0 1,0 0-1,0 0 1,-1 0-1,0 0 1,0 0-1,1-1 1,-6 5-1,-33 35 42,19-21-64,20-21 20,1 0 0,-1 0 0,1 0 0,0 0-1,0 0 1,-1 1 0,1-1 0,0 0 0,-1 0 0,1 1 0,0-1 0,0 0 0,-1 0 0,1 1 0,0-1-1,0 0 1,0 0 0,-1 1 0,1-1 0,0 0 0,0 1 0,0-1 0,0 0 0,0 1 0,0-1 0,0 1 0,0-1-1,-1 0 1,1 1 0,1-1 0,-1 0 0,0 1 0,0-1 0,0 0 0,0 1 0,0-1 0,0 0 0,0 1-1,0-1 1,0 0 0,1 1 0,-1-1 0,0 0 0,0 1 0,0-1 0,1 1 0,23 0-65,-18-1 84,-1 0-18,0 1 1,0-1 0,-1 1-1,1-1 1,0 1-1,0 1 1,-1-1-1,1 1 1,0 0-1,-1 0 1,0 0 0,1 0-1,-1 1 1,0 0-1,0 0 1,-1 0-1,4 4 1,-5-5 0,-1 0 0,1 0 0,-1 0-1,0 0 1,0 0 0,0 1 0,0-1 0,0 1 0,0-1 0,-1 1 0,1-1 0,-1 1-1,0-1 1,0 1 0,0-1 0,0 1 0,0-1 0,0 1 0,-1-1 0,1 1-1,-1-1 1,0 1 0,1-1 0,-1 0 0,0 1 0,-1-1 0,1 0 0,0 0-1,-1 0 1,1 1 0,-1-2 0,1 1 0,-5 3 0,-2 3 44,0-1 1,-1-1 0,0 1-1,0-2 1,-1 1 0,1-1-1,-1-1 1,0 0 0,-1 0-1,1-1 1,0 0-1,-1-1 1,0 0 0,0 0-1,-12-1 1,-12-12-54,23 4-540,20 4-684,3-2-2530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1.2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50 7 1780,'-14'-6'3869,"10"12"-1661,-6 15-1878,7-15-304,-1 1-1,2-1 1,-1 1-1,1 0 1,0 0-1,0 0 0,1 0 1,-1 0-1,2 0 1,-1 0-1,1 1 1,0-1-1,3 14 0,-3 5-42,0-24 6,0-1 0,0 1-1,0-1 1,0 1 0,0-1 0,0 1-1,1-1 1,-1 1 0,0-1 0,1 1 0,-1-1-1,1 0 1,0 1 0,-1-1 0,1 0-1,0 1 1,0-1 0,0 0 0,0 0-1,0 0 1,0 0 0,0 0 0,0 0-1,0 0 1,0 0 0,2 1 0,0-1-45,0-1 0,0 1 0,0-1 0,0 1 0,0-1 0,0 0 0,0 0 0,0 0 0,0 0 0,-1-1 0,1 1 0,5-3 0,8-2-194,1-1 0,-1-1 0,22-14 0,-36 20 265,14-9-176,-6 5 525,-8 31 515,-20 83 719,12-80-1436,1-5-1290,6-7-2565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2.1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 19 476,'6'-13'3131,"-3"7"-568,-11 10-1992,5 0-567,1 0 0,-1 0 1,1 0-1,0 1 1,0 0-1,0-1 1,0 1-1,1 0 0,0 0 1,0 0-1,0-1 1,1 1-1,-1 0 0,1 0 1,1 9-1,5 0-12,-4-8 3,1-1 1,-1 0 0,1 0 0,-1 0 0,2 0-1,-1 0 1,0-1 0,1 1 0,0-1-1,0 0 1,5 4 0,44 47-18,-49-51 41,-1 0-1,0 0 0,0 0 1,0 1-1,0 0 0,-1-1 0,0 1 1,0 0-1,0 0 0,-1 0 1,2 9-1,-3-11 18,-1 0 1,1 0-1,-1 0 1,0 0-1,0-1 0,0 1 1,0 0-1,0-1 1,-1 1-1,1-1 1,-1 1-1,1-1 0,-1 0 1,0 1-1,0-1 1,0 0-1,0 0 1,-1-1-1,1 1 0,-1 0 1,1-1-1,-1 1 1,1-1-1,-1 0 0,0 0 1,-2 1-1,-2 0-246,1 0-1,-1 0 0,0 0 0,1-1 1,-1 0-1,0 0 0,0-1 0,0 0 1,-13-1-1,4-9-1773,12 6 1247,-5-2-1188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2.3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85 692,'0'-6'1368,"9"1"-436,1-5-276,-1 4-160,10-4-100,0 4-64,-1-4-88,1 5-84,9-1-100,-9 1-100,0 0-140,0 0-204,-1 5-272,-8-6-548,-1 12-520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2.9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207 1 1372,'0'0'1155,"-20"0"3217,13 5-4168,0 0 1,0 1 0,0 0-1,1 1 1,0 0 0,0-1 0,1 2-1,0-1 1,0 1 0,-4 9 0,-40 94 80,48-108-277,-2 4-10,0 1 0,1-1-1,0 0 1,0 1 0,1-1-1,0 1 1,1-1 0,-1 1-1,1 0 1,1-1 0,2 14-1,-1-14-8,-1-2-48,0-1 0,1 1 1,-1 0-1,1 0 0,0-1 0,5 8 0,-6-11 33,0 0-1,0 0 1,1 0 0,-1 0-1,0 0 1,0-1 0,0 1-1,1 0 1,-1 0-1,0-1 1,1 1 0,-1-1-1,1 0 1,-1 1 0,0-1-1,1 0 1,-1 0-1,1 0 1,-1 0 0,1 0-1,-1 0 1,1 0 0,-1 0-1,1 0 1,-1-1 0,0 1-1,2-1 1,4-2-16,0 0 0,0-1 0,0 1 1,-1-1-1,8-6 0,5-11 175,-19 20-118,1 0 1,-1 1-1,0-1 0,1 0 1,-1 0-1,0 1 1,0-1-1,0 0 1,0 0-1,0 0 0,0 1 1,0-1-1,0 0 1,0 0-1,0 0 1,0 1-1,0-1 0,0 0 1,-1 0-1,1 1 1,0-1-1,-1 0 1,1 1-1,0-1 0,-1 0 1,1 1-1,-2-2 1,1 1-2,0 0 0,-1 1 1,1-1-1,0 0 0,-1 1 0,1-1 1,-1 1-1,0-1 0,1 1 0,-1 0 1,1-1-1,-1 1 0,1 0 0,-1 0 1,0 0-1,1 0 0,-1 1 0,1-1 1,-1 0-1,1 1 0,-1-1 0,0 1 1,1-1-1,0 1 0,-1 0 0,-2 1 1,-40 26-54,39-25 1,-8 7-1130,0 1 0,1 1 0,-18 20 0,25-26 168,-6 13-1457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4.0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39 1024,'0'1'68,"0"0"0,0 0 0,0 0 1,0 0-1,0 0 0,0 0 0,1 0 0,-1 0 0,0 0 0,1 0 1,-1 0-1,1 0 0,-1 0 0,1 0 0,-1 0 0,1 0 0,0-1 1,-1 1-1,1 0 0,0 0 0,0-1 0,0 1 0,-1 0 0,1-1 0,2 2 1,0-1-32,0 0 0,0-1 0,0 1 0,0 0 0,0-1 0,1 0 1,-1 1-1,0-1 0,4-1 0,9-1-281,0-1-1,27-8 1,-36 9 222,0 1-59,1-1-1,-1-1 1,0 1 0,0-1-1,0 0 1,-1-1-1,1 0 1,-1 0 0,0 0-1,9-8 1,-7 5 614,-10 17 431,-3 14-286,-13 144 680,18-162-1381,0 11-523,-1-1-1,0 1 1,-5 28 0,4-24-924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4.7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193 90 732,'-9'-48'2419,"13"33"-2281,-4 14-130,1 1 1,-1 0 0,0-1 0,1 1 0,-1-1 0,0 1 0,1-1 0,-1 1 0,0-1 0,0 1-1,0-1 1,0 0 0,1 1 0,-1-1 0,0 1 0,0-1 0,0 1 0,0-1 0,0 1-1,0-1 1,-1 0 0,1 1 0,0-1 0,0 1 0,0-1 0,0 1 0,-1-1 0,1 1 0,0-1-1,0 1 1,-1-1 0,1 1 0,0-1 0,-1 1 0,1 0 0,-1-1 0,1 1 0,-1 0-1,0-1 1,-3-1 28,1 1 0,-1 0 0,0 0 0,0 0-1,0 1 1,0 0 0,0-1 0,-1 1 0,1 1 0,0-1-1,0 0 1,0 1 0,0 0 0,0 0 0,0 0-1,1 1 1,-1-1 0,0 1 0,1 0 0,-1 0-1,-3 2 1,-9 6-58,1 1-1,0 0 0,-18 18 1,31-27 21,0 0 0,0 0 1,1 1-1,-1-1 1,1 1-1,0-1 0,0 1 1,0-1-1,0 1 0,0 0 1,0 0-1,1-1 1,0 1-1,-1 0 0,1 0 1,0 0-1,0-1 0,0 1 1,1 0-1,-1 0 0,1-1 1,-1 1-1,1 0 1,0 0-1,0-1 0,0 1 1,1-1-1,-1 1 0,1-1 1,-1 0-1,1 1 1,0-1-1,-1 0 0,1 0 1,0 0-1,1 0 0,-1-1 1,0 1-1,0 0 0,1-1 1,-1 0-1,1 1 1,-1-1-1,1 0 0,0 0 1,4 0-1,77 31 5,-81-31-2,1 0 1,-1 0-1,1 1 1,-1 0-1,1-1 1,-1 1-1,0 0 0,0 1 1,0-1-1,0 0 1,-1 1-1,1 0 1,-1 0-1,3 3 1,-4-5 0,-1 0 1,1 0 0,-1 0-1,1 0 1,-1 0 0,1 0-1,-1 0 1,0 0 0,0 0 0,0 0-1,1 1 1,-1-1 0,0 0-1,0 0 1,-1 0 0,1 0-1,0 0 1,0 0 0,0 0-1,-1 0 1,1 1 0,-1-1-1,1 0 1,-1 0 0,1 0-1,-1-1 1,1 1 0,-1 0-1,0 0 1,0 0 0,1 0 0,-1-1-1,0 1 1,0 0 0,0-1-1,0 1 1,0 0 0,0-1-1,0 1 1,0-1 0,0 0-1,0 1 1,0-1 0,0 0-1,-1 1 1,-4 1 42,-1 0 0,1 0 0,0-1 0,0 1-1,-1-1 1,1-1 0,-1 1 0,1-1 0,0 0 0,-1-1-1,-7 0 1,12 0-29,0 1-1,1-1 1,-1 0-1,0 1 1,1-1-1,-1 0 1,1 0-1,-1 0 0,1 0 1,-1 0-1,1-1 1,0 1-1,-1 0 1,1 0-1,0-1 1,0 1-1,-2-3 1,2 1-9,1 0 0,-1 0 1,0 0-1,0 1 1,1-1-1,0 0 0,0 0 1,0 0-1,0 0 1,0 0-1,0 0 0,1 0 1,-1 0-1,2-3 1,1-2-75,0 0 0,0 0 1,1 1-1,0-1 0,0 1 1,1 0-1,-1 0 0,2 1 1,10-11-1,-1 2-798,0 2 0,33-22 1,-20 18-802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5.7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198 43 140,'-10'-31'2685,"10"31"-2676,0-1 0,0 1 0,0-1 0,0 1 0,0-1 0,0 1 0,-1-1 0,1 1 0,0-1 0,0 1 0,0-1 0,-1 1 0,1-1 0,0 1 0,-1 0 0,1-1 0,0 1 1,-1 0-1,1-1 0,-1 1 0,1 0 0,0-1 0,-1 1 0,1 0 0,-1 0 0,1 0 0,-1-1 0,1 1 0,-1 0 0,1 0 0,-1 0 0,0 0 0,-25 1 405,-23 14 189,37-8-538,0 0 0,1 1 0,0 0-1,-10 10 1,17-15-68,1 0 0,0 0 0,0 1 0,1-1 0,-1 1 0,1 0 0,0 0 0,0 0 0,0 0 0,0 0 0,1 0 0,-1 0 0,1 1 0,0-1 0,1 1 0,-1 7 0,1-11-1,0 0-1,-1 0 1,1 0-1,1 0 1,-1 0 0,0 0-1,0 0 1,0 0-1,0 0 1,1-1-1,-1 1 1,0 0 0,1 0-1,-1 0 1,1 0-1,-1 0 1,1 0-1,-1-1 1,1 1 0,0 0-1,0 0 1,-1-1-1,1 1 1,0 0 0,0-1-1,-1 1 1,1-1-1,0 1 1,1 0-1,1-1-5,-1 0 0,1 1-1,-1-1 1,1 0 0,-1 0-1,1 0 1,-1-1 0,1 1 0,-1-1-1,1 1 1,3-2 0,3-1 11,0-1 1,0 0-1,-1-1 1,1 0-1,11-9 1,-20 14-5,3-3 81,0 1 0,-1-1-1,1 1 1,0 0 0,0 0-1,0 0 1,1 0-1,-1 1 1,5-3 0,-7 4-50,-1 0 0,1 0 1,-1 0-1,0 0 0,1 1 0,-1-1 1,1 0-1,-1 0 0,0 0 1,1 0-1,-1 1 0,0-1 0,1 0 1,-1 0-1,0 1 0,1-1 1,-1 0-1,0 1 0,0-1 0,1 0 1,-1 1-1,0-1 0,0 0 1,0 1-1,1-1 0,-1 0 1,0 1-1,0-1 0,0 1 0,3 27 661,16 67 299,-24 0-1385,-10-32-3712,7-48 2206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6.2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11 1580,'2'-11'3356,"1"23"-1296,0 2-1777,-1-4-32,0 0 0,-1 0 0,0 1 1,-1-1-1,0 0 0,-2 17 1,0 7-4,-3 8-384,0 0-4173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6.5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1 101 304,'10'-42'6961,"-20"63"-5589,10-13-1248,0 2-65,0 0-1,0 1 0,1-1 0,0 1 0,1-1 0,5 16 1,-7-24-82,1-1 0,0 1 0,0-1 1,0 1-1,0-1 0,0 1 1,0-1-1,0 1 0,1-1 1,-1 0-1,0 0 0,1 1 1,-1-1-1,1 0 0,-1 0 0,1-1 1,2 2-1,-1-1-25,0 0 0,1-1 0,-1 0 1,0 0-1,0 0 0,0 0 0,0 0 0,0 0 0,0-1 1,1 0-1,-1 1 0,0-1 0,4-2 0,1-1-70,-1 1-1,1-1 1,-1-1-1,0 1 1,-1-1-1,1 0 1,-1-1-1,0 1 1,0-1-1,9-12 1,-12 14 100,-1 0 1,1 1-1,-1-1 0,1-1 0,-1 1 1,0 0-1,-1 0 0,1-1 1,-1 1-1,0-1 0,0 1 1,0-1-1,-1 0 0,0 1 0,1-1 1,-2 0-1,1 1 0,0-1 1,-1 1-1,-2-7 0,3 9 24,-1 0 1,0 0-1,0 0 0,0 1 0,0-1 1,0 0-1,0 0 0,-1 1 0,1-1 1,-1 1-1,1-1 0,-1 1 0,1 0 0,-1 0 1,0-1-1,0 1 0,1 0 0,-1 0 1,0 1-1,0-1 0,0 0 0,0 1 1,0-1-1,0 1 0,0 0 0,0-1 0,0 1 1,-1 0-1,1 0 0,0 0 0,0 1 1,0-1-1,0 0 0,0 1 0,0 0 1,0-1-1,0 1 0,0 0 0,1 0 0,-3 1 1,-7 3-515,1 0 0,0 1 0,0 0 0,1 1 0,-16 14 0,14-10-1367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7.2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22 340,'10'-10'1956,"2"-1"1209,-11 11-3111,-1 0 0,1 1 1,-1-1-1,0 0 1,1 1-1,-1-1 0,1 0 1,-1 1-1,0-1 0,1 0 1,-1 1-1,0-1 1,1 1-1,-1-1 0,0 0 1,0 1-1,0-1 0,1 1 1,-1-1-1,0 1 1,0-1-1,0 1 0,0-1 1,0 1-1,0-1 1,0 1-1,0-1 0,0 1 1,0 0-1,0-1 0,0 1 1,0-1-1,0 1 1,0-1-1,-1 0 0,1 2 1,9 91 1823,-9-19-2597,0-42-5691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7.4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 1120,'0'0'122,"0"-1"1,1 1-1,-1 0 0,0-1 0,1 1 1,-1 0-1,0 0 0,1-1 0,-1 1 1,0 0-1,1 0 0,-1 0 0,1-1 1,-1 1-1,1 0 0,-1 0 0,0 0 0,1 0 1,-1 0-1,1 0 0,-1 0 0,1 0 1,-1 0-1,0 0 0,1 0 0,-1 0 1,1 0-1,-1 1 0,1-1 0,-1 0 1,0 0-1,1 0 0,-1 1 0,0-1 1,1 0-1,-1 0 0,0 1 0,1-1 1,0 1-1,1 26 1037,-6 11-701,2-31-427,1-1 0,0 1 0,0 0-1,1 0 1,0-1 0,0 1 0,2 8-1,1 3-351,-1-1-1,0 1 0,-2 23 0,-7 23-3852,5-38 2018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7.8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31 0 788,'-10'17'4602,"-8"67"-1187,17-45-3144,0 11-1023,3-18-4222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8.1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25 500,'0'-1'140,"0"0"-1,0 0 1,0 0 0,0 0 0,1 0-1,-1 0 1,0 0 0,1 0 0,-1 0-1,1 0 1,-1 0 0,1 0-1,-1 0 1,1 0 0,0 1 0,0-1-1,-1 0 1,1 0 0,0 1 0,0-1-1,0 0 1,0 1 0,0-1-1,-1 1 1,1-1 0,0 1 0,0 0-1,0-1 1,0 1 0,1 0 0,0 0-1,0-1-72,-1 1-1,1 0 0,0 0 1,-1 0-1,1 0 0,-1 0 1,1 0-1,0 0 1,-1 0-1,1 1 0,-1-1 1,1 1-1,-1-1 0,1 1 1,-1 0-1,1-1 0,-1 1 1,0 0-1,2 1 1,-2 0-39,0-1 1,0 1 0,0 0 0,0-1 0,0 1 0,0 0-1,-1 0 1,1 0 0,-1 0 0,1-1 0,-1 1 0,0 0 0,0 0-1,0 0 1,0 0 0,0 0 0,0 0 0,0 0 0,-1 0-1,1-1 1,-1 1 0,1 0 0,-1 0 0,0 0 0,0-1-1,0 1 1,-2 3 0,-5 7 53,0 0 0,-20 21 0,-1 4 31,2 15-80,27-52-35,0 1-1,0 0 1,-1 0 0,1-1 0,0 1-1,0 0 1,0 0 0,0 0-1,0-1 1,0 1 0,0 0 0,1 0-1,-1-1 1,0 1 0,0 0-1,1-1 1,-1 1 0,0 0 0,1 0-1,-1-1 1,0 1 0,1-1-1,-1 1 1,1 0 0,-1-1 0,1 1-1,-1-1 1,1 1 0,0-1-1,-1 1 1,1-1 0,0 0 0,-1 1-1,1-1 1,0 0 0,-1 1-1,1-1 1,1 0 0,33 9-345,-22-9-195,1-2 0,-1 0-1,1 0 1,-1-1 0,0-1 0,24-9-1,-17 2-1263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8.7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0 1112,'0'0'2942,"0"28"-717,-10 125-1610,10-113-5007,0-34 2378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9.1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38 140,'0'-1'137,"0"-1"0,0 1 1,0-1-1,0 1 0,1 0 0,-1-1 1,0 1-1,1-1 0,-1 1 0,0 0 0,1-1 1,0 1-1,-1 0 0,1-1 0,0 1 1,0 0-1,0 0 0,-1 0 0,1 0 0,1-1 1,-1 2-1,0-1 0,0 0 0,0 0 1,0 0-1,1 0 0,1-1 0,0 2-52,0-1-1,-1 1 1,1-1-1,0 1 1,0 0-1,-1 0 1,1 0-1,0 0 1,-1 1-1,1-1 1,0 1-1,-1-1 0,1 1 1,2 1-1,-2-1-61,0 0-1,-1 1 1,1-1-1,0 1 0,-1-1 1,1 1-1,-1 0 1,0 0-1,0 0 0,1 0 1,-1 0-1,3 5 0,-5-6 2,1 0-1,-1 0 1,1 0-1,-1 1 0,1-1 1,-1 0-1,0 0 1,1 1-1,-1-1 0,0 0 1,0 0-1,0 1 1,0-1-1,0 0 1,0 1-1,0-1 0,-1 0 1,1 0-1,0 1 1,-1-1-1,1 0 0,-1 0 1,1 0-1,-1 1 1,1-1-1,-1 0 0,0 0 1,0 0-1,-1 1 1,-73 99 249,74-99-296,-1 0 1,1 0 0,0 0-1,0 0 1,-1 0-1,2 1 1,-1-1-1,0 0 1,0 1 0,1-1-1,-1 1 1,1-1-1,0 0 1,0 1-1,0-1 1,0 1-1,0-1 1,0 1 0,1-1-1,-1 0 1,1 1-1,1 3 1,1 1-48,1 0 1,0 0-1,1-1 1,0 1-1,8 8 1,-10-12 82,1 1 0,-1-1 0,1 1 0,-1 0 1,-1 0-1,1 1 0,0-1 0,-1 0 1,0 1-1,0-1 0,-1 1 0,1 0 1,1 7-1,-4-9 38,0 0-1,0-1 1,0 1 0,0-1-1,0 0 1,0 1 0,0-1-1,-1 0 1,0 1 0,1-1-1,-1 0 1,0 0 0,0 0-1,0-1 1,0 1 0,0 0-1,0-1 1,-1 1 0,1-1-1,0 0 1,-5 2 0,0 0-203,1 0 0,-1 0 0,0-1 1,0 0-1,0 0 0,0-1 0,-14 1 1,20-1-13,0-1 1,0 0 0,0 0-1,0-1 1,-1 1 0,1 0 0,0 0-1,0-1 1,0 1 0,0 0 0,0-1-1,0 1 1,0-1 0,0 1 0,-1-2-1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9.5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1680,'0'0'2626,"9"10"123,-9 101-987,0-37-4882,-6-61 539,4-10 1944,1 2-1414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9.8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13 1784,'-4'-12'3979,"-1"25"-2205,-4 66-1305,8-63-461,1-10-76,-1 0-1,1 0 0,0 0 0,1 0 0,-1 0 0,1 0 1,0 0-1,1-1 0,2 9 0,0-7-310,-4-6 349,0-1 1,1 1-1,-1-1 0,0 1 1,0-1-1,1 1 1,-1 0-1,0-1 0,1 1 1,-1-1-1,0 0 1,1 1-1,-1-1 0,1 1 1,-1-1-1,1 1 1,-1-1-1,1 0 0,-1 1 1,1-1-1,-1 0 0,1 0 1,0 0-1,-1 1 1,1-1-1,-1 0 0,1 0 1,0 0-1,-1 0 1,1 0-1,-1 0 0,1 0 1,0 0-1,-1 0 1,1 0-1,0 0 0,-1 0 1,1-1-1,-1 1 1,1 0-1,-1 0 0,1-1 1,-1 1-1,1 0 1,0-1-1,-1 1 0,0 0 1,1-1-1,-1 1 1,1-1-1,-1 1 0,1-2 1,33-29-734,-31 28 832,0-1-1,0 1 0,0 0 0,0-1 1,0 1-1,1 1 0,-1-1 0,1 0 1,0 1-1,-1 0 0,1 0 0,1 0 1,-1 0-1,5-1 0,-8 4-11,-1 0 1,1 0-1,-1 0 0,0-1 1,1 1-1,-1 0 0,0 0 1,0 0-1,0 0 0,1 0 1,-1 0-1,0 0 0,0 0 1,0-1-1,-1 1 0,1 0 0,0 0 1,0 0-1,0 0 0,-1 0 1,1 0-1,-1 1 0,-6 25 483,7-26-471,-28 146 644,25-126-1620,3-19 706,0-1 0,0 0 0,0 1 0,0-1 0,0 0 0,-1 0 0,1 1 0,0-1 0,-1 0 0,1 0 0,-1 0 0,1 1 0,-1-1 0,0 0 0,-1 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0.7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1488,'9'0'1288,"-9"5"-344,0 6-184,0-1-96,-9 6-43,9 0-65,0 5-76,0 0-104,0 0-120,0 0-192,-9 0-216,9 1-200,0-7-200,-10 1-192,10 0-189,0-5-191,0-1-324,0 1-360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0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 1476,'1'0'71,"-1"0"-1,1 0 0,-1 0 1,1 0-1,-1-1 1,0 1-1,1 0 0,-1 0 1,1-1-1,-1 1 1,0 0-1,1-1 1,-1 1-1,0-1 0,1 1 1,-1 0-1,0-1 1,1 1-1,-1-1 1,0 1-1,0-1 0,0 1 1,1 0-1,-1-1 1,0 1-1,0-1 0,0 1 1,0-1-1,0 1 1,0-1-1,0 1 1,0-1-1,0 1 0,0-1 1,0 0-1,2 11 1693,98 141-1168,-100-151-630,1 1 1,-1-1-1,0 0 1,1 0-1,-1 0 1,0 1-1,0-1 1,1 0-1,-1 1 1,0-1-1,0 0 1,0 1-1,1-1 1,-1 0-1,0 0 1,0 1-1,0-1 1,0 1-1,0-1 1,0 0-1,0 1 1,0-1-1,0 0 1,0 1-1,0-1 1,0 0-1,0 1 1,0-1-1,0 0 1,0 1-1,0-1 1,0 1-1,0-1 1,-1 0-1,1 1 1,0-1-1,0 0 1,0 0-1,-1 1 1,1-1-1,0 0 1,0 0-1,-1 1 1,1-1-1,-1 0 1,-14-1-2421,11 0 2100,-13 1-1401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1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69 656,'10'-10'1024,"8"-1"-256,-8 6-184,8-6-116,-8 6-104,9 0-96,-1 0-76,10-1-112,-9 1-128,0 5-148,9-5-156,-9 5-180,0 0-324,-10 5-516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6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1540,'3'1'4516,"4"18"-2486,2 30-88,-8-7-337,0-16-934,-1 0-1,-2 0 0,-6 38 0,-1 9-2500,7-50-376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9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37 12,'0'-9'1812,"0"8"-1572,1 0 0,-1 0 0,0 0 0,1 0 0,-1 0 0,0 1 0,0-1 0,0 0 0,0 0 0,0 0 0,0 0 0,0 0 0,0 0 0,0 0 0,-1 0 0,1 0 0,0 0 0,-1 0 0,1 1 0,0-1 0,-1 0 0,1 0 0,-1 0 0,1 1 0,-1-1 0,1 0 0,-1 0 0,0 1 0,0-1 0,1 1 0,-2-2 0,0 2 420,2 27 1102,-5 24-1025,3-40-678,0 0-1,1 0 1,1 0-1,-1 0 1,2 0-1,1 14 1,1-14-69,11 45-20,-14-54-2,1 0 0,0 1 0,0-1 0,0 0 0,0 0 0,0 1 0,0-1 1,1 0-1,-1 0 0,0 0 0,1-1 0,0 1 0,0 0 0,-1 0 0,1-1 0,0 1 0,0-1 0,3 1 0,-4-1 14,0-2 0,0 1-1,1 0 1,-1 0-1,0 0 1,1 0-1,-1-1 1,0 1-1,0-1 1,0 1 0,1-1-1,-1 1 1,0-1-1,0 0 1,0 1-1,0-1 1,0 0-1,0 0 1,0 0-1,0 0 1,-1 0 0,1 0-1,0 0 1,0 0-1,-1 0 1,1 0-1,-1 0 1,1 0-1,-1-1 1,1 1 0,-1 0-1,0 0 1,0-1-1,1-1 1,4-9 8,-5 11-12,0 0 1,0 0-1,0 1 0,0-1 0,0 0 1,0 0-1,-1 0 0,1 0 0,0 0 1,0 1-1,0-1 0,-1 0 0,1 0 0,-1 0 1,1 1-1,0-1 0,-1 0 0,0 0 1,1 1-1,-1-1 0,1 0 0,-1 1 1,0-1-1,1 1 0,-1-1 0,0 1 1,1-1-1,-1 1 0,0 0 0,0-1 1,0 1-1,0 0 0,1-1 0,-1 1 1,0 0-1,0 0 0,0 0 0,0 0 1,0 0-1,1 0 0,-1 0 0,0 0 1,0 0-1,0 0 0,-1 1 0,-2 3-529,0-1-1,1 1 0,-1 0 1,1 0-1,0 0 1,0 0-1,1 1 0,-4 6 1,1-1-1089,-5 6-738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6.4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847 99 208,'-7'-8'69,"-1"1"-1,0-1 1,0 1 0,0 1-1,-1-1 1,0 2 0,0-1-1,-1 1 1,0 0 0,1 1-1,-1 0 1,-1 1 0,-10-3-1,1 3 74,1 1-1,-1 1 1,0 1 0,0 0-1,1 2 1,-28 4-1,19-1-29,-1 1 1,1 1-1,1 2 0,0 1 0,0 0 1,0 2-1,2 2 0,-28 17 0,34-17-79,1 0-1,1 1 1,0 0-1,1 2 0,1 0 1,0 0-1,1 2 1,1 0-1,1 0 1,-17 38-1,12-18-15,2 0-1,1 1 1,2 1-1,2 0 1,-8 68 0,17-87-16,0 0 0,1 1 1,1-1-1,1 0 0,1 0 0,1 0 1,1 0-1,0-1 0,2 1 1,1-2-1,1 1 0,15 26 1,-11-25-4,1-1 0,1 0 0,1-1 0,1-1 1,0-1-1,2 0 0,0-1 0,39 26 0,-40-32 3,1-1 0,0-1 0,0 0 0,1-2 0,0 0 0,1-1 0,-1-1 0,1-1 0,0-1-1,0 0 1,23-2 0,-5-1-15,0-3 0,0-1 0,0-2 0,-1-1 0,0-2 0,0-2 0,-1-2 0,0-1 0,-2-1 0,1-2 0,-2-2 0,43-31 0,-52 32 19,-1-2-1,-1 0 0,-1-2 0,-1 0 1,-1-1-1,-1-2 0,-1 0 0,-1 0 0,-1-2 1,-1 0-1,-2-1 0,-1 0 0,-1-1 1,-1 0-1,-2 0 0,6-39 0,-10 38 6,-1-1 0,-1 1 0,-2-1-1,-1 1 1,-2 0 0,0-1 0,-2 1-1,-17-53 1,16 64 4,-1 1 0,-1 0 0,0 1 0,-1 0 0,-1 0 1,-1 1-1,-1 1 0,0 0 0,0 0 0,-2 1 0,0 1 0,0 0 0,-1 1 0,-33-21 0,40 29-11,0 0-1,0 1 1,0-1-1,0 2 1,-1-1-1,1 1 1,-1 0 0,0 1-1,1 0 1,-1 0-1,0 1 1,0 0-1,0 1 1,0 0-1,1 0 1,-1 1 0,0 0-1,1 0 1,0 1-1,-1 0 1,1 1-1,-14 8 1,5-1-174,0 1 0,1 1 0,1 0 1,0 1-1,1 0 0,0 1 0,1 1 0,-21 34 0,4 3-1217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7.9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148 83 716,'10'-68'3610,"-11"67"-3597,0 0-1,1 0 1,-1 0 0,0 0 0,0 0 0,0 0-1,0 0 1,0 0 0,0 1 0,0-1 0,0 0-1,0 1 1,0-1 0,0 1 0,-1-1 0,1 1-1,0 0 1,0-1 0,-1 1 0,1 0 0,0 0-1,0 0 1,-1 0 0,1 0 0,0 0 0,0 0-1,-1 1 1,1-1 0,0 0 0,-2 1 0,-4 0-15,1 0 1,0 0 0,-1 0 0,1 1-1,0 0 1,-6 3 0,5-2-22,0 1 1,0 1-1,1 0 1,-1-1-1,1 2 0,1-1 1,-11 13-1,15-16 17,-1 0 0,1-1 0,0 1 0,0 1 0,0-1 0,0 0 0,1 0 0,-1 0 0,0 0 0,1 1 0,0-1 0,-1 0 0,1 0 0,0 1 0,0-1 0,0 0 0,1 1 0,-1-1 0,0 0 0,1 0 0,0 0 0,-1 1 0,1-1 0,0 0 0,0 0 0,0 0 0,1 0 0,-1 0-1,0 0 1,1-1 0,2 4 0,37 36-58,-30-31 61,-1-1-1,0 2 1,-1-1-1,0 1 1,0 1-1,-1 0 1,-1 0-1,9 17 1,-15-26 27,0 0 1,-1 0-1,1 1 0,-1-1 1,0 0-1,1 0 0,-1 0 0,-1 0 1,1 0-1,0 0 0,-1 1 1,1-1-1,-1 0 0,0 0 0,0 0 1,0 0-1,-1-1 0,1 1 1,-1 0-1,0 0 0,1-1 0,-1 1 1,0-1-1,0 0 0,-5 4 1,3-2 27,0-1 1,0 0 0,-1 0 0,1 0 0,-1 0-1,0-1 1,0 0 0,0 0 0,0 0 0,0 0-1,0-1 1,0 0 0,-1 0 0,-7 0 0,12-1-118,0 0 1,0 0 0,1 0 0,-1 0 0,0 0 0,0-1 0,1 1 0,-1 0 0,0 0 0,1-1 0,-1 1 0,0 0 0,1-1 0,-1 1 0,0-1 0,1 1 0,-1-1 0,1 1 0,-1-1 0,1 1 0,-1-1-1,1 1 1,-1-1 0,1 0 0,0 1 0,-1-1 0,1 0 0,0 1 0,-1-1 0,1 0 0,0 0 0,0 1 0,0-1 0,0 0 0,0 0 0,0 1 0,0-1 0,0 0 0,0 0 0,0 1 0,0-1 0,0 0-1,0 0 1,1 1 0,-1-1 0,0 0 0,1 0 0,7-10-1370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8.2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1 820,'-2'7'3046,"-5"45"-2374,16 179 377,1-136-1650,-10-88 107,1 0-1,0-1 1,0 1 0,1 0-1,4 11 1,1-7-1238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8.4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0 808,'0'16'884,"0"0"-300,0 5-204,0 0-136,0 5-68,0 1-60,0-6-52,0 5-36,0 0-64,0-5-92,0 1-136,0-1-164,0-5-312,0-1-456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8.5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1 101 28,'0'-21'1076,"9"-6"-360,-9 11-228,0 6-164,10-6-116,-10 11-80,0-1-88,9 6-368,0 6-152,1-1-432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9.0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137 543 264,'0'-9'1472,"0"7"-1375,1 0 1,-1-1-1,0 1 1,0 0-1,0-1 1,-1 1 0,1 0-1,0-1 1,-1 1-1,0 0 1,1 0-1,-1 0 1,0-1-1,0 1 1,-2-2-1,-3-7 66,6 10-159,0 1 0,0-1 0,0 1 0,-1-1 1,1 1-1,0-1 0,0 1 0,-1-1 0,1 1 0,0-1 1,-1 1-1,1-1 0,0 1 0,-1-1 0,1 1 0,-1 0 1,1-1-1,0 1 0,-1 0 0,1-1 0,-1 1 1,1 0-1,-1 0 0,1 0 0,-1-1 0,1 1 0,-1 0 1,0 0-1,1 0 0,-1 0 0,1 0 0,-1 0 0,1 0 1,-1 0-1,1 0 0,-1 0 0,0 0 0,1 0 1,-1 1-1,1-1 0,-1 0 0,1 0 0,-1 0 0,1 1 1,-1-1-1,1 0 0,0 1 0,-1-1 0,1 0 0,-1 1 1,1-1-1,0 1 0,-1-1 0,1 1 0,-7 3-2,0 1 0,1-1-1,0 1 1,0 1-1,0-1 1,1 1 0,0 0-1,0 0 1,0 1 0,1-1-1,0 1 1,0 0-1,-3 10 1,-1 6-16,5-16 0,0-1 1,1 1-1,0 0 0,1 1 1,-3 13-1,4-19 12,1-1-1,-1 1 0,0 0 1,0-1-1,0 1 1,1 0-1,-1-1 0,1 1 1,0 0-1,-1-1 0,1 1 1,0-1-1,0 1 1,0-1-1,0 1 0,0-1 1,0 0-1,0 0 1,1 1-1,-1-1 0,0 0 1,1 0-1,-1 0 1,1 0-1,-1-1 0,1 1 1,-1 0-1,1-1 0,-1 1 1,1-1-1,2 1 1,0 0-31,-1-1 0,1 0 1,0 1-1,0-1 0,-1-1 1,1 1-1,0-1 0,0 1 1,-1-1-1,1 0 0,-1 0 1,1-1-1,-1 1 0,1-1 1,-1 0-1,0 0 0,0 0 1,0 0-1,5-4 0,6-7-171,0 0-1,19-24 1,-21 23 105,-1-2 68,0 1 0,-1-2 0,-1 1 0,-1-1 0,-1-1 0,7-20 0,-6 15 71,0-1 27,-1 0 1,-1 0-1,-1-1 1,3-37-1,-5-105 715,-4 111-307,-8 8 203,9 47-608,-2 29 30,-2-6-27,1-1 0,1 0 0,1 1 0,0 0 0,2-1 1,5 34-1,0 40 239,-5-74-344,1-1-1,0 1 1,2-1-1,0 0 0,2 0 1,0 0-1,1-1 1,1 0-1,0 0 1,19 28-1,-25-44-133,0-1 0,1 0 0,-1 1 0,1-1 1,0 0-1,-1 0 0,1 0 0,0-1 0,0 1 0,0-1 0,0 1 0,0-1 0,0 0 0,1 0 0,-1-1 0,0 1 1,1-1-1,-1 1 0,0-1 0,1 0 0,-1-1 0,6 0 0,-8 1 85,8 0-891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9.3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12 239 312,'64'-63'897,"-45"46"-700,-1 0-1,31-38 0,-47 50-117,1 0 0,-1 0 0,0-1-1,0 1 1,-1 0 0,1-1 0,-1 1 0,0-1 0,0-6 0,-1 11-54,0-1 0,0 1 0,0 0 1,0 0-1,0 0 0,-1-1 1,1 1-1,0 0 0,0 0 0,-1 0 1,1-1-1,-1 1 0,1 0 1,-1 0-1,0 0 0,1 0 0,-1 0 1,-1-2-1,1 3-16,0-1 1,-1 1-1,1 0 1,0-1-1,0 1 1,0 0-1,-1 0 1,1 0-1,0 0 0,0 0 1,0 0-1,-1 0 1,1 0-1,0 1 1,0-1-1,0 0 0,0 1 1,0-1-1,-1 1 1,1-1-1,0 1 1,0-1-1,0 1 1,-1 1-1,-7 4 23,0 1 0,0 1 0,1-1-1,0 2 1,0-1 0,0 1 0,2 0 0,-1 1 0,1-1 0,-5 12 0,2-4 64,0 0 1,2 1-1,0 0 0,1 1 1,-4 24-1,9-37-78,0-1-1,0 1 0,0-1 1,1 1-1,0 0 0,1-1 1,-1 1-1,1 0 0,0-1 1,0 1-1,1-1 0,-1 1 1,1-1-1,0 0 0,1 0 1,-1 0-1,1 0 0,0 0 1,1-1-1,3 6 0,-2-7-37,-1 0-1,0 0 1,0 0-1,1-1 1,-1 1-1,1-1 1,0 0-1,0-1 1,0 1-1,0-1 1,0 0-1,0 0 1,0 0-1,0-1 1,0 0-1,1 0 1,-1 0-1,0-1 1,0 0 0,0 0-1,0 0 1,7-3-1,44-17-1366,-27 6 73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9.9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149 51 880,'-2'-3'336,"-1"-1"0,1 0 0,-1 0 0,0 1 0,1 0 0,-2-1 0,-4-3 0,-1-3-232,7 9-105,0 0 0,0 0 0,0 0-1,0 0 1,0 0 0,0 1 0,0-1-1,0 1 1,0-1 0,-1 1-1,1 0 1,0 0 0,0 0 0,0 0-1,0 0 1,-1 0 0,1 0 0,0 1-1,0-1 1,0 1 0,0 0 0,0 0-1,0 0 1,0 0 0,0 0 0,0 0-1,0 0 1,-3 3 0,0-1-11,0 1-1,0-1 1,0 1 0,1 0-1,-1 0 1,1 0 0,0 1 0,0 0-1,-5 7 1,10-8 6,-1 0 0,1 0 0,-1 0 0,1 0 0,1 0 0,-1 0 0,0 0 0,1-1 0,0 1 0,0 0 0,0-1-1,0 0 1,1 1 0,-1-1 0,4 3 0,59 42-53,-55-44 63,-2 2 0,1-1 0,0 1 0,-1 0 0,0 1 0,-1 0-1,0 0 1,0 1 0,0 0 0,-1 0 0,9 16 0,-15-24 2,1 1-1,-1 0 0,0 0 1,0 0-1,1 0 0,-1 0 1,0-1-1,0 1 0,0 0 1,0 0-1,0 0 0,0 0 1,0 0-1,0 0 0,-1-1 1,1 1-1,0 0 0,-1 0 1,1 0-1,0-1 0,-1 1 1,1 0-1,-1 0 0,1-1 1,-1 1-1,0 1 0,-27 14 443,20-13-360,0 0 0,-1-1 0,1 0-1,-1 0 1,-9-1 0,4-3-323,22-4-767,7-7-204,-5 3-34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0.3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 48,'0'0'1051,"-10"27"998,20 40-1539,-1 70-26,-18 81-370,10-211-114,1 0 0,0 1 0,0-1 1,1 0-1,0 0 0,0 0 0,7 9 1,3 2-15,-11-17-45,0 1 0,0-1-1,0 0 1,0 0 0,0 0 0,0 0 0,0-1 0,0 1 0,1-1 0,-1 1 0,0-1 0,1 0 0,-1 1 0,0-1 0,1-1-1,-1 1 1,0 0 0,1 0 0,-1-1 0,0 1 0,0-1 0,0 0 0,1 0 0,-1 0 0,0 0 0,0 0 0,0 0-1,2-2 1,4-2-804,1 0-40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0.5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38 496,'-9'-5'2920,"18"5"-2760,10-6-68,0 1-44,-1 5 0,10 0-20,-9-5-44,9-1-92,-9 1-108,0 5-156,0-5-212,-1 5-232,-8 0-416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0.9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150 38 532,'19'-10'2816,"-14"-6"-1662,-1 5 433,-24 10-1136,-4 4-388,20-3-59,-1 1-1,0-1 0,0 1 0,0 0 0,0 0 0,0 1 1,1-1-1,-9 5 0,5-1-6,0-1 0,1 1 0,0 1 0,-1-1 0,2 1 1,-8 8-1,11-11-1,1 1 0,-1-1 0,1 1 0,0 0 0,0 0 1,0 0-1,0 0 0,1 0 0,-1 0 0,1 0 0,0 1 0,0-1 1,1 0-1,-1 8 0,1-12-2,0 1 1,0-1-1,0 0 0,0 1 0,0-1 1,0 0-1,0 1 0,1-1 1,-1 1-1,0-1 0,0 0 0,0 1 1,0-1-1,0 0 0,1 1 1,-1-1-1,0 0 0,0 1 0,1-1 1,-1 0-1,0 0 0,0 1 1,1-1-1,-1 0 0,0 0 0,1 1 1,-1-1-1,0 0 0,1 0 1,-1 0-1,0 0 0,1 1 1,-1-1-1,1 0 0,0 0 0,17-3-167,18-15-17,-35 17 186,6-3-4,-1-1 0,0 1 0,0-2 0,-1 1 1,0-1-1,6-6 0,-7 6 31,1 0 0,0 1 1,0 0-1,0 0 0,1 0 0,6-3 1,-11 7-16,0 1 0,0 0 1,1 0-1,-1 0 0,0-1 1,0 1-1,1 0 0,-1 0 1,0 1-1,0-1 0,0 0 1,0 0-1,1 1 1,-1-1-1,0 0 0,0 1 1,0-1-1,0 1 0,0 0 1,0-1-1,0 1 0,0 0 1,0 0-1,1 1 0,31 29 10,-11-8-66,-17-19-261,0-1 1,-1 1-1,1-1 1,1-1-1,-1 1 1,0-1 0,1 0-1,-1 0 1,1 0-1,0-1 1,10 2 0,-7-8-1106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1.1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1 133 384,'0'-5'490,"0"4"-395,-1 0-1,1 0 1,0-1 0,0 1 0,0 0 0,0 0 0,0 0-1,0 0 1,1 0 0,-1-1 0,0 1 0,1 0 0,-1 0-1,0 0 1,1 0 0,-1 0 0,1 0 0,0 0 0,-1 0-1,1 0 1,0 0 0,1-1 0,-1 1-52,1 1 1,0 0-1,0-1 1,0 1-1,-1 0 1,1 0-1,0 0 0,0 0 1,-1 0-1,1 0 1,0 1-1,0-1 1,0 1-1,-1-1 1,1 1-1,0-1 0,-1 1 1,1 0-1,-1 0 1,1 0-1,-1 0 1,1 0-1,-1 0 1,0 0-1,1 1 0,1 1 1,40 47 154,-28-31-34,-13-17-151,-1-1-1,0 0 0,-1 1 0,1-1 0,0 0 0,0 1 0,-1-1 1,1 1-1,0 0 0,-1-1 0,0 1 0,1-1 0,-1 1 0,0-1 1,0 1-1,0 0 0,0-1 0,0 3 0,3-5 326,0 0-54,-8-6-183,15-35 125,-6 33-269,1-1 0,0 1 0,1 0 1,0 0-1,7-8 0,-6 10-309,-1-1 1,-1 0-1,1 0 0,-2-1 1,1 0-1,4-11 1,-6 4-871,5 0-304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1.5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17 580,'10'-16'2975,"-10"16"-2961,0 0 1,0 0 0,0 0 0,0 1-1,0-1 1,0 0 0,0 0-1,0 1 1,0-1 0,0 0 0,0 0-1,0 0 1,0 1 0,0-1 0,0 0-1,0 0 1,0 0 0,0 1-1,0-1 1,1 0 0,-1 0 0,0 0-1,0 0 1,0 0 0,0 1 0,0-1-1,1 0 1,-1 0 0,0 0 0,0 0-1,0 0 1,1 0 0,-1 0-1,0 1 1,0-1 0,0 0 0,1 0-1,-1 0 1,0 0 0,0 0 0,0 0-1,1 0 1,-1 0 0,0 0-1,0 0 1,0 0 0,1 0 0,-1 0-1,0 0 1,0-1 0,0 1 0,1 0-1,-1 0 1,0 0 0,0 0 0,0 0-1,1 0 1,-1 0 0,0-1-1,0 1 1,0 0 0,0 0 0,0 0-1,1 0 1,-1-1 0,0 1 0,0 0-1,0 0 1,0-1 0,8 26 215,-6-21-197,-1-1-1,1 1 1,-1 0 0,1-1 0,-1 1 0,-1 0 0,2 8 0,7 123 314,-9 14-312,1-144-36,0 0 1,0 1 0,1-1-1,-1 0 1,1 0 0,0 0-1,0 0 1,1-1 0,0 1-1,6 8 1,3 12 31,15-8-58,-25-16-31,1 0 0,0 0 0,0-1 1,-1 1-1,1-1 0,0 0 1,0 1-1,-1-1 0,1-1 1,0 1-1,0 0 0,0-1 1,-1 1-1,1-1 0,0 0 1,-1 0-1,1 0 0,-1 0 1,1 0-1,-1-1 0,1 1 1,-1-1-1,2-1 0,6-6-946,-1 3-448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1.7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38 228,'-9'0'3596,"18"0"-3120,10 0-136,9 0-108,9 0-84,1-6-60,-1 1-28,10 0-156,0 0-216,0-1-304,-9 1-620,-1 0-536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37.3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9 142 488,'-8'5'2471,"15"-3"-2215,5-3 123,0-4-287,-10 5-82,0 0 1,-1 0-1,1-1 1,0 1-1,-1-1 1,1 1-1,-1-1 1,1 0-1,-1 1 1,1-1-1,-1 0 1,1 0-1,-1 0 1,0 0-1,1 0 1,-1-1-1,0 1 1,0 0-1,0 0 1,0-1-1,0 1 1,1-2-1,24-26 326,-23 25-323,1-1-1,-1 1 1,1 0-1,0 0 1,-1 0 0,2 0-1,4-3 1,5-4 27,4-13 168,0 2 404,-23 35-316,0-1-1,1 1 0,0 0 0,1 0 0,1 0 1,0 1-1,0 15 0,-7 94 547,-1-45-667,18-73-277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37.5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16 828,'-26'1'4083,"27"3"-2779,11-1-1000,11 0-328,12-5-59,57-9 0,-58 5-2092,56-1 0,-79 7 408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38.7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42 560,'0'0'2090,"-19"-20"864,21 18-2937,0 1-1,0-1 1,0 0 0,0 1 0,0 0 0,0-1-1,0 1 1,0 0 0,1 0 0,-1 1-1,3-2 1,-1 1-19,0 0 0,-1 0 1,1 0-1,0 0 0,0 1 0,0-1 0,0 1 0,0 0 0,0 0 0,0 1 1,0-1-1,-1 1 0,1 0 0,0 0 0,0 0 0,0 0 0,-1 1 0,1 0 1,-1-1-1,1 1 0,-1 0 0,0 1 0,0-1 0,0 1 0,0-1 0,0 1 1,0 0-1,-1 0 0,1 0 0,-1 1 0,0-1 0,0 0 0,0 1 0,-1-1 0,1 1 1,-1 0-1,1 3 0,-2 1 8,-1-1-1,0 0 1,0 0 0,-1 0-1,0 0 1,0 0 0,-1 0-1,0 0 1,0-1 0,-5 9 0,-67 74 262,68-82-250,3-3-5,0 0 0,0 0 0,1 0 0,-1 1 0,1-1 0,0 1 0,-3 6 0,7-11-13,-1 1-1,1-1 1,-1 1 0,1-1-1,0 1 1,-1-1-1,1 1 1,-1-1-1,1 0 1,0 1 0,-1-1-1,1 0 1,0 0-1,0 1 1,-1-1-1,1 0 1,0 0 0,0 0-1,-1 0 1,1 0-1,0 0 1,-1 0-1,1 0 1,0 0 0,0 0-1,-1-1 1,2 1-1,25-5-4,-25 5 6,145-16-697,-82 10-2786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0.4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85 4 744,'-8'0'5039,"30"-2"-5085,-18 2 56,1-1 1,-1 1-1,0 0 0,1 0 1,-1 0-1,0 0 1,8 2-1,0 1 3,18 8 3,-29-11-17,0 1 0,0 0 0,0-1 0,0 1 0,0 0 0,0 0 0,-1-1 0,1 1 1,0 0-1,0 0 0,-1 0 0,1 0 0,-1 0 0,1 0 0,-1 0 0,1 0 0,-1 0 0,0 1 0,1-1 0,-1 0 0,0 0 0,0 0 0,0 2 0,0 0 1,-1 1 1,0-1-1,1 0 1,-2 0-1,1 0 1,0 0-1,0 0 1,-1 0-1,0 0 1,0 0-1,1-1 1,-6 5-1,-33 35 42,19-21-64,20-21 20,1 0 0,-1 0 0,1 0 0,0 0-1,0 0 1,-1 1 0,1-1 0,0 0 0,-1 0 0,1 1 0,0-1 0,0 0 0,-1 0 0,1 1 0,0-1-1,0 0 1,0 0 0,-1 1 0,1-1 0,0 0 0,0 1 0,0-1 0,0 0 0,0 1 0,0-1 0,0 1 0,0-1-1,-1 0 1,1 1 0,1-1 0,-1 0 0,0 1 0,0-1 0,0 0 0,0 1 0,0-1 0,0 0 0,0 1-1,0-1 1,0 0 0,1 1 0,-1-1 0,0 0 0,0 1 0,0-1 0,1 1 0,23 0-65,-18-1 84,-1 0-18,0 1 1,0-1 0,-1 1-1,1-1 1,0 1-1,0 1 1,-1-1-1,1 1 1,0 0-1,-1 0 1,0 0 0,1 0-1,-1 1 1,0 0-1,0 0 1,-1 0-1,4 4 1,-5-5 0,-1 0 0,1 0 0,-1 0-1,0 0 1,0 0 0,0 1 0,0-1 0,0 1 0,0-1 0,-1 1 0,1-1 0,-1 1-1,0-1 1,0 1 0,0-1 0,0 1 0,0-1 0,0 1 0,-1-1 0,1 1-1,-1-1 1,0 1 0,1-1 0,-1 0 0,0 1 0,-1-1 0,1 0 0,0 0-1,-1 0 1,1 1 0,-1-2 0,1 1 0,-5 3 0,-2 3 44,0-1 1,-1-1 0,0 1-1,0-2 1,-1 1 0,1-1-1,-1-1 1,0 0 0,-1 0-1,1-1 1,0 0-1,-1-1 1,0 0 0,0 0-1,-12-1 1,-12-12-54,23 4-540,20 4-684,3-2-2530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1.2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50 7 1780,'-14'-6'3869,"10"12"-1661,-6 15-1878,7-15-304,-1 1-1,2-1 1,-1 1-1,1 0 1,0 0-1,0 0 0,1 0 1,-1 0-1,2 0 1,-1 0-1,1 1 1,0-1-1,3 14 0,-3 5-42,0-24 6,0-1 0,0 1-1,0-1 1,0 1 0,0-1 0,0 1-1,1-1 1,-1 1 0,0-1 0,1 1 0,-1-1-1,1 0 1,0 1 0,-1-1 0,1 0-1,0 1 1,0-1 0,0 0 0,0 0-1,0 0 1,0 0 0,0 0 0,0 0-1,0 0 1,0 0 0,2 1 0,0-1-45,0-1 0,0 1 0,0-1 0,0 1 0,0-1 0,0 0 0,0 0 0,0 0 0,0 0 0,-1-1 0,1 1 0,5-3 0,8-2-194,1-1 0,-1-1 0,22-14 0,-36 20 265,14-9-176,-6 5 525,-8 31 515,-20 83 719,12-80-1436,1-5-1290,6-7-2565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2.1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 19 476,'6'-13'3131,"-3"7"-568,-11 10-1992,5 0-567,1 0 0,-1 0 1,1 0-1,0 1 1,0 0-1,0-1 1,0 1-1,1 0 0,0 0 1,0 0-1,0-1 1,1 1-1,-1 0 0,1 0 1,1 9-1,5 0-12,-4-8 3,1-1 1,-1 0 0,1 0 0,-1 0 0,2 0-1,-1 0 1,0-1 0,1 1 0,0-1-1,0 0 1,5 4 0,44 47-18,-49-51 41,-1 0-1,0 0 0,0 0 1,0 1-1,0 0 0,-1-1 0,0 1 1,0 0-1,0 0 0,-1 0 1,2 9-1,-3-11 18,-1 0 1,1 0-1,-1 0 1,0 0-1,0-1 0,0 1 1,0 0-1,0-1 1,-1 1-1,1-1 1,-1 1-1,1-1 0,-1 0 1,0 1-1,0-1 1,0 0-1,0 0 1,-1-1-1,1 1 0,-1 0 1,1-1-1,-1 1 1,1-1-1,-1 0 0,0 0 1,-2 1-1,-2 0-246,1 0-1,-1 0 0,0 0 0,1-1 1,-1 0-1,0 0 0,0-1 0,0 0 1,-13-1-1,4-9-1773,12 6 1247,-5-2-1188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2.3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85 692,'0'-6'1368,"9"1"-436,1-5-276,-1 4-160,10-4-100,0 4-64,-1-4-88,1 5-84,9-1-100,-9 1-100,0 0-140,0 0-204,-1 5-272,-8-6-548,-1 12-520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2.9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207 1 1372,'0'0'1155,"-20"0"3217,13 5-4168,0 0 1,0 1 0,0 0-1,1 1 1,0 0 0,0-1 0,1 2-1,0-1 1,0 1 0,-4 9 0,-40 94 80,48-108-277,-2 4-10,0 1 0,1-1-1,0 0 1,0 1 0,1-1-1,0 1 1,1-1 0,-1 1-1,1 0 1,1-1 0,2 14-1,-1-14-8,-1-2-48,0-1 0,1 1 1,-1 0-1,1 0 0,0-1 0,5 8 0,-6-11 33,0 0-1,0 0 1,1 0 0,-1 0-1,0 0 1,0-1 0,0 1-1,1 0 1,-1 0-1,0-1 1,1 1 0,-1-1-1,1 0 1,-1 1 0,0-1-1,1 0 1,-1 0-1,1 0 1,-1 0 0,1 0-1,-1 0 1,1 0 0,-1 0-1,1 0 1,-1-1 0,0 1-1,2-1 1,4-2-16,0 0 0,0-1 0,0 1 1,-1-1-1,8-6 0,5-11 175,-19 20-118,1 0 1,-1 1-1,0-1 0,1 0 1,-1 0-1,0 1 1,0-1-1,0 0 1,0 0-1,0 0 0,0 1 1,0-1-1,0 0 1,0 0-1,0 0 1,0 1-1,0-1 0,0 0 1,-1 0-1,1 1 1,0-1-1,-1 0 1,1 1-1,0-1 0,-1 0 1,1 1-1,-2-2 1,1 1-2,0 0 0,-1 1 1,1-1-1,0 0 0,-1 1 0,1-1 1,-1 1-1,0-1 0,1 1 0,-1 0 1,1-1-1,-1 1 0,1 0 0,-1 0 1,0 0-1,1 0 0,-1 1 0,1-1 1,-1 0-1,1 1 0,-1-1 0,0 1 1,1-1-1,0 1 0,-1 0 0,-2 1 1,-40 26-54,39-25 1,-8 7-1130,0 1 0,1 1 0,-18 20 0,25-26 168,-6 13-1457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4.0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39 1024,'0'1'68,"0"0"0,0 0 0,0 0 1,0 0-1,0 0 0,0 0 0,1 0 0,-1 0 0,0 0 0,1 0 1,-1 0-1,1 0 0,-1 0 0,1 0 0,-1 0 0,1 0 0,0-1 1,-1 1-1,1 0 0,0 0 0,0-1 0,0 1 0,-1 0 0,1-1 0,2 2 1,0-1-32,0 0 0,0-1 0,0 1 0,0 0 0,0-1 0,1 0 1,-1 1-1,0-1 0,4-1 0,9-1-281,0-1-1,27-8 1,-36 9 222,0 1-59,1-1-1,-1-1 1,0 1 0,0-1-1,0 0 1,-1-1-1,1 0 1,-1 0 0,0 0-1,9-8 1,-7 5 614,-10 17 431,-3 14-286,-13 144 680,18-162-1381,0 11-523,-1-1-1,0 1 1,-5 28 0,4-24-924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4.7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193 90 732,'-9'-48'2419,"13"33"-2281,-4 14-130,1 1 1,-1 0 0,0-1 0,1 1 0,-1-1 0,0 1 0,1-1 0,-1 1 0,0-1 0,0 1-1,0-1 1,0 0 0,1 1 0,-1-1 0,0 1 0,0-1 0,0 1 0,0-1 0,0 1-1,0-1 1,-1 0 0,1 1 0,0-1 0,0 1 0,0-1 0,0 1 0,-1-1 0,1 1 0,0-1-1,0 1 1,-1-1 0,1 1 0,0-1 0,-1 1 0,1 0 0,-1-1 0,1 1 0,-1 0-1,0-1 1,-3-1 28,1 1 0,-1 0 0,0 0 0,0 0-1,0 1 1,0 0 0,0-1 0,-1 1 0,1 1 0,0-1-1,0 0 1,0 1 0,0 0 0,0 0 0,0 0-1,1 1 1,-1-1 0,0 1 0,1 0 0,-1 0-1,-3 2 1,-9 6-58,1 1-1,0 0 0,-18 18 1,31-27 21,0 0 0,0 0 1,1 1-1,-1-1 1,1 1-1,0-1 0,0 1 1,0-1-1,0 1 0,0 0 1,0 0-1,1-1 1,0 1-1,-1 0 0,1 0 1,0 0-1,0-1 0,0 1 1,1 0-1,-1 0 0,1-1 1,-1 1-1,1 0 1,0 0-1,0-1 0,0 1 1,1-1-1,-1 1 0,1-1 1,-1 0-1,1 1 1,0-1-1,-1 0 0,1 0 1,0 0-1,1 0 0,-1-1 1,0 1-1,0 0 0,1-1 1,-1 0-1,1 1 1,-1-1-1,1 0 0,0 0 1,4 0-1,77 31 5,-81-31-2,1 0 1,-1 0-1,1 1 1,-1 0-1,1-1 1,-1 1-1,0 0 0,0 1 1,0-1-1,0 0 1,-1 1-1,1 0 1,-1 0-1,3 3 1,-4-5 0,-1 0 1,1 0 0,-1 0-1,1 0 1,-1 0 0,1 0-1,-1 0 1,0 0 0,0 0 0,0 0-1,1 1 1,-1-1 0,0 0-1,0 0 1,-1 0 0,1 0-1,0 0 1,0 0 0,0 0-1,-1 0 1,1 1 0,-1-1-1,1 0 1,-1 0 0,1 0-1,-1-1 1,1 1 0,-1 0-1,0 0 1,0 0 0,1 0 0,-1-1-1,0 1 1,0 0 0,0-1-1,0 1 1,0 0 0,0-1-1,0 1 1,0-1 0,0 0-1,0 1 1,0-1 0,0 0-1,-1 1 1,-4 1 42,-1 0 0,1 0 0,0-1 0,0 1-1,-1-1 1,1-1 0,-1 1 0,1-1 0,0 0 0,-1-1-1,-7 0 1,12 0-29,0 1-1,1-1 1,-1 0-1,0 1 1,1-1-1,-1 0 1,1 0-1,-1 0 0,1 0 1,-1 0-1,1-1 1,0 1-1,-1 0 1,1 0-1,0-1 1,0 1-1,-2-3 1,2 1-9,1 0 0,-1 0 1,0 0-1,0 1 1,1-1-1,0 0 0,0 0 1,0 0-1,0 0 1,0 0-1,0 0 0,1 0 1,-1 0-1,2-3 1,1-2-75,0 0 0,0 0 1,1 1-1,0-1 0,0 1 1,1 0-1,-1 0 0,2 1 1,10-11-1,-1 2-798,0 2 0,33-22 1,-20 18-802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5.7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198 43 140,'-10'-31'2685,"10"31"-2676,0-1 0,0 1 0,0-1 0,0 1 0,0-1 0,0 1 0,-1-1 0,1 1 0,0-1 0,0 1 0,0-1 0,-1 1 0,1-1 0,0 1 0,-1 0 0,1-1 0,0 1 1,-1 0-1,1-1 0,-1 1 0,1 0 0,0-1 0,-1 1 0,1 0 0,-1 0 0,1 0 0,-1-1 0,1 1 0,-1 0 0,1 0 0,-1 0 0,0 0 0,-25 1 405,-23 14 189,37-8-538,0 0 0,1 1 0,0 0-1,-10 10 1,17-15-68,1 0 0,0 0 0,0 1 0,1-1 0,-1 1 0,1 0 0,0 0 0,0 0 0,0 0 0,0 0 0,1 0 0,-1 0 0,1 1 0,0-1 0,1 1 0,-1 7 0,1-11-1,0 0-1,-1 0 1,1 0-1,1 0 1,-1 0 0,0 0-1,0 0 1,0 0-1,0 0 1,1-1-1,-1 1 1,0 0 0,1 0-1,-1 0 1,1 0-1,-1 0 1,1 0-1,-1-1 1,1 1 0,0 0-1,0 0 1,-1-1-1,1 1 1,0 0 0,0-1-1,-1 1 1,1-1-1,0 1 1,1 0-1,1-1-5,-1 0 0,1 1-1,-1-1 1,1 0 0,-1 0-1,1 0 1,-1-1 0,1 1 0,-1-1-1,1 1 1,3-2 0,3-1 11,0-1 1,0 0-1,-1-1 1,1 0-1,11-9 1,-20 14-5,3-3 81,0 1 0,-1-1-1,1 1 1,0 0 0,0 0-1,0 0 1,1 0-1,-1 1 1,5-3 0,-7 4-50,-1 0 0,1 0 1,-1 0-1,0 0 0,1 1 0,-1-1 1,1 0-1,-1 0 0,0 0 1,1 0-1,-1 1 0,0-1 0,1 0 1,-1 0-1,0 1 0,1-1 1,-1 0-1,0 1 0,0-1 0,1 0 1,-1 1-1,0-1 0,0 0 1,0 1-1,1-1 0,-1 0 1,0 1-1,0-1 0,0 1 0,3 27 661,16 67 299,-24 0-1385,-10-32-3712,7-48 2206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6.2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11 1580,'2'-11'3356,"1"23"-1296,0 2-1777,-1-4-32,0 0 0,-1 0 0,0 1 1,-1-1-1,0 0 0,-2 17 1,0 7-4,-3 8-384,0 0-4173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6.5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1 101 304,'10'-42'6961,"-20"63"-5589,10-13-1248,0 2-65,0 0-1,0 1 0,1-1 0,0 1 0,1-1 0,5 16 1,-7-24-82,1-1 0,0 1 0,0-1 1,0 1-1,0-1 0,0 1 1,0-1-1,0 1 0,1-1 1,-1 0-1,0 0 0,1 1 1,-1-1-1,1 0 0,-1 0 0,1-1 1,2 2-1,-1-1-25,0 0 0,1-1 0,-1 0 1,0 0-1,0 0 0,0 0 0,0 0 0,0 0 0,0-1 1,1 0-1,-1 1 0,0-1 0,4-2 0,1-1-70,-1 1-1,1-1 1,-1-1-1,0 1 1,-1-1-1,1 0 1,-1-1-1,0 1 1,0-1-1,9-12 1,-12 14 100,-1 0 1,1 1-1,-1-1 0,1-1 0,-1 1 1,0 0-1,-1 0 0,1-1 1,-1 1-1,0-1 0,0 1 1,0-1-1,-1 0 0,0 1 0,1-1 1,-2 0-1,1 1 0,0-1 1,-1 1-1,-2-7 0,3 9 24,-1 0 1,0 0-1,0 0 0,0 1 0,0-1 1,0 0-1,0 0 0,-1 1 0,1-1 1,-1 1-1,1-1 0,-1 1 0,1 0 0,-1 0 1,0-1-1,0 1 0,1 0 0,-1 0 1,0 1-1,0-1 0,0 0 0,0 1 1,0-1-1,0 1 0,0 0 0,0-1 0,0 1 1,-1 0-1,1 0 0,0 0 0,0 1 1,0-1-1,0 0 0,0 1 0,0 0 1,0-1-1,0 1 0,0 0 0,1 0 0,-3 1 1,-7 3-515,1 0 0,0 1 0,0 0 0,1 1 0,-16 14 0,14-10-1367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7.2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22 340,'10'-10'1956,"2"-1"1209,-11 11-3111,-1 0 0,1 1 1,-1-1-1,0 0 1,1 1-1,-1-1 0,1 0 1,-1 1-1,0-1 0,1 0 1,-1 1-1,0-1 1,1 1-1,-1-1 0,0 0 1,0 1-1,0-1 0,1 1 1,-1-1-1,0 1 1,0-1-1,0 1 0,0-1 1,0 1-1,0-1 1,0 1-1,0-1 0,0 1 1,0 0-1,0-1 0,0 1 1,0-1-1,0 1 1,0-1-1,-1 0 0,1 2 1,9 91 1823,-9-19-2597,0-42-5691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7.4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 1120,'0'0'122,"0"-1"1,1 1-1,-1 0 0,0-1 0,1 1 1,-1 0-1,0 0 0,1-1 0,-1 1 1,0 0-1,1 0 0,-1 0 0,1-1 1,-1 1-1,1 0 0,-1 0 0,0 0 0,1 0 1,-1 0-1,1 0 0,-1 0 0,1 0 1,-1 0-1,0 0 0,1 0 0,-1 0 1,1 0-1,-1 1 0,1-1 0,-1 0 1,0 0-1,1 0 0,-1 1 0,0-1 1,1 0-1,-1 0 0,0 1 0,1-1 1,0 1-1,1 26 1037,-6 11-701,2-31-427,1-1 0,0 1 0,0 0-1,1 0 1,0-1 0,0 1 0,2 8-1,1 3-351,-1-1-1,0 1 0,-2 23 0,-7 23-3852,5-38 2018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7.8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31 0 788,'-10'17'4602,"-8"67"-1187,17-45-3144,0 11-1023,3-18-4222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8.1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25 500,'0'-1'140,"0"0"-1,0 0 1,0 0 0,0 0 0,1 0-1,-1 0 1,0 0 0,1 0 0,-1 0-1,1 0 1,-1 0 0,1 0-1,-1 0 1,1 0 0,0 1 0,0-1-1,-1 0 1,1 0 0,0 1 0,0-1-1,0 0 1,0 1 0,0-1-1,-1 1 1,1-1 0,0 1 0,0 0-1,0-1 1,0 1 0,1 0 0,0 0-1,0-1-72,-1 1-1,1 0 0,0 0 1,-1 0-1,1 0 0,-1 0 1,1 0-1,0 0 1,-1 0-1,1 1 0,-1-1 1,1 1-1,-1-1 0,1 1 1,-1 0-1,1-1 0,-1 1 1,0 0-1,2 1 1,-2 0-39,0-1 1,0 1 0,0 0 0,0-1 0,0 1 0,0 0-1,-1 0 1,1 0 0,-1 0 0,1-1 0,-1 1 0,0 0 0,0 0-1,0 0 1,0 0 0,0 0 0,0 0 0,0 0 0,-1 0-1,1-1 1,-1 1 0,1 0 0,-1 0 0,0 0 0,0-1-1,0 1 1,-2 3 0,-5 7 53,0 0 0,-20 21 0,-1 4 31,2 15-80,27-52-35,0 1-1,0 0 1,-1 0 0,1-1 0,0 1-1,0 0 1,0 0 0,0 0-1,0-1 1,0 1 0,0 0 0,1 0-1,-1-1 1,0 1 0,0 0-1,1-1 1,-1 1 0,0 0 0,1 0-1,-1-1 1,0 1 0,1-1-1,-1 1 1,1 0 0,-1-1 0,1 1-1,-1-1 1,1 1 0,0-1-1,-1 1 1,1-1 0,0 0 0,-1 1-1,1-1 1,0 0 0,-1 1-1,1-1 1,1 0 0,33 9-345,-22-9-195,1-2 0,-1 0-1,1 0 1,-1-1 0,0-1 0,24-9-1,-17 2-1263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8.7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0 1112,'0'0'2942,"0"28"-717,-10 125-1610,10-113-5007,0-34 2378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9.1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38 140,'0'-1'137,"0"-1"0,0 1 1,0-1-1,0 1 0,1 0 0,-1-1 1,0 1-1,1-1 0,-1 1 0,0 0 0,1-1 1,0 1-1,-1 0 0,1-1 0,0 1 1,0 0-1,0 0 0,-1 0 0,1 0 0,1-1 1,-1 2-1,0-1 0,0 0 0,0 0 1,0 0-1,1 0 0,1-1 0,0 2-52,0-1-1,-1 1 1,1-1-1,0 1 1,0 0-1,-1 0 1,1 0-1,0 0 1,-1 1-1,1-1 1,0 1-1,-1-1 0,1 1 1,2 1-1,-2-1-61,0 0-1,-1 1 1,1-1-1,0 1 0,-1-1 1,1 1-1,-1 0 1,0 0-1,0 0 0,1 0 1,-1 0-1,3 5 0,-5-6 2,1 0-1,-1 0 1,1 0-1,-1 1 0,1-1 1,-1 0-1,0 0 1,1 1-1,-1-1 0,0 0 1,0 0-1,0 1 1,0-1-1,0 0 1,0 1-1,0-1 0,-1 0 1,1 0-1,0 1 1,-1-1-1,1 0 0,-1 0 1,1 0-1,-1 1 1,1-1-1,-1 0 0,0 0 1,0 0-1,-1 1 1,-73 99 249,74-99-296,-1 0 1,1 0 0,0 0-1,0 0 1,-1 0-1,2 1 1,-1-1-1,0 0 1,0 1 0,1-1-1,-1 1 1,1-1-1,0 0 1,0 1-1,0-1 1,0 1-1,0-1 1,0 1 0,1-1-1,-1 0 1,1 1-1,1 3 1,1 1-48,1 0 1,0 0-1,1-1 1,0 1-1,8 8 1,-10-12 82,1 1 0,-1-1 0,1 1 0,-1 0 1,-1 0-1,1 1 0,0-1 0,-1 0 1,0 1-1,0-1 0,-1 1 0,1 0 1,1 7-1,-4-9 38,0 0-1,0-1 1,0 1 0,0-1-1,0 0 1,0 1 0,0-1-1,-1 0 1,0 1 0,1-1-1,-1 0 1,0 0 0,0 0-1,0-1 1,0 1 0,0 0-1,0-1 1,-1 1 0,1-1-1,0 0 1,-5 2 0,0 0-203,1 0 0,-1 0 0,0-1 1,0 0-1,0 0 0,0-1 0,-14 1 1,20-1-13,0-1 1,0 0 0,0 0-1,0-1 1,-1 1 0,1 0 0,0 0-1,0-1 1,0 1 0,0 0 0,0-1-1,0 1 1,0-1 0,0 1 0,-1-2-1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9.5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1680,'0'0'2626,"9"10"123,-9 101-987,0-37-4882,-6-61 539,4-10 1944,1 2-1414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9.8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13 1784,'-4'-12'3979,"-1"25"-2205,-4 66-1305,8-63-461,1-10-76,-1 0-1,1 0 0,0 0 0,1 0 0,-1 0 0,1 0 1,0 0-1,1-1 0,2 9 0,0-7-310,-4-6 349,0-1 1,1 1-1,-1-1 0,0 1 1,0-1-1,1 1 1,-1 0-1,0-1 0,1 1 1,-1-1-1,0 0 1,1 1-1,-1-1 0,1 1 1,-1-1-1,1 1 1,-1-1-1,1 0 0,-1 1 1,1-1-1,-1 0 0,1 0 1,0 0-1,-1 1 1,1-1-1,-1 0 0,1 0 1,0 0-1,-1 0 1,1 0-1,-1 0 0,1 0 1,0 0-1,-1 0 1,1 0-1,0 0 0,-1 0 1,1-1-1,-1 1 1,1 0-1,-1 0 0,1-1 1,-1 1-1,1 0 1,0-1-1,-1 1 0,0 0 1,1-1-1,-1 1 1,1-1-1,-1 1 0,1-2 1,33-29-734,-31 28 832,0-1-1,0 1 0,0 0 0,0-1 1,0 1-1,1 1 0,-1-1 0,1 0 1,0 1-1,-1 0 0,1 0 0,1 0 1,-1 0-1,5-1 0,-8 4-11,-1 0 1,1 0-1,-1 0 0,0-1 1,1 1-1,-1 0 0,0 0 1,0 0-1,0 0 0,1 0 1,-1 0-1,0 0 0,0 0 1,0-1-1,-1 1 0,1 0 0,0 0 1,0 0-1,0 0 0,-1 0 1,1 0-1,-1 1 0,-6 25 483,7-26-471,-28 146 644,25-126-1620,3-19 706,0-1 0,0 0 0,0 1 0,0-1 0,0 0 0,-1 0 0,1 1 0,0-1 0,-1 0 0,1 0 0,-1 0 0,1 1 0,-1-1 0,0 0 0,-1 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0.7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1488,'9'0'1288,"-9"5"-344,0 6-184,0-1-96,-9 6-43,9 0-65,0 5-76,0 0-104,0 0-120,0 0-192,-9 0-216,9 1-200,0-7-200,-10 1-192,10 0-189,0-5-191,0-1-324,0 1-360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0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 1476,'1'0'71,"-1"0"-1,1 0 0,-1 0 1,1 0-1,-1-1 1,0 1-1,1 0 0,-1 0 1,1-1-1,-1 1 1,0 0-1,1-1 1,-1 1-1,0-1 0,1 1 1,-1 0-1,0-1 1,1 1-1,-1-1 1,0 1-1,0-1 0,0 1 1,1 0-1,-1-1 1,0 1-1,0-1 0,0 1 1,0-1-1,0 1 1,0-1-1,0 1 1,0-1-1,0 1 0,0-1 1,0 0-1,2 11 1693,98 141-1168,-100-151-630,1 1 1,-1-1-1,0 0 1,1 0-1,-1 0 1,0 1-1,0-1 1,1 0-1,-1 1 1,0-1-1,0 0 1,0 1-1,1-1 1,-1 0-1,0 0 1,0 1-1,0-1 1,0 1-1,0-1 1,0 0-1,0 1 1,0-1-1,0 0 1,0 1-1,0-1 1,0 0-1,0 1 1,0-1-1,0 0 1,0 1-1,0-1 1,0 1-1,0-1 1,-1 0-1,1 1 1,0-1-1,0 0 1,0 0-1,-1 1 1,1-1-1,0 0 1,0 0-1,-1 1 1,1-1-1,-1 0 1,-14-1-2421,11 0 2100,-13 1-1401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1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69 656,'10'-10'1024,"8"-1"-256,-8 6-184,8-6-116,-8 6-104,9 0-96,-1 0-76,10-1-112,-9 1-128,0 5-148,9-5-156,-9 5-180,0 0-324,-10 5-516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6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1540,'3'1'4516,"4"18"-2486,2 30-88,-8-7-337,0-16-934,-1 0-1,-2 0 0,-6 38 0,-1 9-2500,7-50-376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9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37 12,'0'-9'1812,"0"8"-1572,1 0 0,-1 0 0,0 0 0,1 0 0,-1 0 0,0 1 0,0-1 0,0 0 0,0 0 0,0 0 0,0 0 0,0 0 0,0 0 0,0 0 0,-1 0 0,1 0 0,0 0 0,-1 0 0,1 1 0,0-1 0,-1 0 0,1 0 0,-1 0 0,1 1 0,-1-1 0,1 0 0,-1 0 0,0 1 0,0-1 0,1 1 0,-2-2 0,0 2 420,2 27 1102,-5 24-1025,3-40-678,0 0-1,1 0 1,1 0-1,-1 0 1,2 0-1,1 14 1,1-14-69,11 45-20,-14-54-2,1 0 0,0 1 0,0-1 0,0 0 0,0 0 0,0 1 0,0-1 1,1 0-1,-1 0 0,0 0 0,1-1 0,0 1 0,0 0 0,-1 0 0,1-1 0,0 1 0,0-1 0,3 1 0,-4-1 14,0-2 0,0 1-1,1 0 1,-1 0-1,0 0 1,1 0-1,-1-1 1,0 1-1,0-1 1,0 1 0,1-1-1,-1 1 1,0-1-1,0 0 1,0 1-1,0-1 1,0 0-1,0 0 1,0 0-1,0 0 1,-1 0 0,1 0-1,0 0 1,0 0-1,-1 0 1,1 0-1,-1 0 1,1 0-1,-1-1 1,1 1 0,-1 0-1,0 0 1,0-1-1,1-1 1,4-9 8,-5 11-12,0 0 1,0 0-1,0 1 0,0-1 0,0 0 1,0 0-1,-1 0 0,1 0 0,0 0 1,0 1-1,0-1 0,-1 0 0,1 0 0,-1 0 1,1 1-1,0-1 0,-1 0 0,0 0 1,1 1-1,-1-1 0,1 0 0,-1 1 1,0-1-1,1 1 0,-1-1 0,0 1 1,1-1-1,-1 1 0,0 0 0,0-1 1,0 1-1,0 0 0,1-1 0,-1 1 1,0 0-1,0 0 0,0 0 0,0 0 1,0 0-1,1 0 0,-1 0 0,0 0 1,0 0-1,0 0 0,-1 1 0,-2 3-529,0-1-1,1 1 0,-1 0 1,1 0-1,0 0 1,0 0-1,1 1 0,-4 6 1,1-1-1089,-5 6-738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6.4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847 99 208,'-7'-8'69,"-1"1"-1,0-1 1,0 1 0,0 1-1,-1-1 1,0 2 0,0-1-1,-1 1 1,0 0 0,1 1-1,-1 0 1,-1 1 0,-10-3-1,1 3 74,1 1-1,-1 1 1,0 1 0,0 0-1,1 2 1,-28 4-1,19-1-29,-1 1 1,1 1-1,1 2 0,0 1 0,0 0 1,0 2-1,2 2 0,-28 17 0,34-17-79,1 0-1,1 1 1,0 0-1,1 2 0,1 0 1,0 0-1,1 2 1,1 0-1,1 0 1,-17 38-1,12-18-15,2 0-1,1 1 1,2 1-1,2 0 1,-8 68 0,17-87-16,0 0 0,1 1 1,1-1-1,1 0 0,1 0 0,1 0 1,1 0-1,0-1 0,2 1 1,1-2-1,1 1 0,15 26 1,-11-25-4,1-1 0,1 0 0,1-1 0,1-1 1,0-1-1,2 0 0,0-1 0,39 26 0,-40-32 3,1-1 0,0-1 0,0 0 0,1-2 0,0 0 0,1-1 0,-1-1 0,1-1 0,0-1-1,0 0 1,23-2 0,-5-1-15,0-3 0,0-1 0,0-2 0,-1-1 0,0-2 0,0-2 0,-1-2 0,0-1 0,-2-1 0,1-2 0,-2-2 0,43-31 0,-52 32 19,-1-2-1,-1 0 0,-1-2 0,-1 0 1,-1-1-1,-1-2 0,-1 0 0,-1 0 0,-1-2 1,-1 0-1,-2-1 0,-1 0 0,-1-1 1,-1 0-1,-2 0 0,6-39 0,-10 38 6,-1-1 0,-1 1 0,-2-1-1,-1 1 1,-2 0 0,0-1 0,-2 1-1,-17-53 1,16 64 4,-1 1 0,-1 0 0,0 1 0,-1 0 0,-1 0 1,-1 1-1,-1 1 0,0 0 0,0 0 0,-2 1 0,0 1 0,0 0 0,-1 1 0,-33-21 0,40 29-11,0 0-1,0 1 1,0-1-1,0 2 1,-1-1-1,1 1 1,-1 0 0,0 1-1,1 0 1,-1 0-1,0 1 1,0 0-1,0 1 1,0 0-1,1 0 1,-1 1 0,0 0-1,1 0 1,0 1-1,-1 0 1,1 1-1,-14 8 1,5-1-174,0 1 0,1 1 0,1 0 1,0 1-1,1 0 0,0 1 0,1 1 0,-21 34 0,4 3-1217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7.9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148 83 716,'10'-68'3610,"-11"67"-3597,0 0-1,1 0 1,-1 0 0,0 0 0,0 0 0,0 0-1,0 0 1,0 0 0,0 1 0,0-1 0,0 0-1,0 1 1,0-1 0,0 1 0,-1-1 0,1 1-1,0 0 1,0-1 0,-1 1 0,1 0 0,0 0-1,0 0 1,-1 0 0,1 0 0,0 0 0,0 0-1,-1 1 1,1-1 0,0 0 0,-2 1 0,-4 0-15,1 0 1,0 0 0,-1 0 0,1 1-1,0 0 1,-6 3 0,5-2-22,0 1 1,0 1-1,1 0 1,-1-1-1,1 2 0,1-1 1,-11 13-1,15-16 17,-1 0 0,1-1 0,0 1 0,0 1 0,0-1 0,0 0 0,1 0 0,-1 0 0,0 0 0,1 1 0,0-1 0,-1 0 0,1 0 0,0 1 0,0-1 0,0 0 0,1 1 0,-1-1 0,0 0 0,1 0 0,0 0 0,-1 1 0,1-1 0,0 0 0,0 0 0,0 0 0,1 0 0,-1 0-1,0 0 1,1-1 0,2 4 0,37 36-58,-30-31 61,-1-1-1,0 2 1,-1-1-1,0 1 1,0 1-1,-1 0 1,-1 0-1,9 17 1,-15-26 27,0 0 1,-1 0-1,1 1 0,-1-1 1,0 0-1,1 0 0,-1 0 0,-1 0 1,1 0-1,0 0 0,-1 1 1,1-1-1,-1 0 0,0 0 0,0 0 1,0 0-1,-1-1 0,1 1 1,-1 0-1,0 0 0,1-1 0,-1 1 1,0-1-1,0 0 0,-5 4 1,3-2 27,0-1 1,0 0 0,-1 0 0,1 0 0,-1 0-1,0-1 1,0 0 0,0 0 0,0 0 0,0 0-1,0-1 1,0 0 0,-1 0 0,-7 0 0,12-1-118,0 0 1,0 0 0,1 0 0,-1 0 0,0 0 0,0-1 0,1 1 0,-1 0 0,0 0 0,1-1 0,-1 1 0,0 0 0,1-1 0,-1 1 0,0-1 0,1 1 0,-1-1 0,1 1 0,-1-1 0,1 1 0,-1-1-1,1 1 1,-1-1 0,1 0 0,0 1 0,-1-1 0,1 0 0,0 1 0,-1-1 0,1 0 0,0 0 0,0 1 0,0-1 0,0 0 0,0 0 0,0 1 0,0-1 0,0 0 0,0 0 0,0 1 0,0-1 0,0 0-1,0 0 1,1 1 0,-1-1 0,0 0 0,1 0 0,7-10-1370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8.2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1 820,'-2'7'3046,"-5"45"-2374,16 179 377,1-136-1650,-10-88 107,1 0-1,0-1 1,0 1 0,1 0-1,4 11 1,1-7-1238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8.4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0 808,'0'16'884,"0"0"-300,0 5-204,0 0-136,0 5-68,0 1-60,0-6-52,0 5-36,0 0-64,0-5-92,0 1-136,0-1-164,0-5-312,0-1-456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8.5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1 101 28,'0'-21'1076,"9"-6"-360,-9 11-228,0 6-164,10-6-116,-10 11-80,0-1-88,9 6-368,0 6-152,1-1-432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9.0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137 543 264,'0'-9'1472,"0"7"-1375,1 0 1,-1-1-1,0 1 1,0 0-1,0-1 1,-1 1 0,1 0-1,0-1 1,-1 1-1,0 0 1,1 0-1,-1 0 1,0-1-1,0 1 1,-2-2-1,-3-7 66,6 10-159,0 1 0,0-1 0,0 1 0,-1-1 1,1 1-1,0-1 0,0 1 0,-1-1 0,1 1 0,0-1 1,-1 1-1,1-1 0,0 1 0,-1-1 0,1 1 0,-1 0 1,1-1-1,0 1 0,-1 0 0,1-1 0,-1 1 1,1 0-1,-1 0 0,1 0 0,-1-1 0,1 1 0,-1 0 1,0 0-1,1 0 0,-1 0 0,1 0 0,-1 0 0,1 0 1,-1 0-1,1 0 0,-1 0 0,0 0 0,1 0 1,-1 1-1,1-1 0,-1 0 0,1 0 0,-1 0 0,1 1 1,-1-1-1,1 0 0,0 1 0,-1-1 0,1 0 0,-1 1 1,1-1-1,0 1 0,-1-1 0,1 1 0,-7 3-2,0 1 0,1-1-1,0 1 1,0 1-1,0-1 1,1 1 0,0 0-1,0 0 1,0 1 0,1-1-1,0 1 1,0 0-1,-3 10 1,-1 6-16,5-16 0,0-1 1,1 1-1,0 0 0,1 1 1,-3 13-1,4-19 12,1-1-1,-1 1 0,0 0 1,0-1-1,0 1 1,1 0-1,-1-1 0,1 1 1,0 0-1,-1-1 0,1 1 1,0-1-1,0 1 1,0-1-1,0 1 0,0-1 1,0 0-1,0 0 1,1 1-1,-1-1 0,0 0 1,1 0-1,-1 0 1,1 0-1,-1-1 0,1 1 1,-1 0-1,1-1 0,-1 1 1,1-1-1,2 1 1,0 0-31,-1-1 0,1 0 1,0 1-1,0-1 0,-1-1 1,1 1-1,0-1 0,0 1 1,-1-1-1,1 0 0,-1 0 1,1-1-1,-1 1 0,1-1 1,-1 0-1,0 0 0,0 0 1,0 0-1,5-4 0,6-7-171,0 0-1,19-24 1,-21 23 105,-1-2 68,0 1 0,-1-2 0,-1 1 0,-1-1 0,-1-1 0,7-20 0,-6 15 71,0-1 27,-1 0 1,-1 0-1,-1-1 1,3-37-1,-5-105 715,-4 111-307,-8 8 203,9 47-608,-2 29 30,-2-6-27,1-1 0,1 0 0,1 1 0,0 0 0,2-1 1,5 34-1,0 40 239,-5-74-344,1-1-1,0 1 1,2-1-1,0 0 0,2 0 1,0 0-1,1-1 1,1 0-1,0 0 1,19 28-1,-25-44-133,0-1 0,1 0 0,-1 1 0,1-1 1,0 0-1,-1 0 0,1 0 0,0-1 0,0 1 0,0-1 0,0 1 0,0-1 0,0 0 0,1 0 0,-1-1 0,0 1 1,1-1-1,-1 1 0,0-1 0,1 0 0,-1-1 0,6 0 0,-8 1 85,8 0-891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9.3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12 239 312,'64'-63'897,"-45"46"-700,-1 0-1,31-38 0,-47 50-117,1 0 0,-1 0 0,0-1-1,0 1 1,-1 0 0,1-1 0,-1 1 0,0-1 0,0-6 0,-1 11-54,0-1 0,0 1 0,0 0 1,0 0-1,0 0 0,-1-1 1,1 1-1,0 0 0,0 0 0,-1 0 1,1-1-1,-1 1 0,1 0 1,-1 0-1,0 0 0,1 0 0,-1 0 1,-1-2-1,1 3-16,0-1 1,-1 1-1,1 0 1,0-1-1,0 1 1,0 0-1,-1 0 1,1 0-1,0 0 0,0 0 1,0 0-1,-1 0 1,1 0-1,0 1 1,0-1-1,0 0 0,0 1 1,0-1-1,-1 1 1,1-1-1,0 1 1,0-1-1,0 1 1,-1 1-1,-7 4 23,0 1 0,0 1 0,1-1-1,0 2 1,0-1 0,0 1 0,2 0 0,-1 1 0,1-1 0,-5 12 0,2-4 64,0 0 1,2 1-1,0 0 0,1 1 1,-4 24-1,9-37-78,0-1-1,0 1 0,0-1 1,1 1-1,0 0 0,1-1 1,-1 1-1,1 0 0,0-1 1,0 1-1,1-1 0,-1 1 1,1-1-1,0 0 0,1 0 1,-1 0-1,1 0 0,0 0 1,1-1-1,3 6 0,-2-7-37,-1 0-1,0 0 1,0 0-1,1-1 1,-1 1-1,1-1 1,0 0-1,0-1 1,0 1-1,0-1 1,0 0-1,0 0 1,0 0-1,0-1 1,0 0-1,1 0 1,-1 0-1,0-1 1,0 0 0,0 0-1,0 0 1,7-3-1,44-17-1366,-27 6 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9.9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149 51 880,'-2'-3'336,"-1"-1"0,1 0 0,-1 0 0,0 1 0,1 0 0,-2-1 0,-4-3 0,-1-3-232,7 9-105,0 0 0,0 0 0,0 0-1,0 0 1,0 0 0,0 1 0,0-1-1,0 1 1,0-1 0,-1 1-1,1 0 1,0 0 0,0 0 0,0 0-1,0 0 1,-1 0 0,1 0 0,0 1-1,0-1 1,0 1 0,0 0 0,0 0-1,0 0 1,0 0 0,0 0 0,0 0-1,0 0 1,-3 3 0,0-1-11,0 1-1,0-1 1,0 1 0,1 0-1,-1 0 1,1 0 0,0 1 0,0 0-1,-5 7 1,10-8 6,-1 0 0,1 0 0,-1 0 0,1 0 0,1 0 0,-1 0 0,0 0 0,1-1 0,0 1 0,0 0 0,0-1-1,0 0 1,1 1 0,-1-1 0,4 3 0,59 42-53,-55-44 63,-2 2 0,1-1 0,0 1 0,-1 0 0,0 1 0,-1 0-1,0 0 1,0 1 0,0 0 0,-1 0 0,9 16 0,-15-24 2,1 1-1,-1 0 0,0 0 1,0 0-1,1 0 0,-1 0 1,0-1-1,0 1 0,0 0 1,0 0-1,0 0 0,0 0 1,0 0-1,0 0 0,-1-1 1,1 1-1,0 0 0,-1 0 1,1 0-1,0-1 0,-1 1 1,1 0-1,-1 0 0,1-1 1,-1 1-1,0 1 0,-27 14 443,20-13-360,0 0 0,-1-1 0,1 0-1,-1 0 1,-9-1 0,4-3-323,22-4-767,7-7-204,-5 3-34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0.3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 48,'0'0'1051,"-10"27"998,20 40-1539,-1 70-26,-18 81-370,10-211-114,1 0 0,0 1 0,0-1 1,1 0-1,0 0 0,0 0 0,7 9 1,3 2-15,-11-17-45,0 1 0,0-1-1,0 0 1,0 0 0,0 0 0,0 0 0,0-1 0,0 1 0,1-1 0,-1 1 0,0-1 0,1 0 0,-1 1 0,0-1 0,1-1-1,-1 1 1,0 0 0,1 0 0,-1-1 0,0 1 0,0-1 0,0 0 0,1 0 0,-1 0 0,0 0 0,0 0 0,0 0-1,2-2 1,4-2-804,1 0-40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0.5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38 496,'-9'-5'2920,"18"5"-2760,10-6-68,0 1-44,-1 5 0,10 0-20,-9-5-44,9-1-92,-9 1-108,0 5-156,0-5-212,-1 5-232,-8 0-416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0.9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150 38 532,'19'-10'2816,"-14"-6"-1662,-1 5 433,-24 10-1136,-4 4-388,20-3-59,-1 1-1,0-1 0,0 1 0,0 0 0,0 0 0,0 1 1,1-1-1,-9 5 0,5-1-6,0-1 0,1 1 0,0 1 0,-1-1 0,2 1 1,-8 8-1,11-11-1,1 1 0,-1-1 0,1 1 0,0 0 0,0 0 1,0 0-1,0 0 0,1 0 0,-1 0 0,1 0 0,0 1 0,0-1 1,1 0-1,-1 8 0,1-12-2,0 1 1,0-1-1,0 0 0,0 1 0,0-1 1,0 0-1,0 1 0,1-1 1,-1 1-1,0-1 0,0 0 0,0 1 1,0-1-1,0 0 0,1 1 1,-1-1-1,0 0 0,0 1 0,1-1 1,-1 0-1,0 0 0,0 1 1,1-1-1,-1 0 0,0 0 0,1 1 1,-1-1-1,0 0 0,1 0 1,-1 0-1,0 0 0,1 1 1,-1-1-1,1 0 0,0 0 0,17-3-167,18-15-17,-35 17 186,6-3-4,-1-1 0,0 1 0,0-2 0,-1 1 1,0-1-1,6-6 0,-7 6 31,1 0 0,0 1 1,0 0-1,0 0 0,1 0 0,6-3 1,-11 7-16,0 1 0,0 0 1,1 0-1,-1 0 0,0-1 1,0 1-1,1 0 0,-1 0 1,0 1-1,0-1 0,0 0 1,0 0-1,1 1 1,-1-1-1,0 0 0,0 1 1,0-1-1,0 1 0,0 0 1,0-1-1,0 1 0,0 0 1,0 0-1,1 1 0,31 29 10,-11-8-66,-17-19-261,0-1 1,-1 1-1,1-1 1,1-1-1,-1 1 1,0-1 0,1 0-1,-1 0 1,1 0-1,0-1 1,10 2 0,-7-8-1106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1.1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1 133 384,'0'-5'490,"0"4"-395,-1 0-1,1 0 1,0-1 0,0 1 0,0 0 0,0 0 0,0 0-1,0 0 1,1 0 0,-1-1 0,0 1 0,1 0 0,-1 0-1,0 0 1,1 0 0,-1 0 0,1 0 0,0 0 0,-1 0-1,1 0 1,0 0 0,1-1 0,-1 1-52,1 1 1,0 0-1,0-1 1,0 1-1,-1 0 1,1 0-1,0 0 0,0 0 1,-1 0-1,1 0 1,0 1-1,0-1 1,0 1-1,-1-1 1,1 1-1,0-1 0,-1 1 1,1 0-1,-1 0 1,1 0-1,-1 0 1,1 0-1,-1 0 1,0 0-1,1 1 0,1 1 1,40 47 154,-28-31-34,-13-17-151,-1-1-1,0 0 0,-1 1 0,1-1 0,0 0 0,0 1 0,-1-1 1,1 1-1,0 0 0,-1-1 0,0 1 0,1-1 0,-1 1 0,0-1 1,0 1-1,0 0 0,0-1 0,0 3 0,3-5 326,0 0-54,-8-6-183,15-35 125,-6 33-269,1-1 0,0 1 0,1 0 1,0 0-1,7-8 0,-6 10-309,-1-1 1,-1 0-1,1 0 0,-2-1 1,1 0-1,4-11 1,-6 4-871,5 0-304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1.5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17 580,'10'-16'2975,"-10"16"-2961,0 0 1,0 0 0,0 0 0,0 1-1,0-1 1,0 0 0,0 0-1,0 1 1,0-1 0,0 0 0,0 0-1,0 0 1,0 1 0,0-1 0,0 0-1,0 0 1,0 0 0,0 1-1,0-1 1,1 0 0,-1 0 0,0 0-1,0 0 1,0 0 0,0 1 0,0-1-1,1 0 1,-1 0 0,0 0 0,0 0-1,0 0 1,1 0 0,-1 0-1,0 1 1,0-1 0,0 0 0,1 0-1,-1 0 1,0 0 0,0 0 0,0 0-1,1 0 1,-1 0 0,0 0-1,0 0 1,0 0 0,1 0 0,-1 0-1,0 0 1,0-1 0,0 1 0,1 0-1,-1 0 1,0 0 0,0 0 0,0 0-1,1 0 1,-1 0 0,0-1-1,0 1 1,0 0 0,0 0 0,0 0-1,1 0 1,-1-1 0,0 1 0,0 0-1,0 0 1,0-1 0,8 26 215,-6-21-197,-1-1-1,1 1 1,-1 0 0,1-1 0,-1 1 0,-1 0 0,2 8 0,7 123 314,-9 14-312,1-144-36,0 0 1,0 1 0,1-1-1,-1 0 1,1 0 0,0 0-1,0 0 1,1-1 0,0 1-1,6 8 1,3 12 31,15-8-58,-25-16-31,1 0 0,0 0 0,0-1 1,-1 1-1,1-1 0,0 0 1,0 1-1,-1-1 0,1-1 1,0 1-1,0 0 0,0-1 1,-1 1-1,1-1 0,0 0 1,-1 0-1,1 0 0,-1 0 1,1 0-1,-1-1 0,1 1 1,-1-1-1,2-1 0,6-6-946,-1 3-448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1.7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38 228,'-9'0'3596,"18"0"-3120,10 0-136,9 0-108,9 0-84,1-6-60,-1 1-28,10 0-156,0 0-216,0-1-304,-9 1-620,-1 0-536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37.3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9 142 488,'-8'5'2471,"15"-3"-2215,5-3 123,0-4-287,-10 5-82,0 0 1,-1 0-1,1-1 1,0 1-1,-1-1 1,1 1-1,-1-1 1,1 0-1,-1 1 1,1-1-1,-1 0 1,1 0-1,-1 0 1,0 0-1,1 0 1,-1-1-1,0 1 1,0 0-1,0 0 1,0-1-1,0 1 1,1-2-1,24-26 326,-23 25-323,1-1-1,-1 1 1,1 0-1,0 0 1,-1 0 0,2 0-1,4-3 1,5-4 27,4-13 168,0 2 404,-23 35-316,0-1-1,1 1 0,0 0 0,1 0 0,1 0 1,0 1-1,0 15 0,-7 94 547,-1-45-667,18-73-277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37.5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16 828,'-26'1'4083,"27"3"-2779,11-1-1000,11 0-328,12-5-59,57-9 0,-58 5-2092,56-1 0,-79 7 408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38.7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42 560,'0'0'2090,"-19"-20"864,21 18-2937,0 1-1,0-1 1,0 0 0,0 1 0,0 0 0,0-1-1,0 1 1,0 0 0,1 0 0,-1 1-1,3-2 1,-1 1-19,0 0 0,-1 0 1,1 0-1,0 0 0,0 1 0,0-1 0,0 1 0,0 0 0,0 0 0,0 1 1,0-1-1,-1 1 0,1 0 0,0 0 0,0 0 0,0 0 0,-1 1 0,1 0 1,-1-1-1,1 1 0,-1 0 0,0 1 0,0-1 0,0 1 0,0-1 0,0 1 1,0 0-1,-1 0 0,1 0 0,-1 1 0,0-1 0,0 0 0,0 1 0,-1-1 0,1 1 1,-1 0-1,1 3 0,-2 1 8,-1-1-1,0 0 1,0 0 0,-1 0-1,0 0 1,0 0 0,-1 0-1,0 0 1,0-1 0,-5 9 0,-67 74 262,68-82-250,3-3-5,0 0 0,0 0 0,1 0 0,-1 1 0,1-1 0,0 1 0,-3 6 0,7-11-13,-1 1-1,1-1 1,-1 1 0,1-1-1,0 1 1,-1-1-1,1 1 1,-1-1-1,1 0 1,0 1 0,-1-1-1,1 0 1,0 0-1,0 1 1,-1-1-1,1 0 1,0 0 0,0 0-1,-1 0 1,1 0-1,0 0 1,-1 0-1,1 0 1,0 0 0,0 0-1,-1-1 1,2 1-1,25-5-4,-25 5 6,145-16-697,-82 10-2786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0.4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85 4 744,'-8'0'5039,"30"-2"-5085,-18 2 56,1-1 1,-1 1-1,0 0 0,1 0 1,-1 0-1,0 0 1,8 2-1,0 1 3,18 8 3,-29-11-17,0 1 0,0 0 0,0-1 0,0 1 0,0 0 0,0 0 0,-1-1 0,1 1 1,0 0-1,0 0 0,-1 0 0,1 0 0,-1 0 0,1 0 0,-1 0 0,1 0 0,-1 0 0,0 1 0,1-1 0,-1 0 0,0 0 0,0 0 0,0 2 0,0 0 1,-1 1 1,0-1-1,1 0 1,-2 0-1,1 0 1,0 0-1,0 0 1,-1 0-1,0 0 1,0 0-1,1-1 1,-6 5-1,-33 35 42,19-21-64,20-21 20,1 0 0,-1 0 0,1 0 0,0 0-1,0 0 1,-1 1 0,1-1 0,0 0 0,-1 0 0,1 1 0,0-1 0,0 0 0,-1 0 0,1 1 0,0-1-1,0 0 1,0 0 0,-1 1 0,1-1 0,0 0 0,0 1 0,0-1 0,0 0 0,0 1 0,0-1 0,0 1 0,0-1-1,-1 0 1,1 1 0,1-1 0,-1 0 0,0 1 0,0-1 0,0 0 0,0 1 0,0-1 0,0 0 0,0 1-1,0-1 1,0 0 0,1 1 0,-1-1 0,0 0 0,0 1 0,0-1 0,1 1 0,23 0-65,-18-1 84,-1 0-18,0 1 1,0-1 0,-1 1-1,1-1 1,0 1-1,0 1 1,-1-1-1,1 1 1,0 0-1,-1 0 1,0 0 0,1 0-1,-1 1 1,0 0-1,0 0 1,-1 0-1,4 4 1,-5-5 0,-1 0 0,1 0 0,-1 0-1,0 0 1,0 0 0,0 1 0,0-1 0,0 1 0,0-1 0,-1 1 0,1-1 0,-1 1-1,0-1 1,0 1 0,0-1 0,0 1 0,0-1 0,0 1 0,-1-1 0,1 1-1,-1-1 1,0 1 0,1-1 0,-1 0 0,0 1 0,-1-1 0,1 0 0,0 0-1,-1 0 1,1 1 0,-1-2 0,1 1 0,-5 3 0,-2 3 44,0-1 1,-1-1 0,0 1-1,0-2 1,-1 1 0,1-1-1,-1-1 1,0 0 0,-1 0-1,1-1 1,0 0-1,-1-1 1,0 0 0,0 0-1,-12-1 1,-12-12-54,23 4-540,20 4-684,3-2-2530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1.2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50 7 1780,'-14'-6'3869,"10"12"-1661,-6 15-1878,7-15-304,-1 1-1,2-1 1,-1 1-1,1 0 1,0 0-1,0 0 0,1 0 1,-1 0-1,2 0 1,-1 0-1,1 1 1,0-1-1,3 14 0,-3 5-42,0-24 6,0-1 0,0 1-1,0-1 1,0 1 0,0-1 0,0 1-1,1-1 1,-1 1 0,0-1 0,1 1 0,-1-1-1,1 0 1,0 1 0,-1-1 0,1 0-1,0 1 1,0-1 0,0 0 0,0 0-1,0 0 1,0 0 0,0 0 0,0 0-1,0 0 1,0 0 0,2 1 0,0-1-45,0-1 0,0 1 0,0-1 0,0 1 0,0-1 0,0 0 0,0 0 0,0 0 0,0 0 0,-1-1 0,1 1 0,5-3 0,8-2-194,1-1 0,-1-1 0,22-14 0,-36 20 265,14-9-176,-6 5 525,-8 31 515,-20 83 719,12-80-1436,1-5-1290,6-7-2565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2.1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 19 476,'6'-13'3131,"-3"7"-568,-11 10-1992,5 0-567,1 0 0,-1 0 1,1 0-1,0 1 1,0 0-1,0-1 1,0 1-1,1 0 0,0 0 1,0 0-1,0-1 1,1 1-1,-1 0 0,1 0 1,1 9-1,5 0-12,-4-8 3,1-1 1,-1 0 0,1 0 0,-1 0 0,2 0-1,-1 0 1,0-1 0,1 1 0,0-1-1,0 0 1,5 4 0,44 47-18,-49-51 41,-1 0-1,0 0 0,0 0 1,0 1-1,0 0 0,-1-1 0,0 1 1,0 0-1,0 0 0,-1 0 1,2 9-1,-3-11 18,-1 0 1,1 0-1,-1 0 1,0 0-1,0-1 0,0 1 1,0 0-1,0-1 1,-1 1-1,1-1 1,-1 1-1,1-1 0,-1 0 1,0 1-1,0-1 1,0 0-1,0 0 1,-1-1-1,1 1 0,-1 0 1,1-1-1,-1 1 1,1-1-1,-1 0 0,0 0 1,-2 1-1,-2 0-246,1 0-1,-1 0 0,0 0 0,1-1 1,-1 0-1,0 0 0,0-1 0,0 0 1,-13-1-1,4-9-1773,12 6 1247,-5-2-1188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2.3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85 692,'0'-6'1368,"9"1"-436,1-5-276,-1 4-160,10-4-100,0 4-64,-1-4-88,1 5-84,9-1-100,-9 1-100,0 0-140,0 0-204,-1 5-272,-8-6-548,-1 12-520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2.9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207 1 1372,'0'0'1155,"-20"0"3217,13 5-4168,0 0 1,0 1 0,0 0-1,1 1 1,0 0 0,0-1 0,1 2-1,0-1 1,0 1 0,-4 9 0,-40 94 80,48-108-277,-2 4-10,0 1 0,1-1-1,0 0 1,0 1 0,1-1-1,0 1 1,1-1 0,-1 1-1,1 0 1,1-1 0,2 14-1,-1-14-8,-1-2-48,0-1 0,1 1 1,-1 0-1,1 0 0,0-1 0,5 8 0,-6-11 33,0 0-1,0 0 1,1 0 0,-1 0-1,0 0 1,0-1 0,0 1-1,1 0 1,-1 0-1,0-1 1,1 1 0,-1-1-1,1 0 1,-1 1 0,0-1-1,1 0 1,-1 0-1,1 0 1,-1 0 0,1 0-1,-1 0 1,1 0 0,-1 0-1,1 0 1,-1-1 0,0 1-1,2-1 1,4-2-16,0 0 0,0-1 0,0 1 1,-1-1-1,8-6 0,5-11 175,-19 20-118,1 0 1,-1 1-1,0-1 0,1 0 1,-1 0-1,0 1 1,0-1-1,0 0 1,0 0-1,0 0 0,0 1 1,0-1-1,0 0 1,0 0-1,0 0 1,0 1-1,0-1 0,0 0 1,-1 0-1,1 1 1,0-1-1,-1 0 1,1 1-1,0-1 0,-1 0 1,1 1-1,-2-2 1,1 1-2,0 0 0,-1 1 1,1-1-1,0 0 0,-1 1 0,1-1 1,-1 1-1,0-1 0,1 1 0,-1 0 1,1-1-1,-1 1 0,1 0 0,-1 0 1,0 0-1,1 0 0,-1 1 0,1-1 1,-1 0-1,1 1 0,-1-1 0,0 1 1,1-1-1,0 1 0,-1 0 0,-2 1 1,-40 26-54,39-25 1,-8 7-1130,0 1 0,1 1 0,-18 20 0,25-26 168,-6 13-1457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4.0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39 1024,'0'1'68,"0"0"0,0 0 0,0 0 1,0 0-1,0 0 0,0 0 0,1 0 0,-1 0 0,0 0 0,1 0 1,-1 0-1,1 0 0,-1 0 0,1 0 0,-1 0 0,1 0 0,0-1 1,-1 1-1,1 0 0,0 0 0,0-1 0,0 1 0,-1 0 0,1-1 0,2 2 1,0-1-32,0 0 0,0-1 0,0 1 0,0 0 0,0-1 0,1 0 1,-1 1-1,0-1 0,4-1 0,9-1-281,0-1-1,27-8 1,-36 9 222,0 1-59,1-1-1,-1-1 1,0 1 0,0-1-1,0 0 1,-1-1-1,1 0 1,-1 0 0,0 0-1,9-8 1,-7 5 614,-10 17 431,-3 14-286,-13 144 680,18-162-1381,0 11-523,-1-1-1,0 1 1,-5 28 0,4-24-924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4.7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193 90 732,'-9'-48'2419,"13"33"-2281,-4 14-130,1 1 1,-1 0 0,0-1 0,1 1 0,-1-1 0,0 1 0,1-1 0,-1 1 0,0-1 0,0 1-1,0-1 1,0 0 0,1 1 0,-1-1 0,0 1 0,0-1 0,0 1 0,0-1 0,0 1-1,0-1 1,-1 0 0,1 1 0,0-1 0,0 1 0,0-1 0,0 1 0,-1-1 0,1 1 0,0-1-1,0 1 1,-1-1 0,1 1 0,0-1 0,-1 1 0,1 0 0,-1-1 0,1 1 0,-1 0-1,0-1 1,-3-1 28,1 1 0,-1 0 0,0 0 0,0 0-1,0 1 1,0 0 0,0-1 0,-1 1 0,1 1 0,0-1-1,0 0 1,0 1 0,0 0 0,0 0 0,0 0-1,1 1 1,-1-1 0,0 1 0,1 0 0,-1 0-1,-3 2 1,-9 6-58,1 1-1,0 0 0,-18 18 1,31-27 21,0 0 0,0 0 1,1 1-1,-1-1 1,1 1-1,0-1 0,0 1 1,0-1-1,0 1 0,0 0 1,0 0-1,1-1 1,0 1-1,-1 0 0,1 0 1,0 0-1,0-1 0,0 1 1,1 0-1,-1 0 0,1-1 1,-1 1-1,1 0 1,0 0-1,0-1 0,0 1 1,1-1-1,-1 1 0,1-1 1,-1 0-1,1 1 1,0-1-1,-1 0 0,1 0 1,0 0-1,1 0 0,-1-1 1,0 1-1,0 0 0,1-1 1,-1 0-1,1 1 1,-1-1-1,1 0 0,0 0 1,4 0-1,77 31 5,-81-31-2,1 0 1,-1 0-1,1 1 1,-1 0-1,1-1 1,-1 1-1,0 0 0,0 1 1,0-1-1,0 0 1,-1 1-1,1 0 1,-1 0-1,3 3 1,-4-5 0,-1 0 1,1 0 0,-1 0-1,1 0 1,-1 0 0,1 0-1,-1 0 1,0 0 0,0 0 0,0 0-1,1 1 1,-1-1 0,0 0-1,0 0 1,-1 0 0,1 0-1,0 0 1,0 0 0,0 0-1,-1 0 1,1 1 0,-1-1-1,1 0 1,-1 0 0,1 0-1,-1-1 1,1 1 0,-1 0-1,0 0 1,0 0 0,1 0 0,-1-1-1,0 1 1,0 0 0,0-1-1,0 1 1,0 0 0,0-1-1,0 1 1,0-1 0,0 0-1,0 1 1,0-1 0,0 0-1,-1 1 1,-4 1 42,-1 0 0,1 0 0,0-1 0,0 1-1,-1-1 1,1-1 0,-1 1 0,1-1 0,0 0 0,-1-1-1,-7 0 1,12 0-29,0 1-1,1-1 1,-1 0-1,0 1 1,1-1-1,-1 0 1,1 0-1,-1 0 0,1 0 1,-1 0-1,1-1 1,0 1-1,-1 0 1,1 0-1,0-1 1,0 1-1,-2-3 1,2 1-9,1 0 0,-1 0 1,0 0-1,0 1 1,1-1-1,0 0 0,0 0 1,0 0-1,0 0 1,0 0-1,0 0 0,1 0 1,-1 0-1,2-3 1,1-2-75,0 0 0,0 0 1,1 1-1,0-1 0,0 1 1,1 0-1,-1 0 0,2 1 1,10-11-1,-1 2-798,0 2 0,33-22 1,-20 18-802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5.7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198 43 140,'-10'-31'2685,"10"31"-2676,0-1 0,0 1 0,0-1 0,0 1 0,0-1 0,0 1 0,-1-1 0,1 1 0,0-1 0,0 1 0,0-1 0,-1 1 0,1-1 0,0 1 0,-1 0 0,1-1 0,0 1 1,-1 0-1,1-1 0,-1 1 0,1 0 0,0-1 0,-1 1 0,1 0 0,-1 0 0,1 0 0,-1-1 0,1 1 0,-1 0 0,1 0 0,-1 0 0,0 0 0,-25 1 405,-23 14 189,37-8-538,0 0 0,1 1 0,0 0-1,-10 10 1,17-15-68,1 0 0,0 0 0,0 1 0,1-1 0,-1 1 0,1 0 0,0 0 0,0 0 0,0 0 0,0 0 0,1 0 0,-1 0 0,1 1 0,0-1 0,1 1 0,-1 7 0,1-11-1,0 0-1,-1 0 1,1 0-1,1 0 1,-1 0 0,0 0-1,0 0 1,0 0-1,0 0 1,1-1-1,-1 1 1,0 0 0,1 0-1,-1 0 1,1 0-1,-1 0 1,1 0-1,-1-1 1,1 1 0,0 0-1,0 0 1,-1-1-1,1 1 1,0 0 0,0-1-1,-1 1 1,1-1-1,0 1 1,1 0-1,1-1-5,-1 0 0,1 1-1,-1-1 1,1 0 0,-1 0-1,1 0 1,-1-1 0,1 1 0,-1-1-1,1 1 1,3-2 0,3-1 11,0-1 1,0 0-1,-1-1 1,1 0-1,11-9 1,-20 14-5,3-3 81,0 1 0,-1-1-1,1 1 1,0 0 0,0 0-1,0 0 1,1 0-1,-1 1 1,5-3 0,-7 4-50,-1 0 0,1 0 1,-1 0-1,0 0 0,1 1 0,-1-1 1,1 0-1,-1 0 0,0 0 1,1 0-1,-1 1 0,0-1 0,1 0 1,-1 0-1,0 1 0,1-1 1,-1 0-1,0 1 0,0-1 0,1 0 1,-1 1-1,0-1 0,0 0 1,0 1-1,1-1 0,-1 0 1,0 1-1,0-1 0,0 1 0,3 27 661,16 67 299,-24 0-1385,-10-32-3712,7-48 2206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6.2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11 1580,'2'-11'3356,"1"23"-1296,0 2-1777,-1-4-32,0 0 0,-1 0 0,0 1 1,-1-1-1,0 0 0,-2 17 1,0 7-4,-3 8-384,0 0-4173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6.5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1 101 304,'10'-42'6961,"-20"63"-5589,10-13-1248,0 2-65,0 0-1,0 1 0,1-1 0,0 1 0,1-1 0,5 16 1,-7-24-82,1-1 0,0 1 0,0-1 1,0 1-1,0-1 0,0 1 1,0-1-1,0 1 0,1-1 1,-1 0-1,0 0 0,1 1 1,-1-1-1,1 0 0,-1 0 0,1-1 1,2 2-1,-1-1-25,0 0 0,1-1 0,-1 0 1,0 0-1,0 0 0,0 0 0,0 0 0,0 0 0,0-1 1,1 0-1,-1 1 0,0-1 0,4-2 0,1-1-70,-1 1-1,1-1 1,-1-1-1,0 1 1,-1-1-1,1 0 1,-1-1-1,0 1 1,0-1-1,9-12 1,-12 14 100,-1 0 1,1 1-1,-1-1 0,1-1 0,-1 1 1,0 0-1,-1 0 0,1-1 1,-1 1-1,0-1 0,0 1 1,0-1-1,-1 0 0,0 1 0,1-1 1,-2 0-1,1 1 0,0-1 1,-1 1-1,-2-7 0,3 9 24,-1 0 1,0 0-1,0 0 0,0 1 0,0-1 1,0 0-1,0 0 0,-1 1 0,1-1 1,-1 1-1,1-1 0,-1 1 0,1 0 0,-1 0 1,0-1-1,0 1 0,1 0 0,-1 0 1,0 1-1,0-1 0,0 0 0,0 1 1,0-1-1,0 1 0,0 0 0,0-1 0,0 1 1,-1 0-1,1 0 0,0 0 0,0 1 1,0-1-1,0 0 0,0 1 0,0 0 1,0-1-1,0 1 0,0 0 0,1 0 0,-3 1 1,-7 3-515,1 0 0,0 1 0,0 0 0,1 1 0,-16 14 0,14-10-1367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7.2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22 340,'10'-10'1956,"2"-1"1209,-11 11-3111,-1 0 0,1 1 1,-1-1-1,0 0 1,1 1-1,-1-1 0,1 0 1,-1 1-1,0-1 0,1 0 1,-1 1-1,0-1 1,1 1-1,-1-1 0,0 0 1,0 1-1,0-1 0,1 1 1,-1-1-1,0 1 1,0-1-1,0 1 0,0-1 1,0 1-1,0-1 1,0 1-1,0-1 0,0 1 1,0 0-1,0-1 0,0 1 1,0-1-1,0 1 1,0-1-1,-1 0 0,1 2 1,9 91 1823,-9-19-2597,0-42-5691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7.4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 1120,'0'0'122,"0"-1"1,1 1-1,-1 0 0,0-1 0,1 1 1,-1 0-1,0 0 0,1-1 0,-1 1 1,0 0-1,1 0 0,-1 0 0,1-1 1,-1 1-1,1 0 0,-1 0 0,0 0 0,1 0 1,-1 0-1,1 0 0,-1 0 0,1 0 1,-1 0-1,0 0 0,1 0 0,-1 0 1,1 0-1,-1 1 0,1-1 0,-1 0 1,0 0-1,1 0 0,-1 1 0,0-1 1,1 0-1,-1 0 0,0 1 0,1-1 1,0 1-1,1 26 1037,-6 11-701,2-31-427,1-1 0,0 1 0,0 0-1,1 0 1,0-1 0,0 1 0,2 8-1,1 3-351,-1-1-1,0 1 0,-2 23 0,-7 23-3852,5-38 2018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7.8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31 0 788,'-10'17'4602,"-8"67"-1187,17-45-3144,0 11-1023,3-18-4222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8.1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25 500,'0'-1'140,"0"0"-1,0 0 1,0 0 0,0 0 0,1 0-1,-1 0 1,0 0 0,1 0 0,-1 0-1,1 0 1,-1 0 0,1 0-1,-1 0 1,1 0 0,0 1 0,0-1-1,-1 0 1,1 0 0,0 1 0,0-1-1,0 0 1,0 1 0,0-1-1,-1 1 1,1-1 0,0 1 0,0 0-1,0-1 1,0 1 0,1 0 0,0 0-1,0-1-72,-1 1-1,1 0 0,0 0 1,-1 0-1,1 0 0,-1 0 1,1 0-1,0 0 1,-1 0-1,1 1 0,-1-1 1,1 1-1,-1-1 0,1 1 1,-1 0-1,1-1 0,-1 1 1,0 0-1,2 1 1,-2 0-39,0-1 1,0 1 0,0 0 0,0-1 0,0 1 0,0 0-1,-1 0 1,1 0 0,-1 0 0,1-1 0,-1 1 0,0 0 0,0 0-1,0 0 1,0 0 0,0 0 0,0 0 0,0 0 0,-1 0-1,1-1 1,-1 1 0,1 0 0,-1 0 0,0 0 0,0-1-1,0 1 1,-2 3 0,-5 7 53,0 0 0,-20 21 0,-1 4 31,2 15-80,27-52-35,0 1-1,0 0 1,-1 0 0,1-1 0,0 1-1,0 0 1,0 0 0,0 0-1,0-1 1,0 1 0,0 0 0,1 0-1,-1-1 1,0 1 0,0 0-1,1-1 1,-1 1 0,0 0 0,1 0-1,-1-1 1,0 1 0,1-1-1,-1 1 1,1 0 0,-1-1 0,1 1-1,-1-1 1,1 1 0,0-1-1,-1 1 1,1-1 0,0 0 0,-1 1-1,1-1 1,0 0 0,-1 1-1,1-1 1,1 0 0,33 9-345,-22-9-195,1-2 0,-1 0-1,1 0 1,-1-1 0,0-1 0,24-9-1,-17 2-1263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8.7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0 1112,'0'0'2942,"0"28"-717,-10 125-1610,10-113-5007,0-34 2378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9.1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38 140,'0'-1'137,"0"-1"0,0 1 1,0-1-1,0 1 0,1 0 0,-1-1 1,0 1-1,1-1 0,-1 1 0,0 0 0,1-1 1,0 1-1,-1 0 0,1-1 0,0 1 1,0 0-1,0 0 0,-1 0 0,1 0 0,1-1 1,-1 2-1,0-1 0,0 0 0,0 0 1,0 0-1,1 0 0,1-1 0,0 2-52,0-1-1,-1 1 1,1-1-1,0 1 1,0 0-1,-1 0 1,1 0-1,0 0 1,-1 1-1,1-1 1,0 1-1,-1-1 0,1 1 1,2 1-1,-2-1-61,0 0-1,-1 1 1,1-1-1,0 1 0,-1-1 1,1 1-1,-1 0 1,0 0-1,0 0 0,1 0 1,-1 0-1,3 5 0,-5-6 2,1 0-1,-1 0 1,1 0-1,-1 1 0,1-1 1,-1 0-1,0 0 1,1 1-1,-1-1 0,0 0 1,0 0-1,0 1 1,0-1-1,0 0 1,0 1-1,0-1 0,-1 0 1,1 0-1,0 1 1,-1-1-1,1 0 0,-1 0 1,1 0-1,-1 1 1,1-1-1,-1 0 0,0 0 1,0 0-1,-1 1 1,-73 99 249,74-99-296,-1 0 1,1 0 0,0 0-1,0 0 1,-1 0-1,2 1 1,-1-1-1,0 0 1,0 1 0,1-1-1,-1 1 1,1-1-1,0 0 1,0 1-1,0-1 1,0 1-1,0-1 1,0 1 0,1-1-1,-1 0 1,1 1-1,1 3 1,1 1-48,1 0 1,0 0-1,1-1 1,0 1-1,8 8 1,-10-12 82,1 1 0,-1-1 0,1 1 0,-1 0 1,-1 0-1,1 1 0,0-1 0,-1 0 1,0 1-1,0-1 0,-1 1 0,1 0 1,1 7-1,-4-9 38,0 0-1,0-1 1,0 1 0,0-1-1,0 0 1,0 1 0,0-1-1,-1 0 1,0 1 0,1-1-1,-1 0 1,0 0 0,0 0-1,0-1 1,0 1 0,0 0-1,0-1 1,-1 1 0,1-1-1,0 0 1,-5 2 0,0 0-203,1 0 0,-1 0 0,0-1 1,0 0-1,0 0 0,0-1 0,-14 1 1,20-1-13,0-1 1,0 0 0,0 0-1,0-1 1,-1 1 0,1 0 0,0 0-1,0-1 1,0 1 0,0 0 0,0-1-1,0 1 1,0-1 0,0 1 0,-1-2-1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9.5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1680,'0'0'2626,"9"10"123,-9 101-987,0-37-4882,-6-61 539,4-10 1944,1 2-1414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49.8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13 1784,'-4'-12'3979,"-1"25"-2205,-4 66-1305,8-63-461,1-10-76,-1 0-1,1 0 0,0 0 0,1 0 0,-1 0 0,1 0 1,0 0-1,1-1 0,2 9 0,0-7-310,-4-6 349,0-1 1,1 1-1,-1-1 0,0 1 1,0-1-1,1 1 1,-1 0-1,0-1 0,1 1 1,-1-1-1,0 0 1,1 1-1,-1-1 0,1 1 1,-1-1-1,1 1 1,-1-1-1,1 0 0,-1 1 1,1-1-1,-1 0 0,1 0 1,0 0-1,-1 1 1,1-1-1,-1 0 0,1 0 1,0 0-1,-1 0 1,1 0-1,-1 0 0,1 0 1,0 0-1,-1 0 1,1 0-1,0 0 0,-1 0 1,1-1-1,-1 1 1,1 0-1,-1 0 0,1-1 1,-1 1-1,1 0 1,0-1-1,-1 1 0,0 0 1,1-1-1,-1 1 1,1-1-1,-1 1 0,1-2 1,33-29-734,-31 28 832,0-1-1,0 1 0,0 0 0,0-1 1,0 1-1,1 1 0,-1-1 0,1 0 1,0 1-1,-1 0 0,1 0 0,1 0 1,-1 0-1,5-1 0,-8 4-11,-1 0 1,1 0-1,-1 0 0,0-1 1,1 1-1,-1 0 0,0 0 1,0 0-1,0 0 0,1 0 1,-1 0-1,0 0 0,0 0 1,0-1-1,-1 1 0,1 0 0,0 0 1,0 0-1,0 0 0,-1 0 1,1 0-1,-1 1 0,-6 25 483,7-26-471,-28 146 644,25-126-1620,3-19 706,0-1 0,0 0 0,0 1 0,0-1 0,0 0 0,-1 0 0,1 1 0,0-1 0,-1 0 0,1 0 0,-1 0 0,1 1 0,-1-1 0,0 0 0,-1 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0.7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1488,'9'0'1288,"-9"5"-344,0 6-184,0-1-96,-9 6-43,9 0-65,0 5-76,0 0-104,0 0-120,0 0-192,-9 0-216,9 1-200,0-7-200,-10 1-192,10 0-189,0-5-191,0-1-324,0 1-360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0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 1476,'1'0'71,"-1"0"-1,1 0 0,-1 0 1,1 0-1,-1-1 1,0 1-1,1 0 0,-1 0 1,1-1-1,-1 1 1,0 0-1,1-1 1,-1 1-1,0-1 0,1 1 1,-1 0-1,0-1 1,1 1-1,-1-1 1,0 1-1,0-1 0,0 1 1,1 0-1,-1-1 1,0 1-1,0-1 0,0 1 1,0-1-1,0 1 1,0-1-1,0 1 1,0-1-1,0 1 0,0-1 1,0 0-1,2 11 1693,98 141-1168,-100-151-630,1 1 1,-1-1-1,0 0 1,1 0-1,-1 0 1,0 1-1,0-1 1,1 0-1,-1 1 1,0-1-1,0 0 1,0 1-1,1-1 1,-1 0-1,0 0 1,0 1-1,0-1 1,0 1-1,0-1 1,0 0-1,0 1 1,0-1-1,0 0 1,0 1-1,0-1 1,0 0-1,0 1 1,0-1-1,0 0 1,0 1-1,0-1 1,0 1-1,0-1 1,-1 0-1,1 1 1,0-1-1,0 0 1,0 0-1,-1 1 1,1-1-1,0 0 1,0 0-1,-1 1 1,1-1-1,-1 0 1,-14-1-2421,11 0 2100,-13 1-1401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1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69 656,'10'-10'1024,"8"-1"-256,-8 6-184,8-6-116,-8 6-104,9 0-96,-1 0-76,10-1-112,-9 1-128,0 5-148,9-5-156,-9 5-180,0 0-324,-10 5-516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6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1540,'3'1'4516,"4"18"-2486,2 30-88,-8-7-337,0-16-934,-1 0-1,-2 0 0,-6 38 0,-1 9-2500,7-50-376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29:51.9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37 12,'0'-9'1812,"0"8"-1572,1 0 0,-1 0 0,0 0 0,1 0 0,-1 0 0,0 1 0,0-1 0,0 0 0,0 0 0,0 0 0,0 0 0,0 0 0,0 0 0,0 0 0,-1 0 0,1 0 0,0 0 0,-1 0 0,1 1 0,0-1 0,-1 0 0,1 0 0,-1 0 0,1 1 0,-1-1 0,1 0 0,-1 0 0,0 1 0,0-1 0,1 1 0,-2-2 0,0 2 420,2 27 1102,-5 24-1025,3-40-678,0 0-1,1 0 1,1 0-1,-1 0 1,2 0-1,1 14 1,1-14-69,11 45-20,-14-54-2,1 0 0,0 1 0,0-1 0,0 0 0,0 0 0,0 1 0,0-1 1,1 0-1,-1 0 0,0 0 0,1-1 0,0 1 0,0 0 0,-1 0 0,1-1 0,0 1 0,0-1 0,3 1 0,-4-1 14,0-2 0,0 1-1,1 0 1,-1 0-1,0 0 1,1 0-1,-1-1 1,0 1-1,0-1 1,0 1 0,1-1-1,-1 1 1,0-1-1,0 0 1,0 1-1,0-1 1,0 0-1,0 0 1,0 0-1,0 0 1,-1 0 0,1 0-1,0 0 1,0 0-1,-1 0 1,1 0-1,-1 0 1,1 0-1,-1-1 1,1 1 0,-1 0-1,0 0 1,0-1-1,1-1 1,4-9 8,-5 11-12,0 0 1,0 0-1,0 1 0,0-1 0,0 0 1,0 0-1,-1 0 0,1 0 0,0 0 1,0 1-1,0-1 0,-1 0 0,1 0 0,-1 0 1,1 1-1,0-1 0,-1 0 0,0 0 1,1 1-1,-1-1 0,1 0 0,-1 1 1,0-1-1,1 1 0,-1-1 0,0 1 1,1-1-1,-1 1 0,0 0 0,0-1 1,0 1-1,0 0 0,1-1 0,-1 1 1,0 0-1,0 0 0,0 0 0,0 0 1,0 0-1,1 0 0,-1 0 0,0 0 1,0 0-1,0 0 0,-1 1 0,-2 3-529,0-1-1,1 1 0,-1 0 1,1 0-1,0 0 1,0 0-1,1 1 0,-4 6 1,1-1-1089,-5 6-738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6.4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847 99 208,'-7'-8'69,"-1"1"-1,0-1 1,0 1 0,0 1-1,-1-1 1,0 2 0,0-1-1,-1 1 1,0 0 0,1 1-1,-1 0 1,-1 1 0,-10-3-1,1 3 74,1 1-1,-1 1 1,0 1 0,0 0-1,1 2 1,-28 4-1,19-1-29,-1 1 1,1 1-1,1 2 0,0 1 0,0 0 1,0 2-1,2 2 0,-28 17 0,34-17-79,1 0-1,1 1 1,0 0-1,1 2 0,1 0 1,0 0-1,1 2 1,1 0-1,1 0 1,-17 38-1,12-18-15,2 0-1,1 1 1,2 1-1,2 0 1,-8 68 0,17-87-16,0 0 0,1 1 1,1-1-1,1 0 0,1 0 0,1 0 1,1 0-1,0-1 0,2 1 1,1-2-1,1 1 0,15 26 1,-11-25-4,1-1 0,1 0 0,1-1 0,1-1 1,0-1-1,2 0 0,0-1 0,39 26 0,-40-32 3,1-1 0,0-1 0,0 0 0,1-2 0,0 0 0,1-1 0,-1-1 0,1-1 0,0-1-1,0 0 1,23-2 0,-5-1-15,0-3 0,0-1 0,0-2 0,-1-1 0,0-2 0,0-2 0,-1-2 0,0-1 0,-2-1 0,1-2 0,-2-2 0,43-31 0,-52 32 19,-1-2-1,-1 0 0,-1-2 0,-1 0 1,-1-1-1,-1-2 0,-1 0 0,-1 0 0,-1-2 1,-1 0-1,-2-1 0,-1 0 0,-1-1 1,-1 0-1,-2 0 0,6-39 0,-10 38 6,-1-1 0,-1 1 0,-2-1-1,-1 1 1,-2 0 0,0-1 0,-2 1-1,-17-53 1,16 64 4,-1 1 0,-1 0 0,0 1 0,-1 0 0,-1 0 1,-1 1-1,-1 1 0,0 0 0,0 0 0,-2 1 0,0 1 0,0 0 0,-1 1 0,-33-21 0,40 29-11,0 0-1,0 1 1,0-1-1,0 2 1,-1-1-1,1 1 1,-1 0 0,0 1-1,1 0 1,-1 0-1,0 1 1,0 0-1,0 1 1,0 0-1,1 0 1,-1 1 0,0 0-1,1 0 1,0 1-1,-1 0 1,1 1-1,-14 8 1,5-1-174,0 1 0,1 1 0,1 0 1,0 1-1,1 0 0,0 1 0,1 1 0,-21 34 0,4 3-1217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7.9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148 83 716,'10'-68'3610,"-11"67"-3597,0 0-1,1 0 1,-1 0 0,0 0 0,0 0 0,0 0-1,0 0 1,0 0 0,0 1 0,0-1 0,0 0-1,0 1 1,0-1 0,0 1 0,-1-1 0,1 1-1,0 0 1,0-1 0,-1 1 0,1 0 0,0 0-1,0 0 1,-1 0 0,1 0 0,0 0 0,0 0-1,-1 1 1,1-1 0,0 0 0,-2 1 0,-4 0-15,1 0 1,0 0 0,-1 0 0,1 1-1,0 0 1,-6 3 0,5-2-22,0 1 1,0 1-1,1 0 1,-1-1-1,1 2 0,1-1 1,-11 13-1,15-16 17,-1 0 0,1-1 0,0 1 0,0 1 0,0-1 0,0 0 0,1 0 0,-1 0 0,0 0 0,1 1 0,0-1 0,-1 0 0,1 0 0,0 1 0,0-1 0,0 0 0,1 1 0,-1-1 0,0 0 0,1 0 0,0 0 0,-1 1 0,1-1 0,0 0 0,0 0 0,0 0 0,1 0 0,-1 0-1,0 0 1,1-1 0,2 4 0,37 36-58,-30-31 61,-1-1-1,0 2 1,-1-1-1,0 1 1,0 1-1,-1 0 1,-1 0-1,9 17 1,-15-26 27,0 0 1,-1 0-1,1 1 0,-1-1 1,0 0-1,1 0 0,-1 0 0,-1 0 1,1 0-1,0 0 0,-1 1 1,1-1-1,-1 0 0,0 0 0,0 0 1,0 0-1,-1-1 0,1 1 1,-1 0-1,0 0 0,1-1 0,-1 1 1,0-1-1,0 0 0,-5 4 1,3-2 27,0-1 1,0 0 0,-1 0 0,1 0 0,-1 0-1,0-1 1,0 0 0,0 0 0,0 0 0,0 0-1,0-1 1,0 0 0,-1 0 0,-7 0 0,12-1-118,0 0 1,0 0 0,1 0 0,-1 0 0,0 0 0,0-1 0,1 1 0,-1 0 0,0 0 0,1-1 0,-1 1 0,0 0 0,1-1 0,-1 1 0,0-1 0,1 1 0,-1-1 0,1 1 0,-1-1 0,1 1 0,-1-1-1,1 1 1,-1-1 0,1 0 0,0 1 0,-1-1 0,1 0 0,0 1 0,-1-1 0,1 0 0,0 0 0,0 1 0,0-1 0,0 0 0,0 0 0,0 1 0,0-1 0,0 0 0,0 0 0,0 1 0,0-1 0,0 0-1,0 0 1,1 1 0,-1-1 0,0 0 0,1 0 0,7-10-1370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8.2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1 820,'-2'7'3046,"-5"45"-2374,16 179 377,1-136-1650,-10-88 107,1 0-1,0-1 1,0 1 0,1 0-1,4 11 1,1-7-1238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8.4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0 808,'0'16'884,"0"0"-300,0 5-204,0 0-136,0 5-68,0 1-60,0-6-52,0 5-36,0 0-64,0-5-92,0 1-136,0-1-164,0-5-312,0-1-456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8.5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1 101 28,'0'-21'1076,"9"-6"-360,-9 11-228,0 6-164,10-6-116,-10 11-80,0-1-88,9 6-368,0 6-152,1-1-432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9.0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137 543 264,'0'-9'1472,"0"7"-1375,1 0 1,-1-1-1,0 1 1,0 0-1,0-1 1,-1 1 0,1 0-1,0-1 1,-1 1-1,0 0 1,1 0-1,-1 0 1,0-1-1,0 1 1,-2-2-1,-3-7 66,6 10-159,0 1 0,0-1 0,0 1 0,-1-1 1,1 1-1,0-1 0,0 1 0,-1-1 0,1 1 0,0-1 1,-1 1-1,1-1 0,0 1 0,-1-1 0,1 1 0,-1 0 1,1-1-1,0 1 0,-1 0 0,1-1 0,-1 1 1,1 0-1,-1 0 0,1 0 0,-1-1 0,1 1 0,-1 0 1,0 0-1,1 0 0,-1 0 0,1 0 0,-1 0 0,1 0 1,-1 0-1,1 0 0,-1 0 0,0 0 0,1 0 1,-1 1-1,1-1 0,-1 0 0,1 0 0,-1 0 0,1 1 1,-1-1-1,1 0 0,0 1 0,-1-1 0,1 0 0,-1 1 1,1-1-1,0 1 0,-1-1 0,1 1 0,-7 3-2,0 1 0,1-1-1,0 1 1,0 1-1,0-1 1,1 1 0,0 0-1,0 0 1,0 1 0,1-1-1,0 1 1,0 0-1,-3 10 1,-1 6-16,5-16 0,0-1 1,1 1-1,0 0 0,1 1 1,-3 13-1,4-19 12,1-1-1,-1 1 0,0 0 1,0-1-1,0 1 1,1 0-1,-1-1 0,1 1 1,0 0-1,-1-1 0,1 1 1,0-1-1,0 1 1,0-1-1,0 1 0,0-1 1,0 0-1,0 0 1,1 1-1,-1-1 0,0 0 1,1 0-1,-1 0 1,1 0-1,-1-1 0,1 1 1,-1 0-1,1-1 0,-1 1 1,1-1-1,2 1 1,0 0-31,-1-1 0,1 0 1,0 1-1,0-1 0,-1-1 1,1 1-1,0-1 0,0 1 1,-1-1-1,1 0 0,-1 0 1,1-1-1,-1 1 0,1-1 1,-1 0-1,0 0 0,0 0 1,0 0-1,5-4 0,6-7-171,0 0-1,19-24 1,-21 23 105,-1-2 68,0 1 0,-1-2 0,-1 1 0,-1-1 0,-1-1 0,7-20 0,-6 15 71,0-1 27,-1 0 1,-1 0-1,-1-1 1,3-37-1,-5-105 715,-4 111-307,-8 8 203,9 47-608,-2 29 30,-2-6-27,1-1 0,1 0 0,1 1 0,0 0 0,2-1 1,5 34-1,0 40 239,-5-74-344,1-1-1,0 1 1,2-1-1,0 0 0,2 0 1,0 0-1,1-1 1,1 0-1,0 0 1,19 28-1,-25-44-133,0-1 0,1 0 0,-1 1 0,1-1 1,0 0-1,-1 0 0,1 0 0,0-1 0,0 1 0,0-1 0,0 1 0,0-1 0,0 0 0,1 0 0,-1-1 0,0 1 1,1-1-1,-1 1 0,0-1 0,1 0 0,-1-1 0,6 0 0,-8 1 85,8 0-891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9.3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12 239 312,'64'-63'897,"-45"46"-700,-1 0-1,31-38 0,-47 50-117,1 0 0,-1 0 0,0-1-1,0 1 1,-1 0 0,1-1 0,-1 1 0,0-1 0,0-6 0,-1 11-54,0-1 0,0 1 0,0 0 1,0 0-1,0 0 0,-1-1 1,1 1-1,0 0 0,0 0 0,-1 0 1,1-1-1,-1 1 0,1 0 1,-1 0-1,0 0 0,1 0 0,-1 0 1,-1-2-1,1 3-16,0-1 1,-1 1-1,1 0 1,0-1-1,0 1 1,0 0-1,-1 0 1,1 0-1,0 0 0,0 0 1,0 0-1,-1 0 1,1 0-1,0 1 1,0-1-1,0 0 0,0 1 1,0-1-1,-1 1 1,1-1-1,0 1 1,0-1-1,0 1 1,-1 1-1,-7 4 23,0 1 0,0 1 0,1-1-1,0 2 1,0-1 0,0 1 0,2 0 0,-1 1 0,1-1 0,-5 12 0,2-4 64,0 0 1,2 1-1,0 0 0,1 1 1,-4 24-1,9-37-78,0-1-1,0 1 0,0-1 1,1 1-1,0 0 0,1-1 1,-1 1-1,1 0 0,0-1 1,0 1-1,1-1 0,-1 1 1,1-1-1,0 0 0,1 0 1,-1 0-1,1 0 0,0 0 1,1-1-1,3 6 0,-2-7-37,-1 0-1,0 0 1,0 0-1,1-1 1,-1 1-1,1-1 1,0 0-1,0-1 1,0 1-1,0-1 1,0 0-1,0 0 1,0 0-1,0-1 1,0 0-1,1 0 1,-1 0-1,0-1 1,0 0 0,0 0-1,0 0 1,7-3-1,44-17-1366,-27 6 73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3:59.9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149 51 880,'-2'-3'336,"-1"-1"0,1 0 0,-1 0 0,0 1 0,1 0 0,-2-1 0,-4-3 0,-1-3-232,7 9-105,0 0 0,0 0 0,0 0-1,0 0 1,0 0 0,0 1 0,0-1-1,0 1 1,0-1 0,-1 1-1,1 0 1,0 0 0,0 0 0,0 0-1,0 0 1,-1 0 0,1 0 0,0 1-1,0-1 1,0 1 0,0 0 0,0 0-1,0 0 1,0 0 0,0 0 0,0 0-1,0 0 1,-3 3 0,0-1-11,0 1-1,0-1 1,0 1 0,1 0-1,-1 0 1,1 0 0,0 1 0,0 0-1,-5 7 1,10-8 6,-1 0 0,1 0 0,-1 0 0,1 0 0,1 0 0,-1 0 0,0 0 0,1-1 0,0 1 0,0 0 0,0-1-1,0 0 1,1 1 0,-1-1 0,4 3 0,59 42-53,-55-44 63,-2 2 0,1-1 0,0 1 0,-1 0 0,0 1 0,-1 0-1,0 0 1,0 1 0,0 0 0,-1 0 0,9 16 0,-15-24 2,1 1-1,-1 0 0,0 0 1,0 0-1,1 0 0,-1 0 1,0-1-1,0 1 0,0 0 1,0 0-1,0 0 0,0 0 1,0 0-1,0 0 0,-1-1 1,1 1-1,0 0 0,-1 0 1,1 0-1,0-1 0,-1 1 1,1 0-1,-1 0 0,1-1 1,-1 1-1,0 1 0,-27 14 443,20-13-360,0 0 0,-1-1 0,1 0-1,-1 0 1,-9-1 0,4-3-323,22-4-767,7-7-204,-5 3-34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0.3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 48,'0'0'1051,"-10"27"998,20 40-1539,-1 70-26,-18 81-370,10-211-114,1 0 0,0 1 0,0-1 1,1 0-1,0 0 0,0 0 0,7 9 1,3 2-15,-11-17-45,0 1 0,0-1-1,0 0 1,0 0 0,0 0 0,0 0 0,0-1 0,0 1 0,1-1 0,-1 1 0,0-1 0,1 0 0,-1 1 0,0-1 0,1-1-1,-1 1 1,0 0 0,1 0 0,-1-1 0,0 1 0,0-1 0,0 0 0,1 0 0,-1 0 0,0 0 0,0 0 0,0 0-1,2-2 1,4-2-804,1 0-40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0.5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38 496,'-9'-5'2920,"18"5"-2760,10-6-68,0 1-44,-1 5 0,10 0-20,-9-5-44,9-1-92,-9 1-108,0 5-156,0-5-212,-1 5-232,-8 0-416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0.9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150 38 532,'19'-10'2816,"-14"-6"-1662,-1 5 433,-24 10-1136,-4 4-388,20-3-59,-1 1-1,0-1 0,0 1 0,0 0 0,0 0 0,0 1 1,1-1-1,-9 5 0,5-1-6,0-1 0,1 1 0,0 1 0,-1-1 0,2 1 1,-8 8-1,11-11-1,1 1 0,-1-1 0,1 1 0,0 0 0,0 0 1,0 0-1,0 0 0,1 0 0,-1 0 0,1 0 0,0 1 0,0-1 1,1 0-1,-1 8 0,1-12-2,0 1 1,0-1-1,0 0 0,0 1 0,0-1 1,0 0-1,0 1 0,1-1 1,-1 1-1,0-1 0,0 0 0,0 1 1,0-1-1,0 0 0,1 1 1,-1-1-1,0 0 0,0 1 0,1-1 1,-1 0-1,0 0 0,0 1 1,1-1-1,-1 0 0,0 0 0,1 1 1,-1-1-1,0 0 0,1 0 1,-1 0-1,0 0 0,1 1 1,-1-1-1,1 0 0,0 0 0,17-3-167,18-15-17,-35 17 186,6-3-4,-1-1 0,0 1 0,0-2 0,-1 1 1,0-1-1,6-6 0,-7 6 31,1 0 0,0 1 1,0 0-1,0 0 0,1 0 0,6-3 1,-11 7-16,0 1 0,0 0 1,1 0-1,-1 0 0,0-1 1,0 1-1,1 0 0,-1 0 1,0 1-1,0-1 0,0 0 1,0 0-1,1 1 1,-1-1-1,0 0 0,0 1 1,0-1-1,0 1 0,0 0 1,0-1-1,0 1 0,0 0 1,0 0-1,1 1 0,31 29 10,-11-8-66,-17-19-261,0-1 1,-1 1-1,1-1 1,1-1-1,-1 1 1,0-1 0,1 0-1,-1 0 1,1 0-1,0-1 1,10 2 0,-7-8-1106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1.1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1 133 384,'0'-5'490,"0"4"-395,-1 0-1,1 0 1,0-1 0,0 1 0,0 0 0,0 0 0,0 0-1,0 0 1,1 0 0,-1-1 0,0 1 0,1 0 0,-1 0-1,0 0 1,1 0 0,-1 0 0,1 0 0,0 0 0,-1 0-1,1 0 1,0 0 0,1-1 0,-1 1-52,1 1 1,0 0-1,0-1 1,0 1-1,-1 0 1,1 0-1,0 0 0,0 0 1,-1 0-1,1 0 1,0 1-1,0-1 1,0 1-1,-1-1 1,1 1-1,0-1 0,-1 1 1,1 0-1,-1 0 1,1 0-1,-1 0 1,1 0-1,-1 0 1,0 0-1,1 1 0,1 1 1,40 47 154,-28-31-34,-13-17-151,-1-1-1,0 0 0,-1 1 0,1-1 0,0 0 0,0 1 0,-1-1 1,1 1-1,0 0 0,-1-1 0,0 1 0,1-1 0,-1 1 0,0-1 1,0 1-1,0 0 0,0-1 0,0 3 0,3-5 326,0 0-54,-8-6-183,15-35 125,-6 33-269,1-1 0,0 1 0,1 0 1,0 0-1,7-8 0,-6 10-309,-1-1 1,-1 0-1,1 0 0,-2-1 1,1 0-1,4-11 1,-6 4-871,5 0-304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1.5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17 580,'10'-16'2975,"-10"16"-2961,0 0 1,0 0 0,0 0 0,0 1-1,0-1 1,0 0 0,0 0-1,0 1 1,0-1 0,0 0 0,0 0-1,0 0 1,0 1 0,0-1 0,0 0-1,0 0 1,0 0 0,0 1-1,0-1 1,1 0 0,-1 0 0,0 0-1,0 0 1,0 0 0,0 1 0,0-1-1,1 0 1,-1 0 0,0 0 0,0 0-1,0 0 1,1 0 0,-1 0-1,0 1 1,0-1 0,0 0 0,1 0-1,-1 0 1,0 0 0,0 0 0,0 0-1,1 0 1,-1 0 0,0 0-1,0 0 1,0 0 0,1 0 0,-1 0-1,0 0 1,0-1 0,0 1 0,1 0-1,-1 0 1,0 0 0,0 0 0,0 0-1,1 0 1,-1 0 0,0-1-1,0 1 1,0 0 0,0 0 0,0 0-1,1 0 1,-1-1 0,0 1 0,0 0-1,0 0 1,0-1 0,8 26 215,-6-21-197,-1-1-1,1 1 1,-1 0 0,1-1 0,-1 1 0,-1 0 0,2 8 0,7 123 314,-9 14-312,1-144-36,0 0 1,0 1 0,1-1-1,-1 0 1,1 0 0,0 0-1,0 0 1,1-1 0,0 1-1,6 8 1,3 12 31,15-8-58,-25-16-31,1 0 0,0 0 0,0-1 1,-1 1-1,1-1 0,0 0 1,0 1-1,-1-1 0,1-1 1,0 1-1,0 0 0,0-1 1,-1 1-1,1-1 0,0 0 1,-1 0-1,1 0 0,-1 0 1,1 0-1,-1-1 0,1 1 1,-1-1-1,2-1 0,6-6-946,-1 3-448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4:01.7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38 228,'-9'0'3596,"18"0"-3120,10 0-136,9 0-108,9 0-84,1-6-60,-1 1-28,10 0-156,0 0-216,0-1-304,-9 1-620,-1 0-536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07.4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39 280,'19'-26'2494,"-16"14"144,-5 29-2067,1-9-561,-1 0 0,1-1 0,0 1 0,1 0 0,0 0 0,0 0 0,2 13 0,0 8 28,-7 83 132,1 3-3819,4-104 1811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08.5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74 32 476,'-15'-11'2590,"14"11"-2549,1 0 1,0-1-1,0 1 1,0 0-1,0 0 1,0-1 0,-1 1-1,1 0 1,0 0-1,0-1 1,0 1-1,0 0 1,0-1 0,0 1-1,0 0 1,0-1-1,0 1 1,0 0-1,0 0 1,0-1 0,1 1-1,-1 0 1,0-1-1,0 1 1,0 0-1,0 0 1,0-1 0,1 1-1,-1 0 1,0 0-1,0-1 1,0 1-1,1 0 1,-1 0 0,0 0-1,0-1 1,1 1-1,-1 0 1,0 0-1,0 0 1,1 0 0,-1 0-1,0 0 1,0-1-1,1 1 1,1-1-36,0 0 0,-1 0 0,1 0 0,0 0 1,0 0-1,0 0 0,0 1 0,0-1 0,0 1 0,0-1 0,1 1 1,-1 0-1,0 0 0,0 0 0,0 0 0,0 0 0,0 0 0,0 0 1,0 1-1,1-1 0,-1 1 0,0 0 0,0 0 0,-1-1 0,1 1 1,0 0-1,0 1 0,0-1 0,0 0 0,-1 0 0,1 1 0,-1-1 1,1 1-1,-1-1 0,0 1 0,1 0 0,-1 0 0,0-1 1,0 1-1,1 3 0,-1-2-6,-1-1 0,1 0 0,-1 0 1,0 1-1,0-1 0,0 0 0,0 1 0,0-1 1,-1 0-1,1 1 0,0-1 0,-1 0 0,0 0 0,0 0 1,1 1-1,-3 1 0,-21 38 0,17-30 7,-5 5 0,-1 0 0,0-1 0,-19 16 0,1 0-3,33-29-2,0 0-1,1 0 0,0 0 0,-1-1 0,1 0 0,0 1 1,1-1-1,-1 0 0,0 0 0,6 2 0,2-1-148,0-1 0,1 1 0,-1-2-1,1 1 1,-1-2 0,1 0 0,0 0 0,-1-1 0,1 0-1,-1-1 1,19-5 0,-19 1-1198,-1 1-409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09.9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104 2 544,'-16'0'3382,"21"0"-3270,-4 0-57,46-1-53,-45 1-2,0 0 0,-1 1 0,1-1-1,0 1 1,-1-1 0,1 1 0,-1-1 0,1 1 0,-1 0-1,1 0 1,-1 0 0,1 0 0,-1 0 0,0 0-1,0 0 1,1 0 0,-1 0 0,0 1 0,0-1 0,0 0-1,0 1 1,-1-1 0,1 1 0,0-1 0,-1 1 0,1 0-1,-1-1 1,1 1 0,-1-1 0,1 1 0,-1 0 0,0-1-1,0 1 1,0 0 0,0 0 0,0-1 0,-1 1 0,1 0-1,0-1 1,-1 1 0,1-1 0,-1 1 0,0-1 0,1 1-1,-1-1 1,0 1 0,0-1 0,0 1 0,0-1 0,0 0-1,0 1 1,0-1 0,-1 0 0,-1 1 0,-38 41 5,35-35-3,-1 0-1,0 0 1,-1-1 0,-15 12 0,25-17-1,0 0 0,-1-1-1,1 1 1,0-1 0,1 0 0,-1 0 0,0 1 0,0-1 0,0-1 0,1 1 0,3 1 0,10 4 10,21 11 3,-32-16-16,0 1 1,-1 0 0,1 0-1,0 0 1,-1 0 0,1 1-1,-1 0 1,0 0 0,1 0-1,-1 1 1,-1-1 0,1 1-1,-1 0 1,1 0 0,-1 0-1,4 7 1,-7-9 3,0-1-1,0 1 1,0-1 0,0 1 0,0-1-1,0 1 1,0-1 0,-1 1-1,1-1 1,-1 0 0,1 1-1,-1-1 1,1 1 0,-1-1 0,0 0-1,0 0 1,0 1 0,0-1-1,0 0 1,0 0 0,0 0-1,0 0 1,0 0 0,0 0-1,-1 0 1,1-1 0,0 1 0,0 0-1,-1-1 1,1 1 0,-1-1-1,-2 1 1,-51 19 57,47-18-67,0 0 0,0 0 0,0-1 0,-1-1 0,1 1 0,0-1 0,-1-1 0,1 1 0,0-2 0,-1 1 0,1-1 0,-15-5 0,6-9-2171,16 11 590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0.9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65 4 1364,'0'0'17,"0"0"-1,0 1 0,0-1 1,-1 0-1,1 0 0,0 0 1,0 0-1,0 0 1,0 0-1,0 0 0,-1 1 1,1-1-1,0 0 1,0 0-1,0 0 0,-1 0 1,1 0-1,0 0 0,0 0 1,0 0-1,0 0 1,-1 0-1,1 0 0,0 0 1,0 0-1,0 0 1,-1 0-1,1 0 0,0 0 1,0 0-1,0-1 0,0 1 1,-1 0-1,1 0 1,0 0-1,0 0 0,0 0 1,0 0-1,0 0 1,-1-1-1,1 1 0,0 0 1,0 0-1,0 0 1,0 0-1,0 0 0,0-1 1,0 1-1,0 0 0,-1 0 1,1 0-1,0-1 1,0 1-1,0 0 0,0 0 1,0 0-1,0 0 1,0-1-1,0 1 0,0 0 1,0 0-1,0 0 0,1-1 1,-19 25 1598,-12 41 518,28-54-2138,-1-1 0,1 0 0,1 1 0,0-1 1,0 17-1,1-26 4,0 1 0,1 0 0,-1-1 0,0 1 0,1-1 0,-1 1 0,1-1 0,-1 0 0,1 1-1,0-1 1,-1 0 0,1 1 0,0-1 0,0 0 0,0 0 0,0 1 0,0-1 0,0 0 0,2 1 0,-1-1 0,0-1 1,0 1-1,0 0 1,0-1-1,0 0 0,0 1 1,1-1-1,-1 0 0,0 0 1,0 0-1,0-1 1,0 1-1,1 0 0,-1-1 1,0 1-1,0-1 0,0 0 1,2-1-1,22-9-15,-2-1 0,0-1 0,0-2 0,38-29 0,-57 40 8,-2 1 10,0 0-1,1 1 0,-1 0 0,0-1 1,1 1-1,-1 0 0,1 1 0,7-3 1,-10 4-1,-1 0 0,0 0 0,0 1 0,1-1 0,-1 0 0,0 1 0,0-1 0,0 0 0,1 1 0,-1-1 0,0 0 0,0 1 0,0-1 0,0 1 0,0-1 0,0 0 0,0 1 0,0-1 0,0 0 0,0 1 0,0-1 0,0 1 0,0-1 0,0 0 0,0 1 0,0-1 0,0 0 0,0 1 0,-1-1 0,1 0 0,0 1 0,0-1 0,0 0 0,-1 1 0,1-1 0,0 0 1,-1 1-1,-6 14 13,-48 105 75,-12 38-48,63-151-424,1 1 0,0 1 0,0-1 0,1 0 0,-2 14 0,4-16-1389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1.6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 2 888,'-5'-1'3109,"5"1"-3009,-9 28-284,6-18 350,1 1-158,0 0 0,1-1 0,0 1 0,1 0 0,0-1 0,2 17 0,0 14-21,3 11 209,0 6-2801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1.7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80 1008,'10'-11'940,"9"1"-312,-10 4-172,10 1-104,-1 0-64,11 0-56,-11-1-72,10 1-56,1 0-64,-1 5-72,0-5-136,0-1-204,0 1-352,0 0-668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2.5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171 1 812,'-4'0'105,"0"1"-1,-1 0 1,1 0 0,0 0-1,0 0 1,0 1 0,0 0-1,0 0 1,0 0 0,1 0-1,-1 1 1,1-1 0,-1 1-1,1 0 1,0 0-1,0 0 1,0 0 0,-2 5-1,-9 10-74,1 2-1,-12 24 0,10-17 95,10-18-123,0 1 1,1 0 0,0 1-1,1-1 1,0 0-1,1 1 1,0 0 0,0 0-1,1 0 1,1 0 0,0-1-1,0 1 1,1 0 0,0 0-1,1 0 1,3 10 0,-3-18-8,-1 1 0,1-1 0,0-1 0,0 1 0,0 0 0,1 0 0,-1-1 0,1 1 0,-1-1 0,1 0 0,0 0 0,0 0 0,0 0 1,0 0-1,0-1 0,0 1 0,0-1 0,0 0 0,1 0 0,-1 0 0,1 0 0,-1-1 0,1 1 0,-1-1 0,1 0 0,4 0 0,0 0-29,-1 0-1,1 0 0,-1-1 1,0 0-1,1 0 0,-1-1 1,0 0-1,0 0 0,0-1 1,0 0-1,0 0 0,6-5 1,-10 7 23,3-3 14,-1-1-1,1 0 0,-1 0 1,10-11-1,-15 16 7,1-1 0,0 0-1,-1 0 1,1 0-1,-1 1 1,1-1 0,-1 0-1,0 0 1,1 0-1,-1 0 1,0 0-1,1 0 1,-1 0 0,0 0-1,0 0 1,0 0-1,0 0 1,0 0 0,0 0-1,0 0 1,0 1-1,-1-1 1,1 0 0,0 0-1,0 0 1,-1 0-1,1 0 1,-1 0 0,1 0-1,-1 0 1,1 1-1,-1-1 1,1 0-1,-1 0 1,0 1 0,0-1-1,1 0 1,-1 1-1,0-1 1,0 1 0,1-1-1,-1 1 1,0-1-1,0 1 1,0 0 0,0-1-1,0 1 1,0 0-1,-2 0 1,-1-2-7,-1 1-1,0 1 1,0-1-1,0 1 1,0-1 0,1 1-1,-1 1 1,0-1-1,0 1 1,0 0-1,0 0 1,1 0 0,-1 1-1,0-1 1,1 1-1,-1 0 1,1 1 0,0-1-1,0 1 1,0 0-1,0 0 1,0 0 0,1 0-1,-1 1 1,1 0-1,0-1 1,0 1 0,-4 6-1,6 1-527,1-1-446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3.2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 6 148,'-2'-1'307,"0"0"0,0 0 0,0 1 1,0-1-1,-1 0 0,1 1 0,0 0 0,-1-1 0,1 1 0,0 0 1,-3 1-1,-2-1 23,6 0-143,-1 6 8,15 3-179,-10-7-18,0 0 0,0 0 1,0 0-1,0-1 0,0 1 0,0-1 0,0 1 0,0-1 1,7 1-1,16-4-11,3-2 22,-28 4-10,-1 0-1,0 0 1,1 1-1,-1-1 0,1 0 1,-1 0-1,1 0 0,-1 1 1,1-1-1,-1 0 0,0 1 1,1-1-1,-1 0 1,1 1-1,-1-1 0,0 0 1,1 1-1,-1-1 0,0 1 1,0-1-1,1 0 0,-1 1 1,0-1-1,0 1 1,0-1-1,0 1 0,0-1 1,1 1-1,-1-1 0,0 1 1,0 0-1,0 26-18,-10 24 20,-65 159-1311,66-188-50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4.7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115 143 740,'2'0'132,"1"0"0,-1 0 0,0 0 1,1 0-1,-1-1 0,0 1 0,1-1 0,-1 1 0,0-1 0,0 0 0,1 0 1,-1 0-1,0 0 0,0 0 0,0-1 0,0 1 0,0-1 0,-1 1 0,1-1 0,0 0 1,-1 1-1,1-1 0,-1 0 0,0 0 0,1 0 0,-1 0 0,0 0 0,1-4 1,1-3-91,-1-1 0,0 1 0,-1-1 0,0 0 1,0 0-1,-2-10 0,1 19-44,0 0 1,0 0-1,0 0 0,0 0 0,0 0 1,-1 0-1,1 0 0,0 0 0,-1 0 1,1 1-1,0-1 0,-1 0 0,0 0 1,1 0-1,-1 1 0,1-1 0,-1 0 1,0 0-1,1 1 0,-1-1 0,0 1 1,0-1-1,0 0 0,1 1 0,-3-1 1,-30-5-53,24 6 39,-1 1 0,1 0 0,0 0-1,0 1 1,-12 3 0,15-3 7,0 1 0,1 0 0,-1-1-1,0 2 1,1-1 0,0 1 0,-1 0 0,-5 6 0,10-9 5,0 0-1,0 0 1,0 1 0,0-1 0,1 0 0,-1 0 0,0 1 0,1-1-1,-1 1 1,1-1 0,0 1 0,-1-1 0,1 0 0,0 1 0,0-1-1,0 1 1,0-1 0,0 1 0,0-1 0,0 1 0,1-1-1,-1 1 1,0-1 0,1 1 0,-1-1 0,1 0 0,0 1 0,-1-1-1,1 0 1,0 1 0,0-1 0,0 0 0,0 0 0,0 0 0,0 0-1,0 0 1,0 0 0,0 0 0,1 0 0,-1 0 0,0-1 0,3 2-1,15 11 0,2-1-1,25 12 0,-24-13 3,-1 0 0,25 18 0,-45-28 1,0-1 0,0 1 0,0 0 0,0-1 0,0 1 0,0 0 0,-1 0 0,1 0 0,0 0-1,0 0 1,-1 0 0,1 0 0,0 0 0,-1 0 0,1 0 0,-1 0 0,1 0 0,-1 0 0,0 0 0,1 1 0,-1-1 0,0 0 0,0 0 0,0 0 0,0 1 0,0-1 0,0 0 0,0 0 0,-1 0 0,1 1 0,0-1 0,0 0 0,-1 0 0,1 0 0,-1 0 0,1 0 0,-1 0 0,0 0 0,1 0 0,-1 0 0,0 0 0,0 0 0,0 0 0,1 0 0,-1 0 0,0-1 0,0 1 0,0 0-1,-2 0 1,0 1 1,-1 1 0,1-1 0,-1 0-1,0-1 1,0 1 0,0-1 0,1 1-1,-1-1 1,-1-1 0,1 1-1,0 0 1,0-1 0,0 0 0,-7 0-1,9-1 4,-1 1 0,1-1-1,0 0 1,-1 1-1,1-1 1,0 0 0,0-1-1,0 1 1,0 0 0,0 0-1,0-1 1,0 1-1,0-1 1,0 0 0,1 0-1,-1 0 1,1 1-1,-1-1 1,1 0 0,0-1-1,0 1 1,0 0-1,0 0 1,0 0 0,0-1-1,0-3 1,0 1-4,0 0 0,1-1 0,0 1 0,0-1 0,1 1 0,-1-1 0,1 1 0,0 0 0,0-1 0,1 1 0,0 0 0,2-6 0,1 0-35,0 0 0,1 0-1,0 1 1,0-1-1,11-11 1,-14 19-106,1-1 1,0 0-1,0 1 0,0 0 1,1 0-1,-1 0 1,1 1-1,0-1 0,0 1 1,0 0-1,0 0 0,0 1 1,0 0-1,9-2 1,5 2-1131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5.6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180 42 132,'0'0'771,"-8"-10"1070,-4-6-1327,10 14-506,0 0 0,-1 1 0,1-1 0,0 1 0,-1 0 0,1 0 0,0-1 0,-1 2-1,1-1 1,-1 0 0,0 0 0,1 1 0,-1 0 0,0-1 0,1 1 0,-1 0 0,0 0 0,1 0 0,-1 1-1,0-1 1,1 1 0,-1-1 0,-4 3 0,-5 1-8,1 0 0,-1 1 0,-16 9 0,25-12-4,1 1 0,-1-1 1,1 0-1,0 0 0,0 1 1,0 0-1,0-1 0,0 1 1,1 0-1,-1 0 0,1 0 1,-2 5-1,2-7 2,0 1 0,1-1 0,-1 0-1,1 0 1,-1 1 0,1-1 0,0 0 0,0 1 0,-1-1 0,1 1 0,0-1-1,0 0 1,0 1 0,0-1 0,1 1 0,-1-1 0,0 0 0,1 1 0,-1-1-1,1 0 1,-1 0 0,1 1 0,-1-1 0,1 0 0,0 0 0,0 0 0,0 1-1,1 0 1,0-1 4,1-1 0,-1 1-1,1-1 1,-1 1-1,1-1 1,-1 0 0,1 0-1,-1 0 1,1-1 0,0 1-1,-1 0 1,1-1-1,-1 0 1,1 1 0,-1-1-1,0 0 1,1 0 0,-1-1-1,0 1 1,0 0-1,0-1 1,0 1 0,3-3-1,41-39 156,-46 42-151,1 1-1,-1-1 1,0 1-1,1-1 1,-1 1-1,0-1 1,1 1-1,-1 0 1,1-1-1,-1 1 1,1 0-1,-1-1 1,1 1-1,-1 0 0,1 0 1,-1-1-1,1 1 1,-1 0-1,1 0 1,0 0-1,-1 0 1,1 0-1,-1 0 1,1 0-1,0 0 1,-1 0-1,1 0 1,-1 0-1,1 0 1,-1 0-1,1 0 1,0 0-1,-1 1 1,1-1-1,-1 0 0,1 0 1,-1 1-1,1-1 1,0 1-1,15 28 49,2 50-70,-17-73 32,1 11-144,0 0-1,-2 0 1,0 0-1,-1 0 1,0-1-1,-2 1 1,0 0 0,0-1-1,-2 0 1,-11 28-1,15-33-901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6.2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 0 896,'-2'3'150,"-1"0"1,1 0-1,-1 0 0,1 0 0,0 0 0,0 1 1,1-1-1,-1 1 0,1-1 0,-1 1 0,1-1 1,0 1-1,1 0 0,-2 7 0,-9 27 175,5-25-259,1 1 1,1-1 0,-4 19-1,-5 16-137,11-22-1228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6.6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 0 1120,'-9'58'2450,"9"57"-2300,0-114-149,0 0-1,0 1 0,-1-1 1,1 0-1,1 0 0,-1 0 1,0 0-1,0 0 0,0 0 1,1 0-1,-1 0 0,0 0 1,1 0-1,-1 0 0,1 0 1,-1-1-1,1 1 0,-1 0 1,1 0-1,0 0 0,-1 0 1,1-1-1,0 1 0,0 0 1,-1-1-1,1 1 0,0-1 1,0 1-1,0-1 0,0 1 0,2 0 1,-1-1-18,1 0-1,0 0 1,0 0 0,0 0 0,0 0 0,-1-1-1,1 1 1,0-1 0,0 0 0,-1 0 0,5-2-1,1 0-82,0-1-1,-1 0 1,1-1-1,-1 0 0,0 0 1,-1 0-1,11-11 1,-11 7 42,-1 1 0,0-2 0,0 1 1,-1 0-1,0-1 0,4-15 0,-7 23 69,-1 0-1,1 0 1,-1 0-1,1 0 0,-1 0 1,0 0-1,0 0 1,0 0-1,0 0 1,0 0-1,0-1 0,0 1 1,-1 0-1,1 0 1,-1 0-1,1 0 0,-1 0 1,0 0-1,0 1 1,0-1-1,0 0 0,0 0 1,0 1-1,-1-1 1,1 0-1,-1 1 1,1-1-1,-1 1 0,1 0 1,-1-1-1,0 1 1,0 0-1,1 0 0,-1 0 1,0 0-1,0 1 1,0-1-1,0 0 0,0 1 1,-3-1-1,0 1 6,0 0 0,0 0 0,0 0 0,0 1 0,0-1 0,0 1 0,0 1 0,1-1-1,-1 1 1,0-1 0,0 1 0,1 1 0,0-1 0,-6 4 0,-60 48-362,59-45 127,-6 6-642,6 1-442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7.2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7 1040,'0'-7'3837,"-1"20"-2833,-5 39-1290,3-39 291,1 1 0,1 0 0,0-1 0,1 1-1,3 21 1,-1 10-3363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7.4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1 732,'-9'0'808,"9"5"-264,0 1-156,0 4-80,-10 1-28,10 4-40,-9 1-40,9 5-64,-9 0-32,9 1-40,-10 4-32,10-5-4,0 5-16,0-5-36,0 1-160,0-7-264,0 1-624,0 0-520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8.5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 6 620,'0'0'920,"0"-5"-12,0 10-548,0 5-264,-10 1-40,10-1-16,-9 6-8,9 0-8,-9 0-16,9 5 0,0-5-12,0 5-20,-10-5-92,10 0-144,10-6-224,-10 1-400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8.8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54 16 892,'4'-2'173,"1"-1"0,-1 1 0,1 0 0,0 0 0,-1 1 0,10-2 0,-13 2-171,1 1 0,-1 0 1,0 0-1,1 0 0,-1 0 1,1 0-1,-1 1 0,0-1 1,1 0-1,-1 1 1,0-1-1,1 1 0,-1-1 1,0 1-1,1 0 0,-1-1 1,0 1-1,0 0 0,0 0 1,0 0-1,0 0 0,0 0 1,0 0-1,0 0 0,0 0 1,-1 0-1,1 0 0,0 1 1,-1-1-1,2 1 1,-1 2-3,-1 0 0,1-1 0,0 1 0,-1 0 0,0 0 0,1 0 0,-2-1 0,1 1 0,0 0 0,-1 0 0,0-1 0,1 1 0,-1 0 0,-1-1 0,1 1 0,-1-1 0,1 1 0,-1-1 0,0 0 0,-5 6 0,-6 10-36,-2-1 0,-22 22 0,14-16 1,14-15 59,8-7-14,-1-1-1,0 1 1,1-1-1,-1 1 1,1 0-1,0-1 1,0 1-1,0 0 1,-1 0-1,0 4 1,2-5-9,1 0 0,-1 0 0,0 0-1,1 0 1,-1 0 0,1 0 0,0 0 0,-1-1 0,1 1 0,0 0 0,-1 0 0,1-1 0,0 1 0,0 0 0,-1-1 0,1 1 0,0-1 0,0 1-1,0-1 1,0 0 0,0 1 0,0-1 0,0 0 0,0 1 0,0-1 0,0 0 0,0 0 0,0 0 0,0 0 0,0 0 0,1 0 0,13 0-78,-1 1 0,1-2 0,-1 0 1,0 0-1,1-2 0,20-5 0,-25 6-86,16-4-396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9.4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0 844,'-10'16'1654,"-8"48"-1269,17-34-386,-1-21-47,2-1-1,-1 1 0,1-1 0,1 1 1,-1-1-1,1 0 0,1 1 0,0-1 1,3 11-1,-3-14-696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19.7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 5 452,'9'-2'597,"30"0"20,-39 2-616,1 0-1,0 0 1,-1 0 0,1 0 0,-1 0 0,1 1-1,-1-1 1,1 0 0,0 0 0,-1 1-1,1-1 1,-1 0 0,1 1 0,-1-1-1,1 1 1,-1-1 0,0 0 0,1 1-1,-1-1 1,1 1 0,-1-1 0,0 1 0,0-1-1,1 1 1,-1 0 0,0-1 0,0 1-1,1-1 1,-1 1 0,0 0 0,0-1-1,0 1 1,0-1 0,0 1 0,0 0 0,0-1-1,0 1 1,0-1 0,0 1 0,-1 0-1,1-1 1,0 1 0,0-1 0,0 1-1,-1-1 1,1 1 0,0 0 0,-1-1-1,1 1 1,0-1 0,-1 0 0,1 1 0,-1-1-1,1 1 1,-1 0 0,-30 38 10,23-32-16,1 2-1,1-1 0,-1 1 1,-6 13-1,12-20 4,0 1-1,0 0 1,1 0 0,0-1-1,-1 1 1,1 0-1,0 0 1,0 0 0,0 0-1,1 0 1,-1-1 0,1 1-1,-1 0 1,1 0-1,0 0 1,0-1 0,0 1-1,1-1 1,-1 1 0,0-1-1,1 1 1,0-1-1,0 0 1,0 0 0,0 0-1,3 3 1,-3-2 2,1-1 0,-1 1 0,0 0 0,0-1 0,0 1 0,0 0 0,-1 0 0,1 1 0,-1-1 1,0 0-1,1 0 0,-2 1 0,2 5 0,-2-7 2,0-1 0,0 1 0,-1 0 0,1 0 0,-1-1 0,1 1 1,-1 0-1,1-1 0,-1 1 0,0 0 0,0-1 0,0 1 0,0-1 0,0 1 1,0-1-1,0 0 0,-1 0 0,1 1 0,0-1 0,-1 0 0,1 0 0,-3 1 0,-42 17 43,13-5-194,31-14-143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0.36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 0 896,'0'0'1425,"8"17"-560,-16 36-703,7-37-147,-1-1 0,-1 1 1,-5 21-1,4-22-106,0 0-1,1 1 1,0 21-1,3-36 32,0 0 0,0 0 1,-1 0-1,1 1 0,0-1 1,0 0-1,-1 0 0,1 0 0,0 0 1,-1 0-1,1 0 0,-1 0 0,0 0 1,1 0-1,-1 0 0,-1 2 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0.7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 72,'-17'11'1946,"11"-1"-1901,0 1 1,1 0-1,1 0 1,0 0-1,0 0 1,1 1-1,1-1 1,0 1-1,0 0 1,1 23-1,0-34-65,1 0 1,0 0-1,0 1 0,0-1 0,0 0 0,0 0 0,0 0 0,0 1 0,0-1 1,1 0-1,-1 0 0,0 0 0,1 0 0,-1 1 0,1-1 0,-1 0 1,1 0-1,0 0 0,-1 0 0,1 0 0,0 0 0,0 0 0,0-1 1,0 1-1,-1 0 0,1 0 0,0-1 0,0 1 0,1 0 0,1 0 0,-1-1-41,1 0 0,0 0 0,-1 0 0,1 0 0,0 0 0,-1-1 0,1 0 0,0 1 0,-1-1 0,1 0 0,-1 0 0,1 0 0,2-2 0,9-6-124,0 0-1,-1 0 1,19-18-1,-30 25 185,7-6 150,0 0 1,-1-1-1,0 1 1,12-20-1,-22 22 308,1 6-443,1 1 0,0-1-1,-1 0 1,1 0 0,0 0 0,0 0 0,-1 1-1,1-1 1,0 0 0,-1 0 0,1 1 0,0-1 0,0 0-1,0 1 1,-1-1 0,1 0 0,0 1 0,0-1 0,0 0-1,0 1 1,-1-1 0,1 0 0,0 1 0,0-1-1,0 0 1,0 1 0,0-1 0,0 1 0,0-1 0,0 0-1,0 1 1,0-1 0,1 1 0,-3 13 73,0 0-1,-1 0 1,0-1 0,-1 1-1,0-1 1,-9 17 0,-11 37-155,15-32-665,7-23-216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1.3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 0 992,'0'0'723,"0"32"1366,-1-18-2007,-1 1-1,-1-1 0,0 0 0,0 0 0,-2 0 1,-6 15-1,3-7-379,6 4-1282,2-19 77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1.8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132 5 476,'-2'-5'1017,"-1"13"-756,-2 16-250,-4 54-11,18-30-8,-18-11-10,9-30 14,-1-6 5,1 1 1,0-1-1,0 0 1,0 0-1,0 1 1,0-1-1,0 0 1,0 1-1,0-1 1,0 0-1,1 1 1,-1-1-1,1 0 1,-1 0-1,1 1 1,-1-1-1,1 0 1,0 0-1,-1 0 1,1 0-1,2 2 0,-2-1 4,-1-2-4,0 0 0,0 1 0,0-1 0,0 0 0,0 0 0,0 1 0,0-1 0,0 0 0,0 0 0,0 1 0,1-1 0,-1 0 0,0 0 0,0 1 0,0-1 0,0 0 0,0 0 0,0 0 0,1 1 0,-1-1 0,0 0 0,0 0 0,0 0 0,1 0 0,-1 1 0,0-1 0,0 0 0,0 0 0,1 0 0,-1 0 0,0 0 0,0 0 0,1 0 0,-1 0 0,0 1 0,0-1 0,1 0 0,-1 0 0,0 0 0,1 0 0,-1-1 0,-2 3 94,-1 0-82,3-2-8,-1 0-1,1 0 0,0 0 1,0 0-1,0 0 1,-1 1-1,1-1 0,0 0 1,0 0-1,0 0 1,0 0-1,0 0 1,-1 0-1,1 0 0,0 0 1,0 0-1,0 1 1,0-1-1,0 0 0,-1 0 1,1 0-1,0 0 1,0 0-1,0 1 1,0-1-1,0 0 0,0 0 1,0 0-1,0 1 1,0-1-1,0 0 0,0 0 1,0 0-1,0 0 1,0 1-1,0-1 0,0 0 1,0 0-1,0 0 1,0 0-1,0 1 1,0-1-1,0 0 0,0 0 1,0 0-1,0 0 1,0 1-1,0-1 0,1 0 1,-1 0-1,0 0 1,0 0-1,0 0 0,0 1 1,0-1-1,0 0 1,1 0-1,-1 0 1,0 0-1,0 0 0,-1 2 346,-110 8 247,101-15-2099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2.1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43 264,'-8'-5'3117,"24"-1"-1463,23 1-1417,-3 5-1014,1-2 0,0-1 0,38-9 0,-54 3-983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4.0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0 8,'0'12'229,"-1"0"-1,0-1 1,0 1-1,-4 11 1,5-18-202,-1-1 1,1 1-1,1 0 1,-1 0-1,1 0 0,2 8 1,1 17 99,-4 118 98,9-96-857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4.5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94 2 520,'-11'-1'1235,"3"5"-441,-2 4-817,4-1 52,0-1 1,0 1 0,1 0 0,-1 0 0,2 1 0,-1 0-1,1 0 1,0 0 0,0 0 0,1 0 0,1 1 0,-1 0-1,1-1 1,1 1 0,-1 0 0,1 0 0,1 0 0,0 0-1,0 0 1,1 0 0,0 0 0,1 0 0,0 0-1,0-1 1,0 1 0,7 13 0,-8-21-33,-1 1 1,1 0-1,0 0 0,0-1 0,0 1 1,0-1-1,0 1 0,0-1 1,0 1-1,1-1 0,-1 0 0,0 0 1,1 1-1,-1-1 0,1 0 0,-1 0 1,1 0-1,0-1 0,-1 1 1,1 0-1,0-1 0,0 1 0,1 0 1,0-1 1,0 0 0,0-1 0,0 1 1,0 0-1,0-1 0,0 0 0,-1 0 1,1 1-1,0-2 0,0 1 0,-1 0 1,1-1-1,2-1 0,3-2 8,0-1 1,-1 0-1,0-1 0,0 0 1,0 0-1,-1 0 0,7-11 1,-13 18-8,0-1 0,0 1 0,1-1-1,-1 0 1,0 1 0,0-1 0,0 1 0,0-1 0,0 1 0,1-1 0,-1 1 0,0-1 0,0 0 0,-1 1 0,1-1 0,0 1 0,0-1 0,0 1 0,0-1 0,0 0 0,-1 1 0,1-1 0,0 1 0,0-1 0,-1 1 0,1-1 0,0 1 0,-1 0-1,1-1 1,-1 1 0,1-1 0,0 1 0,-1 0 0,1-1 0,-1 1 0,1 0 0,-1-1 0,1 1 0,-1 0 0,1 0 0,-1 0 0,0-1 0,1 1 0,-1 0 0,0 0 0,0 0-3,0-1 0,-1 1 0,1 0 1,0-1-1,0 1 0,0 0 0,-1 0 0,1 0 1,0 0-1,0 0 0,-1 0 0,1 1 0,0-1 1,0 0-1,0 1 0,-1-1 0,1 0 0,0 1 1,0 0-1,-2 0 0,-1 5-125,-1-1 1,1 0-1,0 1 1,1 0-1,-1 0 0,1 0 1,-4 13-1,5-4-816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7.8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768 272 392,'-1'-3'50,"1"1"0,-1 0-1,0 0 1,0 0 0,0 0 0,0 0-1,0 0 1,-1 0 0,1 0 0,-1 0 0,1 1-1,-1-1 1,0 0 0,1 1 0,-1 0-1,0-1 1,-3 0 0,-44-28-173,39 24 195,-16-9-86,-1 1 1,0 1 0,-1 2-1,-1 0 1,0 2-1,0 1 1,-1 2 0,0 1-1,-32-2 1,47 8 18,1 0 0,-1 1 0,1 1 0,0 0 0,0 1-1,0 1 1,1 0 0,-1 0 0,1 2 0,-21 12 0,16-7 7,0 1 0,1 1 0,1 0 0,0 1-1,1 1 1,-19 24 0,26-28-5,1 0-1,1 0 0,0 0 1,0 1-1,1 0 1,0 0-1,2 0 1,-1 1-1,2-1 1,0 1-1,0 0 1,1-1-1,1 18 0,2 1 11,2 0-1,1 0 0,1 0 0,15 46 0,-13-58-14,0-1 1,1 0 0,0-1 0,2 0-1,0-1 1,1 0 0,1 0-1,1-1 1,0-1 0,0-1-1,2 0 1,0 0 0,1-2-1,0 0 1,0-1 0,1-1-1,1 0 1,0-2 0,0 0 0,1-1-1,-1-1 1,2-1 0,-1 0-1,0-2 1,1 0 0,0-2-1,-1 0 1,1-1 0,0-1-1,0-1 1,34-8 0,-38 6 3,0-1 0,0 0-1,-1-1 1,0-1 0,0-1 0,-1 0 0,0-1 0,-1 0 0,1-2 0,-2 1 0,0-2-1,0 0 1,-1 0 0,0-1 0,-1-1 0,-1 0 0,11-18 0,-9 5 72,0-1-1,-2-1 1,-1 1 0,-2-2 0,0 1 0,-2-1 0,-1 0 0,-2 0-1,-1 0 1,-1 0 0,-5-38 0,2 43-74,0 0 1,-2 0-1,0 1 1,-2 0 0,-1 0-1,-1 0 1,-1 1-1,-1 0 1,0 1-1,-2 0 1,-1 1-1,-1 1 1,-21-24-1,29 37-3,0 1-1,0-1 1,-1 2-1,0-1 1,0 1-1,0 0 1,-1 1-1,0 0 1,0 0-1,0 1 1,0 0-1,0 1 1,0 0-1,-1 0 1,1 1-1,-1 0 0,1 1 1,-1 0-1,-10 1 1,8 2-21,1-1-1,-1 1 1,1 1-1,0 0 1,0 1 0,1 0-1,-1 0 1,1 1 0,0 1-1,1-1 1,-1 2 0,1-1-1,1 1 1,-1 1 0,-8 11-1,7-6-253,0 0 0,1 0 0,-10 24 0,-8 13-898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9.4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178 114 856,'1'-5'385,"-1"0"0,1 0-1,0 0 1,0 0 0,1 0 0,0 0 0,-1 1-1,6-9 1,-5 10-338,0-1-1,-1 1 0,1-1 1,-1 1-1,0-1 0,0 0 1,0 1-1,0-6 0,-1 8-40,0 0 0,0 0-1,0 0 1,0 0-1,0 0 1,-1 0-1,1 0 1,0 0 0,-1 0-1,1 0 1,0 0-1,-1 0 1,0 0-1,1 0 1,-1 1 0,1-1-1,-1 0 1,0 0-1,0 0 1,1 1 0,-1-1-1,0 1 1,0-1-1,0 0 1,0 1-1,0-1 1,0 1 0,0 0-1,0-1 1,0 1-1,0 0 1,0 0-1,0-1 1,0 1 0,0 0-1,0 0 1,0 0-1,0 0 1,0 0-1,0 1 1,0-1 0,0 0-1,0 0 1,0 1-1,0-1 1,0 1-1,-1 0 1,-46 19-66,37-13 48,0 0-1,1 0 0,0 1 0,1 1 0,0-1 0,-13 17 0,17-20-5,1 1 1,0 0-1,0 0 0,0 0 0,1 0 0,0 1 1,1-1-1,-1 1 0,1 0 0,0 0 0,1 0 1,0 0-1,-1 7 0,2-10-7,0-1-1,1 1 1,0-1-1,-1 1 1,1-1-1,0 1 1,1-1 0,-1 0-1,0 1 1,1-1-1,0 0 1,0 0-1,0 0 1,0 0 0,0-1-1,1 1 1,-1 0-1,1-1 1,0 0-1,-1 0 1,1 1 0,4 1-1,9 4-59,0 0-1,1-1 1,25 8 0,-29-11 44,0 0 0,-1 1 0,0 0 0,18 11 0,-27-14 44,0 1 0,0-1 0,0 1 0,0-1-1,0 1 1,-1 0 0,0 0 0,1 0-1,-1 0 1,0 1 0,0-1 0,-1 0 0,1 1-1,-1-1 1,0 1 0,0 0 0,0-1 0,0 1-1,-1 0 1,1 0 0,-1 0 0,0-1 0,0 1-1,0 0 1,-1 0 0,1 0 0,-1-1 0,0 1-1,0 0 1,0-1 0,-1 1 0,1-1 0,-1 1-1,0-1 1,0 0 0,0 1 0,0-1 0,-1 0-1,1-1 1,-1 1 0,0 0 0,0-1 0,0 1-1,0-1 1,0 0 0,0 0 0,0 0 0,-1 0-1,1-1 1,-8 3 0,8-3-9,-8 3 91,1 0 0,-1-1 0,-1 0 0,-15 2 0,25-5-68,0 0-1,-1 1 0,1-1 0,0 0 1,0-1-1,-1 1 0,1 0 1,0-1-1,-1 1 0,1-1 0,0 0 1,0 1-1,0-1 0,0 0 1,0-1-1,0 1 0,0 0 0,0 0 1,0-1-1,0 1 0,1-1 0,-1 0 1,1 1-1,-1-1 0,1 0 1,0 0-1,-1 0 0,0-3 0,1 2-91,1 0-1,-1-1 0,1 1 1,0 0-1,0 0 0,1-1 0,-1 1 1,0 0-1,1 0 0,0-1 1,0 1-1,0 0 0,0 0 0,0 0 1,1 0-1,0 0 0,-1 1 0,1-1 1,0 0-1,3-2 0,2-7-567,3-4-344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9.6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0 560,'0'18'2309,"9"48"-718,10 72-943,0-50-3237,-19-81 1070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9.7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1596,'0'0'1740,"9"0"-1276,1 6-128,-10-1-84,9 6-60,10-1-60,-10 1-56,1 4-48,-1 1-28,0-5-28,1 5-88,-10-6-140,0 1-172,0-1-236,0-4-408,-10-1-512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29.9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74 1036,'0'-15'976,"0"-6"-412,10 10-260,-1 0-164,0 1-132,10 5-128,0 5-184,0 0-228,-1 5-364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30.6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65 372 16,'28'-21'3211,"-17"10"-3010,-1-1-1,0-1 1,-1 0-1,0 0 1,-2-1 0,1 0-1,-2 0 1,7-19-1,-12 32-192,-1-1 0,1 1-1,-1-1 1,0 1 0,1-1-1,-1 1 1,0-1-1,0 1 1,0-1 0,0 1-1,0-1 1,-1 1 0,1-1-1,0 1 1,-1-1 0,1 1-1,-1-1 1,1 1-1,-1-1 1,0 1 0,1 0-1,-1-1 1,0 1 0,0 0-1,0 0 1,0 0-1,0 0 1,-1-1 0,1 2-1,0-1 1,0 0 0,-1 0-1,1 0 1,0 0-1,-1 1 1,-1-1 0,0 0-1,0 0 0,1 1 0,-1-1 0,0 1-1,0 0 1,0 0 0,1 0 0,-1 0 0,0 0 0,0 1 0,0-1 0,1 1 0,-1 0 0,0 0 0,1 0 0,-1 0 0,1 0 0,-1 1 0,1-1 0,-5 4 0,-3 7 0,0 0 1,1 0 0,0 1-1,1 0 1,1 1 0,0-1-1,1 2 1,0-1 0,-6 25-1,9-28-6,1 0-1,1 1 1,0 0-1,0-1 1,1 1-1,0 0 0,1-1 1,1 1-1,5 21 1,-7-31-16,1 0 0,-1 1 1,1-1-1,0 0 0,0 0 0,0 1 1,1-1-1,-1 0 0,0 0 0,1 0 0,-1-1 1,1 1-1,0 0 0,0 0 0,0-1 1,-1 1-1,1-1 0,0 0 0,1 0 1,-1 1-1,0-1 0,0 0 0,1-1 1,-1 1-1,0 0 0,1-1 0,3 1 1,-2-1-78,0 0 0,0 0 0,0 0 1,-1 0-1,1-1 0,0 1 1,0-1-1,-1 0 0,1 0 1,0-1-1,-1 1 0,1-1 1,-1 0-1,0 0 0,0 0 1,0 0-1,6-5 0,-1-1-50,0 0 0,-1-1 0,0 0 0,0 0 0,-1 0 0,0-1 0,-1 0 0,0 0-1,0-1 1,-1 1 0,0-1 0,-1 0 0,-1 0 0,0 0 0,2-16 0,-1 4 116,-1 0 0,-1 0-1,-1 0 1,-3-27 0,-2 5 126,-9-51 432,2 62-72,6 32-99,4 23-46,4 40 42,2 1-1,4-1 0,17 70 1,-25-128-373,1 1 1,0-1-1,0 1 1,0-1-1,1 0 1,-1 1-1,1-1 1,0 0 0,-1 0-1,1 0 1,1 0-1,-1 0 1,0-1-1,1 1 1,0 0-1,-1-1 1,1 0-1,0 0 1,0 0-1,0 0 1,6 2 0,-5-3-68,0 0-1,0 0 1,1 0 0,-1-1 0,0 0 0,0 1 0,1-2 0,-1 1 0,0 0 0,0-1 0,1 0 0,-1 0 0,0 0 0,0-1 0,0 1 0,0-1 0,6-4 0,0 1 25,-8 4 51,0 0 0,0 0-1,0 0 1,-1 0-1,1 0 1,0 0 0,-1 0-1,1-1 1,-1 1 0,1-1-1,-1 1 1,0-1 0,0 1-1,0-1 1,0 0 0,0 0-1,2-2 1,25-39-22,15-30 42,-41 69 2,5-17 87,-7 21-96,0-1 0,0 1 0,0-1 0,0 1 0,0 0 0,0-1 0,0 1 0,-1-1 0,1 1 0,0 0 0,0-1 0,0 1 0,-1 0 0,1-1 0,0 1 0,-1 0 0,1-1 1,0 1-1,-1 0 0,1 0 0,0-1 0,-1 1 0,1 0 0,0 0 0,-1 0 0,1-1 0,-1 1 0,1 0 0,0 0 0,-1 0 0,1 0 0,-1 0 0,1 0 0,-1 0 0,1 0 0,0 0 1,-1 0-1,1 0 0,-1 0 0,1 0 0,0 0 0,-1 1 0,1-1 0,-1 0 0,1 0 0,0 0 0,-1 1 0,1-1 0,0 0 0,-1 1 0,-4 1 52,1 1 0,0 0 0,0 0-1,0 0 1,0 0 0,1 1 0,-1-1-1,1 1 1,0 0 0,0 0 0,0 0-1,1 1 1,-1-1 0,1 1 0,-3 8 0,-2 3 92,1 1 1,1 0 0,-4 22 0,8-30-106,1 0-1,-1 1 0,2-1 0,0 0 1,0 0-1,0 0 0,5 14 0,-5-17-37,1-2 0,0 1 0,0 0 0,0 0-1,0 0 1,0-1 0,1 1 0,0-1 0,0 0-1,0 0 1,1 0 0,0 0 0,-1-1 0,8 6-1,-7-7-97,1-1-1,0 1 0,0-1 1,1 0-1,-1 0 0,0-1 0,0 1 1,0-1-1,1 0 0,-1 0 1,0-1-1,0 0 0,1 0 0,-1 0 1,0 0-1,0-1 0,0 0 0,-1 0 1,1 0-1,0-1 0,-1 1 1,6-5-1,10-13-1327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31.4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17 217 68,'0'0'104,"-1"0"1,0 0-1,1 0 0,-1 0 0,0 0 1,0 0-1,1 0 0,-1 0 0,0 0 1,1 0-1,-1 0 0,0 0 0,0 1 1,1-1-1,-1 0 0,0 1 0,1-1 1,-1 0-1,1 1 0,-1-1 0,0 1 1,1-1-1,-1 1 0,0 0 0,2-1-80,-1 1-1,1-1 0,-1 1 0,1-1 1,-1 1-1,1-1 0,0 0 1,-1 1-1,1-1 0,-1 0 0,1 0 1,0 1-1,-1-1 0,1 0 1,0 0-1,0 0 0,-1 0 0,1 1 1,0-1-1,-1 0 0,1 0 0,0-1 1,-1 1-1,2 0 0,4 0 47,-1-1-1,0 1 1,0-1-1,0 0 1,0 0-1,0-1 1,0 0-1,0 1 1,0-2-1,-1 1 1,1 0-1,-1-1 1,5-4-1,4-4-110,-1 0-1,20-23 1,-21 21-90,-7 7 76,0-1 0,-1 0 0,0 1 0,0-1 0,0 0-1,-1-1 1,0 1 0,0 0 0,-1-1 0,0 1 0,-1-1 0,1 1-1,-2-12 1,1 18 57,0 1 0,0-1 1,0 0-1,0 0 0,0 0 0,0 1 0,0-1 0,0 0 0,0 0 0,-1 0 0,1 1 1,0-1-1,0 0 0,-1 0 0,1 1 0,-1-1 0,1 0 0,-1 1 0,1-1 0,-1 0 0,1 1 1,-1-1-1,1 1 0,-1-1 0,0 1 0,1-1 0,-1 1 0,0-1 0,0 1 0,-1-1 15,0 1-1,0 0 0,0 0 0,1 0 0,-1 0 0,0 0 0,0 0 0,0 0 1,1 1-1,-1-1 0,0 1 0,-3 1 0,1 0 33,-1 0 0,1 0 0,0 0 0,0 1-1,0-1 1,0 1 0,0 0 0,1 1 0,-7 6 0,5-2-2,1 1 0,1 0 1,0-1-1,0 1 0,0 0 0,1 1 1,1-1-1,-1 0 0,2 1 1,-1-1-1,1 0 0,1 1 0,-1-1 1,4 14-1,-3-18-136,0 0-1,0 0 1,1 0 0,0 0 0,0 0-1,0 0 1,0 0 0,1 0-1,0-1 1,0 1 0,0-1 0,0 0-1,1 0 1,0 0 0,0 0-1,0-1 1,0 0 0,0 1 0,1-1-1,-1-1 1,1 1 0,0-1-1,0 0 1,0 0 0,9 2 0,-1-5-746,4-7-118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31.7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74 364,'0'-7'613,"0"-17"946,0 23-1534,0 1-1,0 0 1,0-1 0,-1 1 0,1 0 0,0-1-1,0 1 1,0 0 0,0 0 0,0-1 0,0 1 0,0 0-1,0-1 1,0 1 0,1 0 0,-1-1 0,0 1-1,0 0 1,0 0 0,0-1 0,0 1 0,0 0-1,1-1 1,-1 1 0,0 0 0,0 0 0,0-1 0,1 1-1,-1 0 1,0 0 0,0 0 0,1-1 0,-1 1-1,0 0 1,0 0 0,1 0 0,-1 0 0,0 0 0,1 0-1,-1 0 1,0-1 0,1 1 0,-1 0 0,0 0-1,1 0 1,-1 0 0,0 0 0,1 0 0,1 3 13,0 0 1,0 0-1,0 1 1,0-1-1,-1 0 1,0 0-1,1 1 1,-1-1-1,0 1 1,0-1-1,-1 1 1,1 0-1,-1 5 1,4 11 18,-2-8-38,1-1-1,-2 1 1,0 0 0,0 22 0,-1-30-12,-5 5 11,8-19-45,31-62-147,-28 56 154,1 1 1,1 0 0,0 0 0,0 0 0,18-21-1,-26 36 22,0 0 0,1-1 0,-1 1 0,0 0 0,0-1-1,1 1 1,-1 0 0,0 0 0,0 0 0,1-1 0,-1 1-1,0 0 1,1 0 0,-1 0 0,0-1 0,1 1 0,-1 0-1,1 0 1,-1 0 0,0 0 0,1 0 0,-1 0 0,0 0-1,1 0 1,-1 0 0,1 0 0,-1 0 0,0 0 0,1 0-1,-1 0 1,0 1 0,1-1 0,-1 0 0,0 0 0,1 0-1,-1 0 1,0 1 0,1-1 0,-1 0 0,11 18 264,2 27 304,-13-42-542,5 16 151,-1-4-94,-1 0-1,-1 1 1,2 17 0,-4-30-132,0-1 0,1 1 0,-1-1 1,1 1-1,0-1 0,0 0 0,0 1 0,0-1 0,0 0 1,1 0-1,-1 1 0,2 1 0,-2-4-23,-1 1 0,0-1 0,1 1 0,-1-1 0,0 1 0,1-1 0,-1 1 1,1-1-1,-1 0 0,1 1 0,-1-1 0,0 1 0,1-1 0,0 0 0,-1 0 0,1 1 0,-1-1 0,1 0 0,-1 0 0,1 0 0,-1 1 0,1-1 0,0 0 0,-1 0 0,1 0 0,-1 0 0,1 0 0,0 0 0,-1 0 1,1-1-1,-1 1 0,1 0 0,0 0 0,-1 0 0,1 0 0,-1-1 0,1 1 0,-1 0 0,1-1 0,-1 1 0,1 0 0,-1-1 0,1 1 0,-1-1 0,1 1 0,-1-1 0,0 1 0,1 0 0,-1-1 0,1-1 0,6-7-1231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38:32.2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159 367 1148,'9'-48'2922,"-4"36"-2691,-5 12-227,0 0 1,1-1-1,-1 1 0,0 0 0,0-1 0,0 1 0,1 0 1,-1-1-1,0 1 0,0 0 0,0-1 0,0 1 1,0-1-1,0 1 0,0 0 0,0-1 0,0 1 1,0-1-1,0 1 0,0 0 0,0-1 0,0 1 1,0 0-1,0-1 0,0 1 0,0-1 0,0 1 1,-1 0-1,1-1 0,0 1 0,0 0 0,0-1 1,-1 1-1,1 0 0,0 0 0,0-1 0,-1 1 1,1 0-1,0 0 0,-1-1 0,1 1 0,0 0 1,-1 0-1,-1-2 26,0-1 0,1 2 0,-1-1 0,0 0 0,0 0 0,0 0 0,-1 1 0,1-1 0,0 1 0,-1 0 0,1 0 1,-1 0-1,1 0 0,-1 0 0,-3-1 0,2 2-24,1 1 0,0-1 0,0 1 0,0-1 0,0 1 0,0 0 1,0 0-1,0 0 0,0 0 0,0 1 0,1-1 0,-1 1 0,0 0 0,-4 3 0,1 0-2,-1 0-1,1 0 0,0 0 0,1 1 0,-1 0 0,1 0 0,0 0 0,1 0 0,-1 1 0,-4 9 0,6-10-2,1 0-1,-1 0 1,1 0 0,0 1-1,0-1 1,1 0-1,0 1 1,0-1-1,1 1 1,-1-1-1,2 12 1,0-15-1,-1 0 0,1 0 0,0 0 0,0 0 1,0 0-1,0 0 0,0 0 0,1 0 0,-1-1 1,1 1-1,0-1 0,0 1 0,0-1 0,0 0 1,0 1-1,0-1 0,1 0 0,-1 0 0,1-1 0,-1 1 1,1-1-1,0 1 0,0-1 0,0 0 0,0 0 1,3 1-1,-3-2-4,1 1 0,-1-1 0,1 0 0,0-1 0,-1 1 0,1-1 0,-1 1 0,1-1 0,-1 0 0,0 0 0,1-1 1,-1 1-1,0-1 0,0 0 0,0 1 0,0-1 0,0-1 0,4-3 0,43-43-300,-49 48 291,7-7-75,-1 0 0,-1-1 0,0 0-1,0 0 1,-1-1 0,0 1 0,0-1 0,4-17 0,-5 10 33,-1 0-1,0 0 1,-2-1-1,0-25 1,-1 23 59,-3-85 227,2 94-94,0 1 0,-1 0 0,0 0 0,-1 0-1,0 0 1,0 0 0,-8-14 0,11 23-133,-1 1 1,1 0 0,0 0-1,0 0 1,0 0 0,0-1-1,0 1 1,0 0-1,0 0 1,0 0 0,0 0-1,0 0 1,0 0 0,-1-1-1,1 1 1,0 0-1,0 0 1,0 0 0,0 0-1,0 0 1,0 0 0,-1 0-1,1 0 1,0 0 0,0 0-1,0 0 1,0-1-1,0 1 1,-1 0 0,1 0-1,0 0 1,0 0 0,0 0-1,0 0 1,-1 0-1,1 0 1,0 0 0,0 1-1,0-1 1,0 0 0,-1 0-1,1 0 1,0 0-1,0 0 1,0 0 0,0 0-1,0 0 1,0 0 0,-1 0-1,1 0 1,0 1-1,0-1 1,-5 12 163,-1 20 60,20 152 560,-7-121-646,-5-47-121,1-1-1,1 1 0,7 17 1,5 18-61,-13-38-314,1 0 0,1 1 0,1-1 0,-1-1 0,2 1 0,0-1 0,10 14 0,-6-10-1523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9:32.7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1508 381 1264,'-3'-5'1541,"-1"4"-705,0-17-5,1 1-710,-2-40 355,3 50-398,0 0 0,-1 0 0,0 0 1,0 0-1,-1 1 0,1-1 0,-2 1 0,1 0 0,-1 0 0,1 0 0,-1 1 0,-7-6 1,1-1 15,11 12-92,-1 0 0,1 0-1,0 0 1,-1 0 0,1 0-1,-1 0 1,1-1 0,0 1 0,-1 0-1,1 0 1,-1 1 0,1-1-1,-1 0 1,1 0 0,0 0-1,-1 0 1,1 0 0,-1 0-1,1 1 1,0-1 0,-1 0 0,1 0-1,0 0 1,-1 1 0,1-1-1,0 0 1,-1 1 0,1-1-1,0 0 1,0 1 0,-1-1 0,1 0-1,0 1 1,0-1 0,-1 0-1,1 1 1,0-1 0,0 1-1,0-1 1,0 1 0,-12 23 9,9-19 0,2-4-10,1-1 0,-1 0 0,0 1 0,1-1 0,-1 0 0,0 0 0,0 0 0,0 1 0,1-1 0,-1 0 0,0 0 0,0 0 0,1 0 0,-1 0 0,0-1 0,0 1 0,0 0 0,1 0 0,-1 0 0,0-1 0,0 1 0,1 0 0,-1-1 0,0 1 0,1-1 0,-1 1 0,0-1 0,-28-19 3,12 8-6,-6 1-1,1 0 1,-2 2 0,0 1 0,0 0 0,0 2 0,-1 0-1,0 2 1,0 1 0,0 1 0,0 1 0,-1 1 0,-32 5-1,21 0-4,1 2-1,0 2 0,0 0 1,1 3-1,1 1 0,0 1 0,-59 35 1,26-5 47,2 2 0,1 4 0,3 2 1,3 2-1,1 4 0,-96 127 1,139-164-46,0 1 1,1 1-1,2 0 1,0 0-1,1 2 0,1-1 1,2 1-1,0 0 1,2 0-1,1 1 1,-2 48-1,6-52 9,0 0-1,2-1 1,1 1-1,0 0 1,2-1-1,0 1 0,2-1 1,0 0-1,1-1 1,1 0-1,1 0 1,1-1-1,0-1 0,19 24 1,-18-29-23,1 0 1,0 0-1,0-1 1,1-1 0,1 0-1,0-1 1,0-1-1,32 14 1,-23-13-28,1-2 0,0-1 0,0 0 0,1-2 0,41 3 0,-23-6-48,1-3-1,-1-1 0,0-2 0,0-2 0,0-2 0,80-26 0,-67 13-55,0-1-1,-2-4 0,0-1 1,-2-4-1,-1-1 0,-2-2 1,88-80-1,-99 78 117,-2-1 0,-2-2 0,-1-1 0,-2-2 0,-2-2 0,-2 0 0,-2-2 0,22-53 0,-38 75 39,3-4 21,-2 0-1,-1-2 1,-2 1-1,6-32 1,-9 24 32,-1 1 0,-1-1 0,-3 0 1,-5-49-1,3 71-34,-1 1 0,0-1 1,-1 0-1,-1 1 0,0 0 0,-1 0 0,-1 1 1,0 0-1,-1 0 0,0 0 0,-1 1 0,0 0 1,-16-14-1,11 12-121,-2 0 1,0 2-1,0 0 1,-1 1-1,-1 0 1,1 2 0,-2 0-1,1 1 1,-1 0-1,-1 2 1,1 0-1,-1 2 1,0 0-1,0 1 1,0 1 0,0 1-1,-1 0 1,1 2-1,0 0 1,-1 2-1,1 0 1,0 1-1,-38 13 1,-6 8-1225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9:34.0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 27 624,'1'-2'413,"-1"0"1,1 0-1,-1 1 1,1-1-1,0 0 0,-1 1 1,1-1-1,0 1 0,0-1 1,0 1-1,0-1 1,1 1-1,-1 0 0,0 0 1,3-3-1,-3 5-363,-1-1 0,0 0 0,1 0 0,-1 1 0,0-1 0,0 1 0,0-1 0,1 0 1,-1 1-1,0-1 0,0 0 0,0 1 0,0-1 0,0 1 0,0-1 0,0 1 0,0-1 0,0 0 0,0 1 0,0-1 0,0 1 0,0-1 0,0 0 0,0 1 1,0-1-1,0 1 0,0-1 0,-1 0 0,1 1 0,0-1 0,0 0 0,-1 1 0,1-1 0,-1 1 0,-5 12 552,-3 34 874,-2 7-486,-6 2-1130,15-43-928,-1-1 0,-1 0 1,0-1-1,-1 1 0,-7 13 0,3-9-1586,-1 0-59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9:32.7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1508 381 1264,'-3'-5'1541,"-1"4"-705,0-17-5,1 1-710,-2-40 355,3 50-398,0 0 0,-1 0 0,0 0 1,0 0-1,-1 1 0,1-1 0,-2 1 0,1 0 0,-1 0 0,1 0 0,-1 1 0,-7-6 1,1-1 15,11 12-92,-1 0 0,1 0-1,0 0 1,-1 0 0,1 0-1,-1 0 1,1-1 0,0 1 0,-1 0-1,1 0 1,-1 1 0,1-1-1,-1 0 1,1 0 0,0 0-1,-1 0 1,1 0 0,-1 0-1,1 1 1,0-1 0,-1 0 0,1 0-1,0 0 1,-1 1 0,1-1-1,0 0 1,-1 1 0,1-1-1,0 0 1,0 1 0,-1-1 0,1 0-1,0 1 1,0-1 0,-1 0-1,1 1 1,0-1 0,0 1-1,0-1 1,0 1 0,-12 23 9,9-19 0,2-4-10,1-1 0,-1 0 0,0 1 0,1-1 0,-1 0 0,0 0 0,0 0 0,0 1 0,1-1 0,-1 0 0,0 0 0,0 0 0,1 0 0,-1 0 0,0-1 0,0 1 0,0 0 0,1 0 0,-1 0 0,0-1 0,0 1 0,1 0 0,-1-1 0,0 1 0,1-1 0,-1 1 0,0-1 0,-28-19 3,12 8-6,-6 1-1,1 0 1,-2 2 0,0 1 0,0 0 0,0 2 0,-1 0-1,0 2 1,0 1 0,0 1 0,0 1 0,-1 1 0,-32 5-1,21 0-4,1 2-1,0 2 0,0 0 1,1 3-1,1 1 0,0 1 0,-59 35 1,26-5 47,2 2 0,1 4 0,3 2 1,3 2-1,1 4 0,-96 127 1,139-164-46,0 1 1,1 1-1,2 0 1,0 0-1,1 2 0,1-1 1,2 1-1,0 0 1,2 0-1,1 1 1,-2 48-1,6-52 9,0 0-1,2-1 1,1 1-1,0 0 1,2-1-1,0 1 0,2-1 1,0 0-1,1-1 1,1 0-1,1 0 1,1-1-1,0-1 0,19 24 1,-18-29-23,1 0 1,0 0-1,0-1 1,1-1 0,1 0-1,0-1 1,0-1-1,32 14 1,-23-13-28,1-2 0,0-1 0,0 0 0,1-2 0,41 3 0,-23-6-48,1-3-1,-1-1 0,0-2 0,0-2 0,0-2 0,80-26 0,-67 13-55,0-1-1,-2-4 0,0-1 1,-2-4-1,-1-1 0,-2-2 1,88-80-1,-99 78 117,-2-1 0,-2-2 0,-1-1 0,-2-2 0,-2-2 0,-2 0 0,-2-2 0,22-53 0,-38 75 39,3-4 21,-2 0-1,-1-2 1,-2 1-1,6-32 1,-9 24 32,-1 1 0,-1-1 0,-3 0 1,-5-49-1,3 71-34,-1 1 0,0-1 1,-1 0-1,-1 1 0,0 0 0,-1 0 0,-1 1 1,0 0-1,-1 0 0,0 0 0,-1 1 0,0 0 1,-16-14-1,11 12-121,-2 0 1,0 2-1,0 0 1,-1 1-1,-1 0 1,1 2 0,-2 0-1,1 1 1,-1 0-1,-1 2 1,1 0-1,-1 2 1,0 0-1,0 1 1,0 1 0,0 1-1,-1 0 1,1 2-1,0 0 1,-1 2-1,1 0 1,0 1-1,-38 13 1,-6 8-1225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9:34.0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 27 624,'1'-2'413,"-1"0"1,1 0-1,-1 1 1,1-1-1,0 0 0,-1 1 1,1-1-1,0 1 0,0-1 1,0 1-1,0-1 1,1 1-1,-1 0 0,0 0 1,3-3-1,-3 5-363,-1-1 0,0 0 0,1 0 0,-1 1 0,0-1 0,0 1 0,0-1 0,1 0 1,-1 1-1,0-1 0,0 0 0,0 1 0,0-1 0,0 1 0,0-1 0,0 1 0,0-1 0,0 0 0,0 1 0,0-1 0,0 1 0,0-1 0,0 0 0,0 1 1,0-1-1,0 1 0,0-1 0,-1 0 0,1 1 0,0-1 0,0 0 0,-1 1 0,1-1 0,-1 1 0,-5 12 552,-3 34 874,-2 7-486,-6 2-1130,15-43-928,-1-1 0,-1 0 1,0-1-1,-1 1 0,-7 13 0,3-9-1586,-1 0-59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09.5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 85 68,'0'0'2386,"9"6"-986,-23 30 1661,5-29-2037,4-29-1035,6 18 7,-1 1 0,1-1 0,0 1 0,0-1 0,0 1 0,0 0 0,1 0 0,-1 0 0,1 0 0,0 0 0,0 0 0,0 0 0,0 0 0,0 1 0,5-4 0,14-21-31,-18 24 29,0 0 0,0 0 1,1 0-1,-1 1 0,1-1 0,0 1 1,0 0-1,0 0 0,0 1 0,0-1 1,6-1-1,-8 3 1,0-1 1,1 0-1,-1 1 0,0 0 1,1 0-1,-1 0 0,0 0 1,1 0-1,-1 0 0,4 1 1,-5-1 2,-1 1 0,1-1 1,0 0-1,0 1 0,-1-1 1,1 1-1,0-1 1,-1 1-1,1-1 0,-1 1 1,1-1-1,0 1 0,-1 0 1,1-1-1,-1 1 0,0 0 1,1-1-1,-1 1 0,0 0 1,1 0-1,-1-1 1,0 1-1,0 0 0,1 0 1,-1 0-1,0-1 0,0 1 1,0 0-1,0 1 0,-1 3 1,1 0 0,-1 0-1,0-1 1,-1 1-1,1 0 1,-1-1 0,0 1-1,0-1 1,0 1-1,-4 4 1,-35 46 9,17-25 21,-5 2-4,26-30-29,0 0 1,1 1-1,-1-1 1,0 1-1,1 0 1,0 0-1,-1 0 0,1 0 1,0 0-1,0 0 1,1 0-1,-1 1 1,1-1-1,0 1 1,0-1-1,0 1 1,0-1-1,0 7 1,2-9 1,0 1-1,0-1 1,1 0 0,-1 0 0,0 0 0,1 0 0,-1-1-1,1 1 1,-1 0 0,1-1 0,-1 1 0,1-1 0,0 1-1,-1-1 1,1 0 0,0 1 0,1-1 0,34 2-21,11-9-197,-36 5-292,0 1-1,0-1 1,18-6-1,5-3-1749,-24 6 533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0.5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85 22 1216,'0'0'1116,"-8"-11"2663,63 1-3491,-54 10-289,1 0 0,0 0 0,0 0-1,0 0 1,-1 0 0,1 0 0,0 1 0,0-1-1,0 1 1,-1-1 0,1 1 0,0 0 0,-1-1-1,1 1 1,-1 0 0,1 0 0,-1 0 0,1 0-1,-1 1 1,0-1 0,1 0 0,-1 1 0,0-1-1,0 0 1,1 3 0,-1-2 0,-1 0 0,1 0-1,-1 0 1,0 0 0,0 0 0,0 0-1,0 0 1,0 0 0,0 0 0,-1 0 0,1 0-1,-1 0 1,1 0 0,-1 0 0,0 0-1,0 0 1,0 0 0,0-1 0,0 1-1,0 0 1,0-1 0,-1 1 0,-1 1 0,-13 22-6,15-21 6,-1 0-1,0-1 1,0 1 0,0-1-1,-1 0 1,1 1 0,-6 4-1,7-7-4,0 0 1,0 0-1,-1 0 0,1 0 0,0 0 0,0 1 0,0-1 1,0 0-1,1 1 0,-1-1 0,0 1 0,1-1 0,-1 1 1,1-1-1,-1 1 0,1-1 0,0 1 0,-1 0 0,1-1 0,0 1 1,0 0-1,0-1 0,1 1 0,-1-1 0,0 1 0,0 0 1,1-1-1,-1 1 0,1-1 0,0 1 0,-1-1 0,1 1 1,0-1-1,0 0 0,0 1 0,0-1 0,0 0 0,0 0 1,0 1-1,2 0 0,63 51-143,-65-52 148,0-1 0,0 1 1,0 0-1,0-1 1,-1 1-1,1 0 0,0 0 1,0 0-1,0 0 1,-1 0-1,1 0 0,-1 0 1,1 0-1,-1 0 0,1 0 1,-1 0-1,1 0 1,-1 0-1,0 0 0,0 0 1,1 0-1,-1 1 1,0-1-1,0 0 0,0 0 1,0 0-1,-1 0 1,1 2-1,-1-1 6,0-1-1,0 1 1,-1 0 0,1-1-1,-1 1 1,1-1 0,-1 1-1,1-1 1,-1 1 0,0-1-1,1 0 1,-1 0 0,0 0-1,-2 1 1,-8 2 32,1 0 0,-1 0 1,0-1-1,-14 2 0,-28-4-106,51-1-18,0 0-1,-1 0 1,1-1 0,0 1-1,0-1 1,-1 0 0,1 0 0,0 0-1,0-1 1,0 1 0,0-1-1,0 1 1,-3-4 0,4-1-1763,2 2 260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1.4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95 27 352,'-5'-14'2420,"5"14"-2382,0 0 0,0 0 0,-1-1 0,1 1 0,0 0 0,0 0 0,0-1 0,0 1 0,0 0 0,-1 0 0,1-1 0,0 1 0,0 0 0,0-1 0,0 1 0,0 0 0,0 0 0,0-1 0,0 1 0,0 0 0,0-1 0,0 1 0,0 0 0,0 0 0,0-1 0,0 1 0,0 0 0,0-1 0,0 1 0,1 0 0,-1 0 0,0-1 0,0 1 0,0 0 0,0 0 0,1-1 0,-1 1 0,0 0 0,0 0 0,1 0 0,-1-1 0,0 1 0,0 0 0,1 0 0,-1 0 0,0 0 0,0 0 0,1-1 0,-1 1 0,0 0 0,0 1-1,0-1 0,0 0 0,0 0 0,0 0 0,-1 0 1,1 0-1,0 1 0,0-1 0,0 0 0,0 0 0,0 0 0,-1 0 1,1 0-1,0 0 0,0 0 0,0 0 0,0 0 0,-1 0 1,1 0-1,0 0 0,0 0 0,0 0 0,-1 0 0,1 0 1,0 0-1,0 0 0,0 0 0,-1 0 0,1 0 0,0 0 0,0 0 1,0 0-1,0 0 0,-1 0 0,1 0 0,0 0 0,0 0 1,0 0-1,0-1 0,0 1 0,-1 0 0,1 0 0,0 0 0,0 0 1,0 0-1,0-1 0,0 1 0,0 0 0,0 0 0,-1-1 1,0 4 8,-1 0 1,0 0 0,0 0 0,0 0 0,0-1-1,-1 1 1,1-1 0,-5 4 0,-7 8 42,6-3-45,0 1-1,1 0 1,-10 22-1,16-30-62,0-1 1,-1 0-1,1 1 1,0-1-1,1 1 1,-1 0-1,1-1 0,-1 1 1,1-1-1,0 1 1,1 0-1,-1-1 0,0 1 1,1-1-1,0 1 1,0-1-1,0 1 1,3 5-1,-3-7-48,0-1-1,0 1 1,0-1-1,0 0 1,1 1-1,-1-1 1,0 0 0,1 0-1,-1 0 1,1 0-1,-1 0 1,1 0 0,0 0-1,-1-1 1,1 1-1,0 0 1,0-1 0,-1 1-1,1-1 1,0 0-1,0 0 1,0 0-1,-1 0 1,1 0 0,0 0-1,0 0 1,0 0-1,-1-1 1,1 1 0,0-1-1,0 1 1,2-3-1,4 0-90,0-1-1,0 0 1,0-1-1,-1 0 0,13-10 1,-4-5 34,-15 18 152,0 0-1,0 1 0,0-1 0,0 0 1,1 0-1,-1 1 0,0-1 0,1 1 1,-1-1-1,1 1 0,0 0 1,-1 0-1,1 0 0,0 0 0,0 0 1,0 0-1,-1 0 0,4-1 0,-7 40 1418,-51 103 23,50-133-1715,-3 9 139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2.3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113 1 624,'-39'27'4696,"18"0"-4415,19-25-273,-1 0-1,1 0 1,0 1 0,0-1-1,1 1 1,-1-1-1,0 1 1,1 0 0,0-1-1,0 1 1,-1 0 0,2 0-1,-1 0 1,0 0-1,1 0 1,-1 0 0,1 0-1,0 4 1,0-5-13,0 0 0,0 0 0,0 0 0,1 0 1,-1 0-1,0-1 0,1 1 0,0 0 0,-1 0 0,1-1 0,0 1 0,0 0 1,0-1-1,0 1 0,0-1 0,0 1 0,1-1 0,-1 0 0,0 1 1,1-1-1,2 2 0,40 16-465,-40-18 440,0 0 1,0 1-1,0-1 1,1 1-1,-1 0 1,-1 0-1,1 0 1,0 0-1,-1 1 1,1-1-1,-1 1 1,0 0-1,4 4 1,-6-5 29,0-1 1,0 1-1,-1 0 1,1-1 0,0 1-1,-1 0 1,1 0-1,-1 0 1,0 0-1,1-1 1,-1 1-1,0 0 1,0 0-1,0 0 1,-1 0 0,1 0-1,0 0 1,-1-1-1,1 1 1,-1 0-1,1 0 1,-2 1-1,0 1 20,-1-1 0,1 1 0,-1-1 0,1 0-1,-1 0 1,0 0 0,0 0 0,0 0 0,-7 3 0,5-2-45,-1-1 0,0 0 1,1 0-1,-1 0 1,0-1-1,-1 0 1,1 0-1,0 0 1,-1-1-1,1 0 1,0 0-1,-9-1 1,-13-14-2238,27 8 756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2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85 228,'0'-1'244,"1"-1"0,-1 1 1,0 0-1,0 0 0,1 0 0,-1 0 0,1 0 0,-1 0 0,1 0 1,-1 0-1,1 0 0,0 0 0,-1 1 0,1-1 0,0 0 1,0 0-1,-1 1 0,1-1 0,0 0 0,0 1 0,2-2 1,31-11 1213,40 1-1924,-67 11 699,11-2-822,1-1-1,31-10 1,-14 3-2239,-17 5 803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3.3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187 10 432,'1'-1'105,"-1"1"0,0-1 0,0 1 0,0-1 0,1 1 1,-1-1-1,0 1 0,0 0 0,1-1 0,-1 1 0,0-1 0,1 1 0,-1 0 0,1-1 0,-1 1 0,0 0 0,1 0 1,-1-1-1,1 1 0,-1 0 0,1 0 0,-1-1 0,1 1 0,-1 0 0,1 0 0,-1 0 0,1 0 0,-1 0 1,1 0-1,-1 0 0,7 3 2902,-18 4-2278,-51 54 159,40-40-780,0 0 1,-22 29-1,36-39-110,1 0 0,0 1 0,1 0 0,-10 24 0,16-35-16,0 1 0,0-1 0,-1 1-1,1-1 1,0 0 0,0 1 0,0-1-1,1 0 1,-1 1 0,0-1 0,0 0-1,1 1 1,-1-1 0,1 0 0,-1 1-1,1-1 1,-1 0 0,1 0 0,0 0-1,0 0 1,0 0 0,-1 1 0,1-1-1,0-1 1,0 1 0,0 0 0,0 0-1,1 0 1,-1 0 0,0-1 0,2 2-1,0-1-96,0 1-1,-1-1 0,1 0 1,1 0-1,-1 0 1,0 0-1,0 0 0,0-1 1,0 1-1,1-1 0,-1 0 1,0 0-1,4 0 1,12-4-426,0-1 0,24-10 0,-38 13 502,0 0 1,0 0-1,0 0 1,-1-1 0,1 1-1,-1-1 1,1 0-1,-1 0 1,0-1-1,0 0 1,-1 1 0,1-1-1,5-8 1,-8 11 46,-1 0 1,1 0 0,0-1 0,-1 1-1,1 0 1,-1 0 0,0 0-1,1 0 1,-1-1 0,0 1 0,0 0-1,0 0 1,1 0 0,-1-1-1,-1 1 1,1 0 0,0 0 0,0-1-1,0 1 1,-1 0 0,1 0-1,0 0 1,-1 0 0,1-1 0,-1 1-1,-1-2 1,1 3 14,-1-1 1,1 0-1,-1 0 1,1 0-1,-1 1 0,0-1 1,1 1-1,-1-1 1,0 1-1,0 0 0,1 0 1,-1-1-1,0 1 1,0 1-1,1-1 1,-3 0-1,-8 2 86,0 0 0,1 1 0,-1 0 0,-13 6 0,18-5-277,0 0 0,0 0 0,0 0-1,0 1 1,0 0 0,1 1 0,0-1 0,0 1 0,1 0 0,-1 1 0,1-1 0,1 1-1,-8 13 1,11-4-1506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4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20 72,'-17'0'4920,"37"2"-4816,25-3-454,-9-2-60,-29 3 335,-1-1 0,1 1 0,0-1 0,-1 0 0,1-1 0,-1 1 0,12-6 0,-17 7 71,-1-1 1,1 1-1,0 0 1,-1-1-1,1 1 1,-1 0 0,1-1-1,-1 1 1,1 0-1,0 0 1,-1-1-1,1 1 1,0 0 0,-1 0-1,1 0 1,0 0-1,-1 0 1,1 0-1,0 0 1,-1 0 0,1 0-1,0 0 1,-1 0-1,1 1 1,1-1-1,-1 15 43,-17 26 241,13-36-189,-34 68 663,31-59-700,0 0-1,0-1 1,-18 25-1,-6 15-117,27-46-197,-3 7 215,4-3-2742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4.4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53 1528,'0'-5'996,"9"-1"-364,0 6-232,10-5-120,0 0-72,9 5-64,0-5-52,10 5-60,-10-6-52,9 1-92,-9 5-124,1-5-144,-1-1-224,-10 6-428,1-5-536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9:32.7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1508 381 1264,'-3'-5'1541,"-1"4"-705,0-17-5,1 1-710,-2-40 355,3 50-398,0 0 0,-1 0 0,0 0 1,0 0-1,-1 1 0,1-1 0,-2 1 0,1 0 0,-1 0 0,1 0 0,-1 1 0,-7-6 1,1-1 15,11 12-92,-1 0 0,1 0-1,0 0 1,-1 0 0,1 0-1,-1 0 1,1-1 0,0 1 0,-1 0-1,1 0 1,-1 1 0,1-1-1,-1 0 1,1 0 0,0 0-1,-1 0 1,1 0 0,-1 0-1,1 1 1,0-1 0,-1 0 0,1 0-1,0 0 1,-1 1 0,1-1-1,0 0 1,-1 1 0,1-1-1,0 0 1,0 1 0,-1-1 0,1 0-1,0 1 1,0-1 0,-1 0-1,1 1 1,0-1 0,0 1-1,0-1 1,0 1 0,-12 23 9,9-19 0,2-4-10,1-1 0,-1 0 0,0 1 0,1-1 0,-1 0 0,0 0 0,0 0 0,0 1 0,1-1 0,-1 0 0,0 0 0,0 0 0,1 0 0,-1 0 0,0-1 0,0 1 0,0 0 0,1 0 0,-1 0 0,0-1 0,0 1 0,1 0 0,-1-1 0,0 1 0,1-1 0,-1 1 0,0-1 0,-28-19 3,12 8-6,-6 1-1,1 0 1,-2 2 0,0 1 0,0 0 0,0 2 0,-1 0-1,0 2 1,0 1 0,0 1 0,0 1 0,-1 1 0,-32 5-1,21 0-4,1 2-1,0 2 0,0 0 1,1 3-1,1 1 0,0 1 0,-59 35 1,26-5 47,2 2 0,1 4 0,3 2 1,3 2-1,1 4 0,-96 127 1,139-164-46,0 1 1,1 1-1,2 0 1,0 0-1,1 2 0,1-1 1,2 1-1,0 0 1,2 0-1,1 1 1,-2 48-1,6-52 9,0 0-1,2-1 1,1 1-1,0 0 1,2-1-1,0 1 0,2-1 1,0 0-1,1-1 1,1 0-1,1 0 1,1-1-1,0-1 0,19 24 1,-18-29-23,1 0 1,0 0-1,0-1 1,1-1 0,1 0-1,0-1 1,0-1-1,32 14 1,-23-13-28,1-2 0,0-1 0,0 0 0,1-2 0,41 3 0,-23-6-48,1-3-1,-1-1 0,0-2 0,0-2 0,0-2 0,80-26 0,-67 13-55,0-1-1,-2-4 0,0-1 1,-2-4-1,-1-1 0,-2-2 1,88-80-1,-99 78 117,-2-1 0,-2-2 0,-1-1 0,-2-2 0,-2-2 0,-2 0 0,-2-2 0,22-53 0,-38 75 39,3-4 21,-2 0-1,-1-2 1,-2 1-1,6-32 1,-9 24 32,-1 1 0,-1-1 0,-3 0 1,-5-49-1,3 71-34,-1 1 0,0-1 1,-1 0-1,-1 1 0,0 0 0,-1 0 0,-1 1 1,0 0-1,-1 0 0,0 0 0,-1 1 0,0 0 1,-16-14-1,11 12-121,-2 0 1,0 2-1,0 0 1,-1 1-1,-1 0 1,1 2 0,-2 0-1,1 1 1,-1 0-1,-1 2 1,1 0-1,-1 2 1,0 0-1,0 1 1,0 1 0,0 1-1,-1 0 1,1 2-1,0 0 1,-1 2-1,1 0 1,0 1-1,-38 13 1,-6 8-1225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9:34.0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 27 624,'1'-2'413,"-1"0"1,1 0-1,-1 1 1,1-1-1,0 0 0,-1 1 1,1-1-1,0 1 0,0-1 1,0 1-1,0-1 1,1 1-1,-1 0 0,0 0 1,3-3-1,-3 5-363,-1-1 0,0 0 0,1 0 0,-1 1 0,0-1 0,0 1 0,0-1 0,1 0 1,-1 1-1,0-1 0,0 0 0,0 1 0,0-1 0,0 1 0,0-1 0,0 1 0,0-1 0,0 0 0,0 1 0,0-1 0,0 1 0,0-1 0,0 0 0,0 1 1,0-1-1,0 1 0,0-1 0,-1 0 0,1 1 0,0-1 0,0 0 0,-1 1 0,1-1 0,-1 1 0,-5 12 552,-3 34 874,-2 7-486,-6 2-1130,15-43-928,-1-1 0,-1 0 1,0-1-1,-1 1 0,-7 13 0,3-9-1586,-1 0-59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09.5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 85 68,'0'0'2386,"9"6"-986,-23 30 1661,5-29-2037,4-29-1035,6 18 7,-1 1 0,1-1 0,0 1 0,0-1 0,0 1 0,0 0 0,1 0 0,-1 0 0,1 0 0,0 0 0,0 0 0,0 0 0,0 0 0,0 1 0,5-4 0,14-21-31,-18 24 29,0 0 0,0 0 1,1 0-1,-1 1 0,1-1 0,0 1 1,0 0-1,0 0 0,0 1 0,0-1 1,6-1-1,-8 3 1,0-1 1,1 0-1,-1 1 0,0 0 1,1 0-1,-1 0 0,0 0 1,1 0-1,-1 0 0,4 1 1,-5-1 2,-1 1 0,1-1 1,0 0-1,0 1 0,-1-1 1,1 1-1,0-1 1,-1 1-1,1-1 0,-1 1 1,1-1-1,0 1 0,-1 0 1,1-1-1,-1 1 0,0 0 1,1-1-1,-1 1 0,0 0 1,1 0-1,-1-1 1,0 1-1,0 0 0,1 0 1,-1 0-1,0-1 0,0 1 1,0 0-1,0 1 0,-1 3 1,1 0 0,-1 0-1,0-1 1,-1 1-1,1 0 1,-1-1 0,0 1-1,0-1 1,0 1-1,-4 4 1,-35 46 9,17-25 21,-5 2-4,26-30-29,0 0 1,1 1-1,-1-1 1,0 1-1,1 0 1,0 0-1,-1 0 0,1 0 1,0 0-1,0 0 1,1 0-1,-1 1 1,1-1-1,0 1 1,0-1-1,0 1 1,0-1-1,0 7 1,2-9 1,0 1-1,0-1 1,1 0 0,-1 0 0,0 0 0,1 0 0,-1-1-1,1 1 1,-1 0 0,1-1 0,-1 1 0,1-1 0,0 1-1,-1-1 1,1 0 0,0 1 0,1-1 0,34 2-21,11-9-197,-36 5-292,0 1-1,0-1 1,18-6-1,5-3-1749,-24 6 533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0.5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85 22 1216,'0'0'1116,"-8"-11"2663,63 1-3491,-54 10-289,1 0 0,0 0 0,0 0-1,0 0 1,-1 0 0,1 0 0,0 1 0,0-1-1,0 1 1,-1-1 0,1 1 0,0 0 0,-1-1-1,1 1 1,-1 0 0,1 0 0,-1 0 0,1 0-1,-1 1 1,0-1 0,1 0 0,-1 1 0,0-1-1,0 0 1,1 3 0,-1-2 0,-1 0 0,1 0-1,-1 0 1,0 0 0,0 0 0,0 0-1,0 0 1,0 0 0,0 0 0,-1 0 0,1 0-1,-1 0 1,1 0 0,-1 0 0,0 0-1,0 0 1,0 0 0,0-1 0,0 1-1,0 0 1,0-1 0,-1 1 0,-1 1 0,-13 22-6,15-21 6,-1 0-1,0-1 1,0 1 0,0-1-1,-1 0 1,1 1 0,-6 4-1,7-7-4,0 0 1,0 0-1,-1 0 0,1 0 0,0 0 0,0 1 0,0-1 1,0 0-1,1 1 0,-1-1 0,0 1 0,1-1 0,-1 1 1,1-1-1,-1 1 0,1-1 0,0 1 0,-1 0 0,1-1 0,0 1 1,0 0-1,0-1 0,1 1 0,-1-1 0,0 1 0,0 0 1,1-1-1,-1 1 0,1-1 0,0 1 0,-1-1 0,1 1 1,0-1-1,0 0 0,0 1 0,0-1 0,0 0 0,0 0 1,0 1-1,2 0 0,63 51-143,-65-52 148,0-1 0,0 1 1,0 0-1,0-1 1,-1 1-1,1 0 0,0 0 1,0 0-1,0 0 1,-1 0-1,1 0 0,-1 0 1,1 0-1,-1 0 0,1 0 1,-1 0-1,1 0 1,-1 0-1,0 0 0,0 0 1,1 0-1,-1 1 1,0-1-1,0 0 0,0 0 1,0 0-1,-1 0 1,1 2-1,-1-1 6,0-1-1,0 1 1,-1 0 0,1-1-1,-1 1 1,1-1 0,-1 1-1,1-1 1,-1 1 0,0-1-1,1 0 1,-1 0 0,0 0-1,-2 1 1,-8 2 32,1 0 0,-1 0 1,0-1-1,-14 2 0,-28-4-106,51-1-18,0 0-1,-1 0 1,1-1 0,0 1-1,0-1 1,-1 0 0,1 0 0,0 0-1,0-1 1,0 1 0,0-1-1,0 1 1,-3-4 0,4-1-1763,2 2 260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1.4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95 27 352,'-5'-14'2420,"5"14"-2382,0 0 0,0 0 0,-1-1 0,1 1 0,0 0 0,0 0 0,0-1 0,0 1 0,0 0 0,-1 0 0,1-1 0,0 1 0,0 0 0,0-1 0,0 1 0,0 0 0,0 0 0,0-1 0,0 1 0,0 0 0,0-1 0,0 1 0,0 0 0,0 0 0,0-1 0,0 1 0,0 0 0,0-1 0,0 1 0,1 0 0,-1 0 0,0-1 0,0 1 0,0 0 0,0 0 0,1-1 0,-1 1 0,0 0 0,0 0 0,1 0 0,-1-1 0,0 1 0,0 0 0,1 0 0,-1 0 0,0 0 0,0 0 0,1-1 0,-1 1 0,0 0 0,0 1-1,0-1 0,0 0 0,0 0 0,0 0 0,-1 0 1,1 0-1,0 1 0,0-1 0,0 0 0,0 0 0,0 0 0,-1 0 1,1 0-1,0 0 0,0 0 0,0 0 0,0 0 0,-1 0 1,1 0-1,0 0 0,0 0 0,0 0 0,-1 0 0,1 0 1,0 0-1,0 0 0,0 0 0,-1 0 0,1 0 0,0 0 0,0 0 1,0 0-1,0 0 0,-1 0 0,1 0 0,0 0 0,0 0 1,0 0-1,0-1 0,0 1 0,-1 0 0,1 0 0,0 0 0,0 0 1,0 0-1,0-1 0,0 1 0,0 0 0,0 0 0,-1-1 1,0 4 8,-1 0 1,0 0 0,0 0 0,0 0 0,0-1-1,-1 1 1,1-1 0,-5 4 0,-7 8 42,6-3-45,0 1-1,1 0 1,-10 22-1,16-30-62,0-1 1,-1 0-1,1 1 1,0-1-1,1 1 1,-1 0-1,1-1 0,-1 1 1,1-1-1,0 1 1,1 0-1,-1-1 0,0 1 1,1-1-1,0 1 1,0-1-1,0 1 1,3 5-1,-3-7-48,0-1-1,0 1 1,0-1-1,0 0 1,1 1-1,-1-1 1,0 0 0,1 0-1,-1 0 1,1 0-1,-1 0 1,1 0 0,0 0-1,-1-1 1,1 1-1,0 0 1,0-1 0,-1 1-1,1-1 1,0 0-1,0 0 1,0 0-1,-1 0 1,1 0 0,0 0-1,0 0 1,0 0-1,-1-1 1,1 1 0,0-1-1,0 1 1,2-3-1,4 0-90,0-1-1,0 0 1,0-1-1,-1 0 0,13-10 1,-4-5 34,-15 18 152,0 0-1,0 1 0,0-1 0,0 0 1,1 0-1,-1 1 0,0-1 0,1 1 1,-1-1-1,1 1 0,0 0 1,-1 0-1,1 0 0,0 0 0,0 0 1,0 0-1,-1 0 0,4-1 0,-7 40 1418,-51 103 23,50-133-1715,-3 9 139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2.3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113 1 624,'-39'27'4696,"18"0"-4415,19-25-273,-1 0-1,1 0 1,0 1 0,0-1-1,1 1 1,-1-1-1,0 1 1,1 0 0,0-1-1,0 1 1,-1 0 0,2 0-1,-1 0 1,0 0-1,1 0 1,-1 0 0,1 0-1,0 4 1,0-5-13,0 0 0,0 0 0,0 0 0,1 0 1,-1 0-1,0-1 0,1 1 0,0 0 0,-1 0 0,1-1 0,0 1 0,0 0 1,0-1-1,0 1 0,0-1 0,0 1 0,1-1 0,-1 0 0,0 1 1,1-1-1,2 2 0,40 16-465,-40-18 440,0 0 1,0 1-1,0-1 1,1 1-1,-1 0 1,-1 0-1,1 0 1,0 0-1,-1 1 1,1-1-1,-1 1 1,0 0-1,4 4 1,-6-5 29,0-1 1,0 1-1,-1 0 1,1-1 0,0 1-1,-1 0 1,1 0-1,-1 0 1,0 0-1,1-1 1,-1 1-1,0 0 1,0 0-1,0 0 1,-1 0 0,1 0-1,0 0 1,-1-1-1,1 1 1,-1 0-1,1 0 1,-2 1-1,0 1 20,-1-1 0,1 1 0,-1-1 0,1 0-1,-1 0 1,0 0 0,0 0 0,0 0 0,-7 3 0,5-2-45,-1-1 0,0 0 1,1 0-1,-1 0 1,0-1-1,-1 0 1,1 0-1,0 0 1,-1-1-1,1 0 1,0 0-1,-9-1 1,-13-14-2238,27 8 756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2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85 228,'0'-1'244,"1"-1"0,-1 1 1,0 0-1,0 0 0,1 0 0,-1 0 0,1 0 0,-1 0 0,1 0 1,-1 0-1,1 0 0,0 0 0,-1 1 0,1-1 0,0 0 1,0 0-1,-1 1 0,1-1 0,0 0 0,0 1 0,2-2 1,31-11 1213,40 1-1924,-67 11 699,11-2-822,1-1-1,31-10 1,-14 3-2239,-17 5 803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3.3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187 10 432,'1'-1'105,"-1"1"0,0-1 0,0 1 0,0-1 0,1 1 1,-1-1-1,0 1 0,0 0 0,1-1 0,-1 1 0,0-1 0,1 1 0,-1 0 0,1-1 0,-1 1 0,0 0 0,1 0 1,-1-1-1,1 1 0,-1 0 0,1 0 0,-1-1 0,1 1 0,-1 0 0,1 0 0,-1 0 0,1 0 0,-1 0 1,1 0-1,-1 0 0,7 3 2902,-18 4-2278,-51 54 159,40-40-780,0 0 1,-22 29-1,36-39-110,1 0 0,0 1 0,1 0 0,-10 24 0,16-35-16,0 1 0,0-1 0,-1 1-1,1-1 1,0 0 0,0 1 0,0-1-1,1 0 1,-1 1 0,0-1 0,0 0-1,1 1 1,-1-1 0,1 0 0,-1 1-1,1-1 1,-1 0 0,1 0 0,0 0-1,0 0 1,0 0 0,-1 1 0,1-1-1,0-1 1,0 1 0,0 0 0,0 0-1,1 0 1,-1 0 0,0-1 0,2 2-1,0-1-96,0 1-1,-1-1 0,1 0 1,1 0-1,-1 0 1,0 0-1,0 0 0,0-1 1,0 1-1,1-1 0,-1 0 1,0 0-1,4 0 1,12-4-426,0-1 0,24-10 0,-38 13 502,0 0 1,0 0-1,0 0 1,-1-1 0,1 1-1,-1-1 1,1 0-1,-1 0 1,0-1-1,0 0 1,-1 1 0,1-1-1,5-8 1,-8 11 46,-1 0 1,1 0 0,0-1 0,-1 1-1,1 0 1,-1 0 0,0 0-1,1 0 1,-1-1 0,0 1 0,0 0-1,0 0 1,1 0 0,-1-1-1,-1 1 1,1 0 0,0 0 0,0-1-1,0 1 1,-1 0 0,1 0-1,0 0 1,-1 0 0,1-1 0,-1 1-1,-1-2 1,1 3 14,-1-1 1,1 0-1,-1 0 1,1 0-1,-1 1 0,0-1 1,1 1-1,-1-1 1,0 1-1,0 0 0,1 0 1,-1-1-1,0 1 1,0 1-1,1-1 1,-3 0-1,-8 2 86,0 0 0,1 1 0,-1 0 0,-13 6 0,18-5-277,0 0 0,0 0 0,0 0-1,0 1 1,0 0 0,1 1 0,0-1 0,0 1 0,1 0 0,-1 1 0,1-1 0,1 1-1,-8 13 1,11-4-1506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4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20 72,'-17'0'4920,"37"2"-4816,25-3-454,-9-2-60,-29 3 335,-1-1 0,1 1 0,0-1 0,-1 0 0,1-1 0,-1 1 0,12-6 0,-17 7 71,-1-1 1,1 1-1,0 0 1,-1-1-1,1 1 1,-1 0 0,1-1-1,-1 1 1,1 0-1,0 0 1,-1-1-1,1 1 1,0 0 0,-1 0-1,1 0 1,0 0-1,-1 0 1,1 0-1,0 0 1,-1 0 0,1 0-1,0 0 1,-1 0-1,1 1 1,1-1-1,-1 15 43,-17 26 241,13-36-189,-34 68 663,31-59-700,0 0-1,0-1 1,-18 25-1,-6 15-117,27-46-197,-3 7 215,4-3-2742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4.4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53 1528,'0'-5'996,"9"-1"-364,0 6-232,10-5-120,0 0-72,9 5-64,0-5-52,10 5-60,-10-6-52,9 1-92,-9 5-124,1-5-144,-1-1-224,-10 6-428,1-5-536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4.6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142 92 328,'0'0'4004,"20"-26"-2319,-19 24-1652,0 0 1,0 0-1,0 0 1,0 0-1,0 0 1,-1 0 0,1 0-1,-1 0 1,0 0-1,1-1 1,-1 1-1,0 0 1,0 0 0,-1 0-1,1 0 1,0 0-1,-1 0 1,1 0-1,-1 0 1,0 0 0,1 0-1,-1 0 1,0 0-1,0 0 1,0 0-1,-1 0 1,1 1 0,0-1-1,-1 0 1,-1-1-1,-1 2-35,1 1 0,-1-1-1,1 1 1,-1-1 0,0 1-1,0 0 1,1 1-1,-1-1 1,1 0 0,-1 1-1,0 0 1,1 0 0,-1 0-1,1 1 1,-1-1 0,1 1-1,0-1 1,0 1 0,0 0-1,-4 4 1,-6 2 0,1 1 0,0 0-1,-18 20 1,30-28 0,-1-1 0,0 1 0,1 0-1,-1-1 1,0 1 0,1 0 0,-1 0-1,1-1 1,-1 1 0,1 0 0,0 0-1,-1 0 1,1 0 0,0 0 0,-1-1-1,1 1 1,0 0 0,0 0 0,0 0-1,0 0 1,0 0 0,0 0 0,0 0-1,0 0 1,0 0 0,1 0 0,-1 0-1,0-1 1,1 1 0,0 1 0,0 0 0,1 0 0,0 0 0,-1-1 0,1 1 0,0-1-1,0 1 1,0-1 0,1 0 0,-1 0 0,0 0 0,4 2 0,10 1-6,1 0 0,27 4-1,-38-7-1,9 0-6,-10-1 15,1 1 1,-1-1-1,1 1 0,-1 0 1,0 0-1,1 1 0,-1-1 1,0 1-1,0 1 0,0-1 1,0 0-1,0 1 0,4 4 1,-8-6-1,-1 0 1,1 0-1,0 0 1,-1 0 0,1 0-1,-1 0 1,0 0-1,1 0 1,-1 0 0,0 0-1,1 0 1,-1 0-1,0 0 1,0 0 0,0 1-1,0-1 1,0 0-1,0 0 1,-1 0 0,1 0-1,0 0 1,-1 0-1,1 0 1,0 0 0,-1 0-1,1 0 1,-1 0-1,0 0 1,1 0 0,-2 1-1,1 1 6,-1-1 0,0 0 0,0 0-1,0 0 1,0 0 0,0 0 0,-1-1-1,1 1 1,0 0 0,-5 1 0,7-3-5,-59 18 76,56-18-71,0 1 0,1 0-1,-1-1 1,0 0-1,0 1 1,0-1-1,0 0 1,1-1-1,-1 1 1,0 0-1,0-1 1,1 1-1,-1-1 1,0 0-1,1 0 1,-1 0 0,0 0-1,1-1 1,0 1-1,-4-3 1,7 0-26,0 0 0,0 0 0,1 0 0,-1 1 1,1-1-1,0 0 0,0 1 0,0-1 0,3-3 1,20-15-605,2 2 0,0 1-1,41-22 1,-48 26-1226,-10 10 342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5.6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179 42 156,'-19'-17'4216,"19"16"-4184,0 0-1,0 0 0,0 1 1,0-1-1,-1 0 0,1 0 0,0 0 1,0 0-1,-1 1 0,1-1 0,-1 0 1,1 0-1,-1 1 0,1-1 1,-1 0-1,1 1 0,-1-1 0,1 0 1,-1 1-1,0-1 0,1 1 1,-1-1-1,0 1 0,0-1 0,-1 0 1,-28-4 303,-28 10-247,55-5-87,0 0-1,1 0 1,-1 1-1,1 0 1,-1-1-1,1 1 1,-1 0-1,1 0 1,0 0 0,-1 0-1,1 1 1,0-1-1,0 1 1,0-1-1,0 1 1,0 0-1,0 0 1,0-1-1,1 2 1,-1-1-1,0 0 1,1 0-1,0 0 1,0 1 0,0-1-1,0 0 1,0 1-1,0-1 1,0 1-1,1-1 1,-1 1-1,1 0 1,0-1-1,0 4 1,0-5-4,0-1 0,0 1 1,0-1-1,0 1 0,0-1 0,0 1 1,0-1-1,1 0 0,-1 1 1,0-1-1,0 1 0,0-1 0,1 1 1,-1-1-1,0 0 0,1 1 0,-1-1 1,0 0-1,1 1 0,-1-1 1,1 0-1,-1 1 0,0-1 0,1 0 1,-1 0-1,1 1 0,-1-1 0,1 0 1,-1 0-1,1 0 0,-1 0 1,1 0-1,0 1 0,24-3-20,25-13 28,-6 4-33,-35 10 27,-1 0 0,1-1 0,-1-1 0,14-5 1,-22 8 3,1 0 0,-1 0 0,1-1 0,-1 1 0,1 0 0,-1 0 0,1 0 1,0 0-1,-1 0 0,1-1 0,-1 1 0,1 0 0,-1 1 0,1-1 0,0 0 1,-1 0-1,1 0 0,-1 0 0,1 0 0,-1 0 0,1 1 0,-1-1 0,1 0 1,-1 0-1,1 1 0,-1-1 0,1 0 0,-1 1 0,1-1 0,-1 1 1,0-1-1,1 0 0,-1 1 0,1-1 0,-1 1 0,0-1 0,0 1 0,1-1 1,-1 1-1,0 0 0,0-1 0,0 1 0,0-1 0,1 1 0,-1-1 0,0 1 1,0-1-1,0 1 0,0 0 0,0-1 0,-1 2 0,2 35 192,-1-32-153,-19 85 503,10-52-290,7-34-561,1 1-1,-1 0 0,1-1 0,0 1 1,0 0-1,0 8 0,10-18-3202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6.2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18 1236,'0'-1'116,"0"1"0,0-1 0,0 1 0,0-1 0,0 0 0,0 1 0,0-1 0,0 1 0,0-1 0,0 1 0,0-1 0,0 0 0,0 1 0,0-1 0,0 1-1,1-1 1,-1 1 0,0-1 0,0 1 0,1-1 0,-1 1 0,0-1 0,1 1 0,-1-1 0,1 1 0,-1 0 0,1-1 0,-1 1 0,0 0 0,1-1 0,-1 1 0,1 0 0,-1-1 0,2 1 0,-2 0-90,1 1 0,-1-1-1,0 0 1,0 1 0,1-1 0,-1 1 0,0-1 0,1 1 0,-1-1 0,0 0 0,0 1 0,0-1 0,0 1 0,0-1 0,0 1 0,1-1-1,-1 1 1,0-1 0,0 1 0,0-1 0,0 1 0,-1-1 0,1 1 0,0-1 0,0 1 0,0-1 0,0 1 0,0-1 0,-1 1 0,1-1-1,0 1 1,0-1 0,-1 0 0,1 1 0,0-1 0,-1 1 0,1-1 0,-1 1 0,-24 77 577,16-32-2202,9-45 1548,-1-1-1,1 0 1,0 1 0,0-1-1,0 0 1,0 0 0,0 1 0,0-1-1,0 0 1,0 1 0,0-1-1,0 0 1,0 1 0,0-1 0,0 0-1,0 1 1,0-1 0,0 0 0,0 0-1,1 1 1,-1-1 0,0 0-1,0 1 1,0-1 0,0 0 0,1 0-1,-1 0 1,0 1 0,0-1-1,0 0 1,1 0 0,-1 0 0,0 1-1,1-1 1,-1 0 0,0 0 0,0 0-1,1 0 1,1 2-498,0 3-1340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6.6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 21 1120,'3'-4'458,"7"-9"2594,-4 10-1137,-23 50-1039,15-43-860,1-1-1,-1 1 1,1 0-1,0 0 1,0-1-1,1 1 1,-1 0 0,1 0-1,0 0 1,0 0-1,0 0 1,0 0-1,1 0 1,-1-1-1,1 1 1,0 0-1,2 4 1,4 10-42,-7-16 17,0-1 0,0 1 0,0-1 0,1 1 0,-1-1 0,1 1 0,-1-1 0,1 0 0,-1 1 0,1-1 0,0 0 0,0 1 0,-1-1 0,1 0 0,0 0 0,0 1 1,0-1-1,1 0 0,-1 0 0,0 0 0,0-1 0,1 1 0,-1 0 0,0 0 0,1-1 0,-1 1 0,0-1 0,1 1 0,-1-1 0,1 1 0,-1-1 0,1 0 0,-1 0 0,1 0 0,-1 0 0,1 0 0,0 0 0,-1 0 0,1 0 0,-1-1 0,1 1 0,-1 0 0,0-1 0,3 0 0,1-1-34,-1 1 0,1 0 0,0-1 0,0 0 0,-1 0 0,1 0 0,-1-1 0,1 1 0,-1-1 0,0 0-1,0-1 1,-1 1 0,1-1 0,-1 1 0,1-1 0,-1 0 0,0 0 0,-1-1 0,1 1 0,-1 0 0,1-1 0,-2 0 0,1 1 0,0-1 0,-1 0 0,0 0 0,0 0 0,0-6 0,0 8 40,-1 0 0,0 0 0,-1 0 0,1 0 0,0 0 1,-1 0-1,0 0 0,0 0 0,0 0 0,0 0 0,0 0 0,0 0 0,-1 0 0,0 1 0,-2-4 0,3 4 1,-1 1 1,0 0-1,0 0 0,1 0 0,-1 0 1,0 0-1,0 0 0,0 1 0,0-1 1,0 0-1,0 1 0,0 0 1,0-1-1,-1 1 0,1 0 0,0 0 1,0 0-1,0 1 0,0-1 0,0 0 1,0 1-1,0-1 0,-3 2 1,-8 1-295,1 1 1,-1 0 0,1 0 0,0 1 0,0 1 0,1 0 0,0 1 0,0 0 0,-12 10 0,12-1-1521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8.7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6 680,'1'-5'5289,"1"17"-4863,2 8-549,-2-16 140,-1 1 0,0-1 0,0 1 1,0 0-1,-1 0 0,0-1 0,0 1 0,-1 5 0,1-5-43,0 0-1,0-1 0,0 1 0,0-1 0,1 1 0,-1-1 0,1 1 0,2 4 0,0 10-826,-3-19 748,0 1 0,0 0-1,0 0 1,0-1 0,0 1 0,0 0-1,0 0 1,0-1 0,0 1 0,0 0-1,1 0 1,-1-1 0,0 1 0,1 0-1,-1-1 1,0 1 0,1 0 0,-1-1-1,1 1 1,-1-1 0,1 1 0,-1 0-1,1-1 1,-1 1 0,1-1 0,-1 0-1,2 2 1,6-2-1563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8.9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 1316,'2'-13'2558,"1"12"-1411,2 21-598,4 37-224,0 1-433,2-5-2401,-3-42 979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9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0 792,'0'0'1362,"2"42"560,2-30-1918,-1 0 0,0 0-1,0 0 1,-2 0 0,2 23-1,6-4-1829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0.0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 8 56,'0'-1'41,"0"1"0,0 0-1,0-1 1,0 1 0,0 0 0,0 0-1,0-1 1,0 1 0,1 0 0,-1-1-1,0 1 1,0 0 0,0 0 0,0-1-1,0 1 1,1 0 0,-1 0 0,0 0 0,0-1-1,1 1 1,-1 0 0,0 0 0,0 0-1,1 0 1,-1-1 0,0 1 0,0 0-1,1 0 1,-1 0 0,0 0 0,0 0-1,1 0 1,-1 0 0,0 0 0,1 0 0,-1 0-1,0 0 1,1 0 0,-1 0 0,0 0-1,0 0 1,1 0 0,-1 0 0,0 0-1,0 0 1,1 0 0,-1 1 0,0-1-1,1 0 1,-1 0 0,0 0 0,0 0-1,1 1 1,19 11 660,-15-9-724,-3-2 43,0 0 0,-1-1 0,1 1 0,0 0 0,-1 0 0,1 0 0,-1 1 0,0-1 0,1 0 0,-1 0 0,0 1 0,0-1 0,0 1 0,0-1 0,0 1 0,0-1 0,0 1 0,0 0 0,-1 0 0,1-1 0,-1 1 0,1 0 0,-1 0 0,0-1 0,0 1 0,1 0 0,-1 0 0,0 0 0,-1 0 1,1-1-1,0 1 0,-1 0 0,1 0 0,-1 0 0,0 2 0,-4 6 104,-1 0 0,0-1 1,0 0-1,-1 0 1,-10 9-1,-17 29 140,27-35-255,-4 13 14,11-24-22,0 0-1,0 0 0,0 0 0,0 0 0,1 0 0,-1-1 0,0 1 0,0 0 0,1 0 0,-1 0 0,1-1 0,-1 1 0,1 0 0,-1 0 0,1-1 0,-1 1 0,1-1 0,0 1 0,-1 0 0,1-1 0,0 1 0,0-1 0,-1 1 0,1-1 0,0 0 0,0 1 1,0-1-1,-1 0 0,1 0 0,0 1 0,0-1 0,1 0 0,15 2-417,1-1 0,-1 0 1,0-1-1,0-1 0,1-1 1,-1-1-1,20-5 0,-17 3-929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0.6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27 944,'1'-7'1284,"-1"7"-1192,0-1 0,0 1 1,0-1-1,1 0 0,-1 1 0,0-1 1,0 1-1,0-1 0,0 0 0,0 1 1,0-1-1,0 1 0,0-1 1,0 0-1,0 1 0,0-1 0,-1 1 1,1-1-1,0 1 0,0-1 0,-1 0 1,1 1-1,0-1 0,-1 1 0,1-1 1,0 1-1,-1-1 0,1 1 0,-1 0 1,1-1-1,0 1 0,-1 0 1,1-1-1,-1 1 0,1 0 0,-1-1 1,-1 1-1,1 0 494,1 37 55,-5 10-493,4-41-386,0 0-1,0 1 1,0-1-1,1 0 1,0 0-1,0 0 1,0 1-1,1-1 1,0 0-1,0 0 1,3 9-1,-2-7-1410,-2 1-341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1.0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41 548,'1'-2'111,"-1"0"-1,1 0 1,0 0 0,0 0 0,0 1-1,0-1 1,0 0 0,1 0-1,-1 0 1,1 1 0,-1-1 0,1 1-1,-1-1 1,1 1 0,0 0 0,0-1-1,-1 1 1,1 0 0,0 0-1,0 1 1,0-1 0,0 0 0,3 0-1,-2 0-106,-1 0-1,0 0 1,0 0-1,0 1 1,0-1-1,1 1 1,-1 0-1,0-1 0,1 1 1,-1 0-1,0 0 1,1 0-1,-1 1 1,0-1-1,0 1 1,1-1-1,-1 1 1,0 0-1,0 0 1,0 0-1,0 0 1,3 2-1,-4-2 2,-1-1 0,0 1 0,0 0 0,0 0 0,0-1 0,0 1 0,0 0-1,0-1 1,0 1 0,0 0 0,-1 0 0,1-1 0,0 1 0,0 0 0,-1-1 0,1 1 0,0 0 0,-1-1 0,1 1 0,-1 0 0,1-1 0,-1 1 0,1-1 0,-1 1-1,0 0 1,-22 23 29,9-9-46,13-14 10,0 1 0,0-1 0,0 1 0,0 0 0,1-1 0,-1 1 0,1-1-1,-1 1 1,1 0 0,0-1 0,-1 1 0,1 0 0,0 0 0,0-1 0,0 1 0,1 0 0,-1 0 0,0-1 0,1 1 0,-1 0 0,1-1 0,-1 1 0,1-1-1,0 1 1,-1 0 0,1-1 0,0 1 0,0-1 0,0 0 0,1 1 0,-1-1 0,0 0 0,3 2 0,4 3 1,0 0 1,0-1-1,1 0 1,17 7-1,7 4 22,-32-15-30,2 1 33,-1 0-1,1 0 1,-1 0-1,0 0 1,0 0-1,0 1 0,0-1 1,0 1-1,0-1 1,1 4-1,-8 7 412,-17-1 64,3-6-576,0 0 0,-1-2 0,1 0 1,-1-1-1,-21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1.7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13 1064,'2'-12'2922,"3"12"-1356,-5 1-1503,1 0-1,-1 0 0,1 0 1,-1 0-1,0 0 1,1 0-1,-1 0 0,0 0 1,0 0-1,0 0 1,0 0-1,0 0 0,0 0 1,0 0-1,0 0 1,0 0-1,-1 0 0,1 0 1,0 0-1,-1 2 1,-4 13 106,1 0 1,0 1 0,1 0 0,2 0 0,-1 0 0,2 0 0,1 20 0,0-8-567,-4-9-686,2-19 978,1-1 0,0 1 0,0 0 1,-1 0-1,1 0 0,0-1 0,0 1 0,0 0 0,0 0 0,0 0 0,0 0 0,0-1 0,0 1 1,0 0-1,1 0 0,-1 0 0,0-1 0,0 1 0,1 0 0,-1 0 0,1 0 0,1 4-1208,-2 1-184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2.0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38 424,'1'-16'1359,"-1"-3"1367,0 19-2712,0 0 1,0 0-1,0-1 1,0 1-1,0 0 1,-1 0-1,1 0 0,0 0 1,0 0-1,0-1 1,0 1-1,-1 0 0,1 0 1,0 0-1,0 0 1,-1 0-1,1 0 1,0 0-1,0 0 0,0 0 1,-1 0-1,1 0 1,0 0-1,0 0 0,-1 0 1,1 0-1,0 0 1,0 0-1,0 0 1,-1 0-1,1 0 0,0 0 1,0 0-1,-1 0 1,1 0-1,0 0 0,0 1 1,0-1-1,0 0 1,-1 0-1,1 0 1,0 0-1,0 1 0,0-1 1,0 0-1,-1 0 1,1 0-1,0 0 0,0 1 1,0-1-1,0 0 1,0 0-1,0 1 1,0-1-1,0 0 0,0 0 1,0 0-1,0 1 1,0-1-1,0 0 0,-1 4-8,0 1-1,0-1 0,1 0 0,-1 0 1,1 0-1,0 1 0,0-1 0,1 0 1,-1 0-1,1 1 0,0-1 0,0 0 1,0 0-1,4 7 0,-4-9-21,0 0-1,1 0 0,-1 0 1,1 0-1,-1 0 0,1 0 1,0-1-1,-1 1 0,1 0 1,0-1-1,0 0 0,0 1 1,0-1-1,1 0 0,-1 0 1,0 0-1,0 0 0,1 0 1,-1-1-1,0 1 0,1-1 1,-1 0-1,1 1 0,-1-1 1,1 0-1,-1 0 0,0-1 1,1 1-1,3-1 0,4-2-40,0-1 0,0 0 0,-1 0 0,1-1-1,11-8 1,-6 5 195,-38 73 877,12-25-821,9-34-208,1 1 0,0-1 0,1 1 0,-1 0 0,1-1 0,2 13 0,-1 3-629,10 3-2620,-3-18 1364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2.6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55 24 424,'3'-10'2549,"2"-4"1116,-12 23-1974,0 5-1176,1 0 0,1 0 0,0 0 0,-4 22 0,-6 18 141,6-13-2436,15-17-5102,-4-15 4152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2.9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27 860,'0'-7'574,"0"7"-490,0-1-1,1 0 0,-1 1 1,0-1-1,0 1 0,0-1 0,0 1 1,0-1-1,0 0 0,0 1 1,0-1-1,0 0 0,0 1 1,0-1-1,0 1 0,0-1 1,0 0-1,-1 1 0,1-1 1,0 1-1,0-1 0,-1 1 1,1-1-1,0 1 0,-1-1 1,1 1-1,0-1 0,-1 1 1,1-1-1,-1 1 0,1 0 1,-1-1-1,1 1 0,-1 0 0,1-1 1,-1 1-1,0 0 0,-1 0 25,12 36 46,-11-11-93,1-11 16,0 0 0,0 0 0,1-1 0,1 1 1,3 14-1,-3 5 75,-2-30-155,0-1-1,-1 0 0,1 1 1,0-1-1,0 0 0,0 1 1,1-1-1,-1 0 0,0 0 1,1 1-1,0-1 0,-1 0 1,1 0-1,0 0 0,0 0 1,2 3-1,-2 3-783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3.0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63 1384,'10'-10'1192,"-1"4"-456,10-4-276,-10-1-168,10 6-104,9 0-148,-9 0-196,9-1-264,-9 1-420,9 5-584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9:32.7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1508 381 1264,'-3'-5'1541,"-1"4"-705,0-17-5,1 1-710,-2-40 355,3 50-398,0 0 0,-1 0 0,0 0 1,0 0-1,-1 1 0,1-1 0,-2 1 0,1 0 0,-1 0 0,1 0 0,-1 1 0,-7-6 1,1-1 15,11 12-92,-1 0 0,1 0-1,0 0 1,-1 0 0,1 0-1,-1 0 1,1-1 0,0 1 0,-1 0-1,1 0 1,-1 1 0,1-1-1,-1 0 1,1 0 0,0 0-1,-1 0 1,1 0 0,-1 0-1,1 1 1,0-1 0,-1 0 0,1 0-1,0 0 1,-1 1 0,1-1-1,0 0 1,-1 1 0,1-1-1,0 0 1,0 1 0,-1-1 0,1 0-1,0 1 1,0-1 0,-1 0-1,1 1 1,0-1 0,0 1-1,0-1 1,0 1 0,-12 23 9,9-19 0,2-4-10,1-1 0,-1 0 0,0 1 0,1-1 0,-1 0 0,0 0 0,0 0 0,0 1 0,1-1 0,-1 0 0,0 0 0,0 0 0,1 0 0,-1 0 0,0-1 0,0 1 0,0 0 0,1 0 0,-1 0 0,0-1 0,0 1 0,1 0 0,-1-1 0,0 1 0,1-1 0,-1 1 0,0-1 0,-28-19 3,12 8-6,-6 1-1,1 0 1,-2 2 0,0 1 0,0 0 0,0 2 0,-1 0-1,0 2 1,0 1 0,0 1 0,0 1 0,-1 1 0,-32 5-1,21 0-4,1 2-1,0 2 0,0 0 1,1 3-1,1 1 0,0 1 0,-59 35 1,26-5 47,2 2 0,1 4 0,3 2 1,3 2-1,1 4 0,-96 127 1,139-164-46,0 1 1,1 1-1,2 0 1,0 0-1,1 2 0,1-1 1,2 1-1,0 0 1,2 0-1,1 1 1,-2 48-1,6-52 9,0 0-1,2-1 1,1 1-1,0 0 1,2-1-1,0 1 0,2-1 1,0 0-1,1-1 1,1 0-1,1 0 1,1-1-1,0-1 0,19 24 1,-18-29-23,1 0 1,0 0-1,0-1 1,1-1 0,1 0-1,0-1 1,0-1-1,32 14 1,-23-13-28,1-2 0,0-1 0,0 0 0,1-2 0,41 3 0,-23-6-48,1-3-1,-1-1 0,0-2 0,0-2 0,0-2 0,80-26 0,-67 13-55,0-1-1,-2-4 0,0-1 1,-2-4-1,-1-1 0,-2-2 1,88-80-1,-99 78 117,-2-1 0,-2-2 0,-1-1 0,-2-2 0,-2-2 0,-2 0 0,-2-2 0,22-53 0,-38 75 39,3-4 21,-2 0-1,-1-2 1,-2 1-1,6-32 1,-9 24 32,-1 1 0,-1-1 0,-3 0 1,-5-49-1,3 71-34,-1 1 0,0-1 1,-1 0-1,-1 1 0,0 0 0,-1 0 0,-1 1 1,0 0-1,-1 0 0,0 0 0,-1 1 0,0 0 1,-16-14-1,11 12-121,-2 0 1,0 2-1,0 0 1,-1 1-1,-1 0 1,1 2 0,-2 0-1,1 1 1,-1 0-1,-1 2 1,1 0-1,-1 2 1,0 0-1,0 1 1,0 1 0,0 1-1,-1 0 1,1 2-1,0 0 1,-1 2-1,1 0 1,0 1-1,-38 13 1,-6 8-1225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9:34.0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 27 624,'1'-2'413,"-1"0"1,1 0-1,-1 1 1,1-1-1,0 0 0,-1 1 1,1-1-1,0 1 0,0-1 1,0 1-1,0-1 1,1 1-1,-1 0 0,0 0 1,3-3-1,-3 5-363,-1-1 0,0 0 0,1 0 0,-1 1 0,0-1 0,0 1 0,0-1 0,1 0 1,-1 1-1,0-1 0,0 0 0,0 1 0,0-1 0,0 1 0,0-1 0,0 1 0,0-1 0,0 0 0,0 1 0,0-1 0,0 1 0,0-1 0,0 0 0,0 1 1,0-1-1,0 1 0,0-1 0,-1 0 0,1 1 0,0-1 0,0 0 0,-1 1 0,1-1 0,-1 1 0,-5 12 552,-3 34 874,-2 7-486,-6 2-1130,15-43-928,-1-1 0,-1 0 1,0-1-1,-1 1 0,-7 13 0,3-9-1586,-1 0-59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09.5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 85 68,'0'0'2386,"9"6"-986,-23 30 1661,5-29-2037,4-29-1035,6 18 7,-1 1 0,1-1 0,0 1 0,0-1 0,0 1 0,0 0 0,1 0 0,-1 0 0,1 0 0,0 0 0,0 0 0,0 0 0,0 0 0,0 1 0,5-4 0,14-21-31,-18 24 29,0 0 0,0 0 1,1 0-1,-1 1 0,1-1 0,0 1 1,0 0-1,0 0 0,0 1 0,0-1 1,6-1-1,-8 3 1,0-1 1,1 0-1,-1 1 0,0 0 1,1 0-1,-1 0 0,0 0 1,1 0-1,-1 0 0,4 1 1,-5-1 2,-1 1 0,1-1 1,0 0-1,0 1 0,-1-1 1,1 1-1,0-1 1,-1 1-1,1-1 0,-1 1 1,1-1-1,0 1 0,-1 0 1,1-1-1,-1 1 0,0 0 1,1-1-1,-1 1 0,0 0 1,1 0-1,-1-1 1,0 1-1,0 0 0,1 0 1,-1 0-1,0-1 0,0 1 1,0 0-1,0 1 0,-1 3 1,1 0 0,-1 0-1,0-1 1,-1 1-1,1 0 1,-1-1 0,0 1-1,0-1 1,0 1-1,-4 4 1,-35 46 9,17-25 21,-5 2-4,26-30-29,0 0 1,1 1-1,-1-1 1,0 1-1,1 0 1,0 0-1,-1 0 0,1 0 1,0 0-1,0 0 1,1 0-1,-1 1 1,1-1-1,0 1 1,0-1-1,0 1 1,0-1-1,0 7 1,2-9 1,0 1-1,0-1 1,1 0 0,-1 0 0,0 0 0,1 0 0,-1-1-1,1 1 1,-1 0 0,1-1 0,-1 1 0,1-1 0,0 1-1,-1-1 1,1 0 0,0 1 0,1-1 0,34 2-21,11-9-197,-36 5-292,0 1-1,0-1 1,18-6-1,5-3-1749,-24 6 533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0.5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85 22 1216,'0'0'1116,"-8"-11"2663,63 1-3491,-54 10-289,1 0 0,0 0 0,0 0-1,0 0 1,-1 0 0,1 0 0,0 1 0,0-1-1,0 1 1,-1-1 0,1 1 0,0 0 0,-1-1-1,1 1 1,-1 0 0,1 0 0,-1 0 0,1 0-1,-1 1 1,0-1 0,1 0 0,-1 1 0,0-1-1,0 0 1,1 3 0,-1-2 0,-1 0 0,1 0-1,-1 0 1,0 0 0,0 0 0,0 0-1,0 0 1,0 0 0,0 0 0,-1 0 0,1 0-1,-1 0 1,1 0 0,-1 0 0,0 0-1,0 0 1,0 0 0,0-1 0,0 1-1,0 0 1,0-1 0,-1 1 0,-1 1 0,-13 22-6,15-21 6,-1 0-1,0-1 1,0 1 0,0-1-1,-1 0 1,1 1 0,-6 4-1,7-7-4,0 0 1,0 0-1,-1 0 0,1 0 0,0 0 0,0 1 0,0-1 1,0 0-1,1 1 0,-1-1 0,0 1 0,1-1 0,-1 1 1,1-1-1,-1 1 0,1-1 0,0 1 0,-1 0 0,1-1 0,0 1 1,0 0-1,0-1 0,1 1 0,-1-1 0,0 1 0,0 0 1,1-1-1,-1 1 0,1-1 0,0 1 0,-1-1 0,1 1 1,0-1-1,0 0 0,0 1 0,0-1 0,0 0 0,0 0 1,0 1-1,2 0 0,63 51-143,-65-52 148,0-1 0,0 1 1,0 0-1,0-1 1,-1 1-1,1 0 0,0 0 1,0 0-1,0 0 1,-1 0-1,1 0 0,-1 0 1,1 0-1,-1 0 0,1 0 1,-1 0-1,1 0 1,-1 0-1,0 0 0,0 0 1,1 0-1,-1 1 1,0-1-1,0 0 0,0 0 1,0 0-1,-1 0 1,1 2-1,-1-1 6,0-1-1,0 1 1,-1 0 0,1-1-1,-1 1 1,1-1 0,-1 1-1,1-1 1,-1 1 0,0-1-1,1 0 1,-1 0 0,0 0-1,-2 1 1,-8 2 32,1 0 0,-1 0 1,0-1-1,-14 2 0,-28-4-106,51-1-18,0 0-1,-1 0 1,1-1 0,0 1-1,0-1 1,-1 0 0,1 0 0,0 0-1,0-1 1,0 1 0,0-1-1,0 1 1,-3-4 0,4-1-1763,2 2 260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1.4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95 27 352,'-5'-14'2420,"5"14"-2382,0 0 0,0 0 0,-1-1 0,1 1 0,0 0 0,0 0 0,0-1 0,0 1 0,0 0 0,-1 0 0,1-1 0,0 1 0,0 0 0,0-1 0,0 1 0,0 0 0,0 0 0,0-1 0,0 1 0,0 0 0,0-1 0,0 1 0,0 0 0,0 0 0,0-1 0,0 1 0,0 0 0,0-1 0,0 1 0,1 0 0,-1 0 0,0-1 0,0 1 0,0 0 0,0 0 0,1-1 0,-1 1 0,0 0 0,0 0 0,1 0 0,-1-1 0,0 1 0,0 0 0,1 0 0,-1 0 0,0 0 0,0 0 0,1-1 0,-1 1 0,0 0 0,0 1-1,0-1 0,0 0 0,0 0 0,0 0 0,-1 0 1,1 0-1,0 1 0,0-1 0,0 0 0,0 0 0,0 0 0,-1 0 1,1 0-1,0 0 0,0 0 0,0 0 0,0 0 0,-1 0 1,1 0-1,0 0 0,0 0 0,0 0 0,-1 0 0,1 0 1,0 0-1,0 0 0,0 0 0,-1 0 0,1 0 0,0 0 0,0 0 1,0 0-1,0 0 0,-1 0 0,1 0 0,0 0 0,0 0 1,0 0-1,0-1 0,0 1 0,-1 0 0,1 0 0,0 0 0,0 0 1,0 0-1,0-1 0,0 1 0,0 0 0,0 0 0,-1-1 1,0 4 8,-1 0 1,0 0 0,0 0 0,0 0 0,0-1-1,-1 1 1,1-1 0,-5 4 0,-7 8 42,6-3-45,0 1-1,1 0 1,-10 22-1,16-30-62,0-1 1,-1 0-1,1 1 1,0-1-1,1 1 1,-1 0-1,1-1 0,-1 1 1,1-1-1,0 1 1,1 0-1,-1-1 0,0 1 1,1-1-1,0 1 1,0-1-1,0 1 1,3 5-1,-3-7-48,0-1-1,0 1 1,0-1-1,0 0 1,1 1-1,-1-1 1,0 0 0,1 0-1,-1 0 1,1 0-1,-1 0 1,1 0 0,0 0-1,-1-1 1,1 1-1,0 0 1,0-1 0,-1 1-1,1-1 1,0 0-1,0 0 1,0 0-1,-1 0 1,1 0 0,0 0-1,0 0 1,0 0-1,-1-1 1,1 1 0,0-1-1,0 1 1,2-3-1,4 0-90,0-1-1,0 0 1,0-1-1,-1 0 0,13-10 1,-4-5 34,-15 18 152,0 0-1,0 1 0,0-1 0,0 0 1,1 0-1,-1 1 0,0-1 0,1 1 1,-1-1-1,1 1 0,0 0 1,-1 0-1,1 0 0,0 0 0,0 0 1,0 0-1,-1 0 0,4-1 0,-7 40 1418,-51 103 23,50-133-1715,-3 9 139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2.3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113 1 624,'-39'27'4696,"18"0"-4415,19-25-273,-1 0-1,1 0 1,0 1 0,0-1-1,1 1 1,-1-1-1,0 1 1,1 0 0,0-1-1,0 1 1,-1 0 0,2 0-1,-1 0 1,0 0-1,1 0 1,-1 0 0,1 0-1,0 4 1,0-5-13,0 0 0,0 0 0,0 0 0,1 0 1,-1 0-1,0-1 0,1 1 0,0 0 0,-1 0 0,1-1 0,0 1 0,0 0 1,0-1-1,0 1 0,0-1 0,0 1 0,1-1 0,-1 0 0,0 1 1,1-1-1,2 2 0,40 16-465,-40-18 440,0 0 1,0 1-1,0-1 1,1 1-1,-1 0 1,-1 0-1,1 0 1,0 0-1,-1 1 1,1-1-1,-1 1 1,0 0-1,4 4 1,-6-5 29,0-1 1,0 1-1,-1 0 1,1-1 0,0 1-1,-1 0 1,1 0-1,-1 0 1,0 0-1,1-1 1,-1 1-1,0 0 1,0 0-1,0 0 1,-1 0 0,1 0-1,0 0 1,-1-1-1,1 1 1,-1 0-1,1 0 1,-2 1-1,0 1 20,-1-1 0,1 1 0,-1-1 0,1 0-1,-1 0 1,0 0 0,0 0 0,0 0 0,-7 3 0,5-2-45,-1-1 0,0 0 1,1 0-1,-1 0 1,0-1-1,-1 0 1,1 0-1,0 0 1,-1-1-1,1 0 1,0 0-1,-9-1 1,-13-14-2238,27 8 756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2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85 228,'0'-1'244,"1"-1"0,-1 1 1,0 0-1,0 0 0,1 0 0,-1 0 0,1 0 0,-1 0 0,1 0 1,-1 0-1,1 0 0,0 0 0,-1 1 0,1-1 0,0 0 1,0 0-1,-1 1 0,1-1 0,0 0 0,0 1 0,2-2 1,31-11 1213,40 1-1924,-67 11 699,11-2-822,1-1-1,31-10 1,-14 3-2239,-17 5 803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3.3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187 10 432,'1'-1'105,"-1"1"0,0-1 0,0 1 0,0-1 0,1 1 1,-1-1-1,0 1 0,0 0 0,1-1 0,-1 1 0,0-1 0,1 1 0,-1 0 0,1-1 0,-1 1 0,0 0 0,1 0 1,-1-1-1,1 1 0,-1 0 0,1 0 0,-1-1 0,1 1 0,-1 0 0,1 0 0,-1 0 0,1 0 0,-1 0 1,1 0-1,-1 0 0,7 3 2902,-18 4-2278,-51 54 159,40-40-780,0 0 1,-22 29-1,36-39-110,1 0 0,0 1 0,1 0 0,-10 24 0,16-35-16,0 1 0,0-1 0,-1 1-1,1-1 1,0 0 0,0 1 0,0-1-1,1 0 1,-1 1 0,0-1 0,0 0-1,1 1 1,-1-1 0,1 0 0,-1 1-1,1-1 1,-1 0 0,1 0 0,0 0-1,0 0 1,0 0 0,-1 1 0,1-1-1,0-1 1,0 1 0,0 0 0,0 0-1,1 0 1,-1 0 0,0-1 0,2 2-1,0-1-96,0 1-1,-1-1 0,1 0 1,1 0-1,-1 0 1,0 0-1,0 0 0,0-1 1,0 1-1,1-1 0,-1 0 1,0 0-1,4 0 1,12-4-426,0-1 0,24-10 0,-38 13 502,0 0 1,0 0-1,0 0 1,-1-1 0,1 1-1,-1-1 1,1 0-1,-1 0 1,0-1-1,0 0 1,-1 1 0,1-1-1,5-8 1,-8 11 46,-1 0 1,1 0 0,0-1 0,-1 1-1,1 0 1,-1 0 0,0 0-1,1 0 1,-1-1 0,0 1 0,0 0-1,0 0 1,1 0 0,-1-1-1,-1 1 1,1 0 0,0 0 0,0-1-1,0 1 1,-1 0 0,1 0-1,0 0 1,-1 0 0,1-1 0,-1 1-1,-1-2 1,1 3 14,-1-1 1,1 0-1,-1 0 1,1 0-1,-1 1 0,0-1 1,1 1-1,-1-1 1,0 1-1,0 0 0,1 0 1,-1-1-1,0 1 1,0 1-1,1-1 1,-3 0-1,-8 2 86,0 0 0,1 1 0,-1 0 0,-13 6 0,18-5-277,0 0 0,0 0 0,0 0-1,0 1 1,0 0 0,1 1 0,0-1 0,0 1 0,1 0 0,-1 1 0,1-1 0,1 1-1,-8 13 1,11-4-1506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4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20 72,'-17'0'4920,"37"2"-4816,25-3-454,-9-2-60,-29 3 335,-1-1 0,1 1 0,0-1 0,-1 0 0,1-1 0,-1 1 0,12-6 0,-17 7 71,-1-1 1,1 1-1,0 0 1,-1-1-1,1 1 1,-1 0 0,1-1-1,-1 1 1,1 0-1,0 0 1,-1-1-1,1 1 1,0 0 0,-1 0-1,1 0 1,0 0-1,-1 0 1,1 0-1,0 0 1,-1 0 0,1 0-1,0 0 1,-1 0-1,1 1 1,1-1-1,-1 15 43,-17 26 241,13-36-189,-34 68 663,31-59-700,0 0-1,0-1 1,-18 25-1,-6 15-117,27-46-197,-3 7 215,4-3-2742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14.4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53 1528,'0'-5'996,"9"-1"-364,0 6-232,10-5-120,0 0-72,9 5-64,0-5-52,10 5-60,-10-6-52,9 1-92,-9 5-124,1-5-144,-1-1-224,-10 6-428,1-5-536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4.6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142 92 328,'0'0'4004,"20"-26"-2319,-19 24-1652,0 0 1,0 0-1,0 0 1,0 0-1,0 0 1,-1 0 0,1 0-1,-1 0 1,0 0-1,1-1 1,-1 1-1,0 0 1,0 0 0,-1 0-1,1 0 1,0 0-1,-1 0 1,1 0-1,-1 0 1,0 0 0,1 0-1,-1 0 1,0 0-1,0 0 1,0 0-1,-1 0 1,1 1 0,0-1-1,-1 0 1,-1-1-1,-1 2-35,1 1 0,-1-1-1,1 1 1,-1-1 0,0 1-1,0 0 1,1 1-1,-1-1 1,1 0 0,-1 1-1,0 0 1,1 0 0,-1 0-1,1 1 1,-1-1 0,1 1-1,0-1 1,0 1 0,0 0-1,-4 4 1,-6 2 0,1 1 0,0 0-1,-18 20 1,30-28 0,-1-1 0,0 1 0,1 0-1,-1-1 1,0 1 0,1 0 0,-1 0-1,1-1 1,-1 1 0,1 0 0,0 0-1,-1 0 1,1 0 0,0 0 0,-1-1-1,1 1 1,0 0 0,0 0 0,0 0-1,0 0 1,0 0 0,0 0 0,0 0-1,0 0 1,0 0 0,1 0 0,-1 0-1,0-1 1,1 1 0,0 1 0,0 0 0,1 0 0,0 0 0,-1-1 0,1 1 0,0-1-1,0 1 1,0-1 0,1 0 0,-1 0 0,0 0 0,4 2 0,10 1-6,1 0 0,27 4-1,-38-7-1,9 0-6,-10-1 15,1 1 1,-1-1-1,1 1 0,-1 0 1,0 0-1,1 1 0,-1-1 1,0 1-1,0 1 0,0-1 1,0 0-1,0 1 0,4 4 1,-8-6-1,-1 0 1,1 0-1,0 0 1,-1 0 0,1 0-1,-1 0 1,0 0-1,1 0 1,-1 0 0,0 0-1,1 0 1,-1 0-1,0 0 1,0 0 0,0 1-1,0-1 1,0 0-1,0 0 1,-1 0 0,1 0-1,0 0 1,-1 0-1,1 0 1,0 0 0,-1 0-1,1 0 1,-1 0-1,0 0 1,1 0 0,-2 1-1,1 1 6,-1-1 0,0 0 0,0 0-1,0 0 1,0 0 0,0 0 0,-1-1-1,1 1 1,0 0 0,-5 1 0,7-3-5,-59 18 76,56-18-71,0 1 0,1 0-1,-1-1 1,0 0-1,0 1 1,0-1-1,0 0 1,1-1-1,-1 1 1,0 0-1,0-1 1,1 1-1,-1-1 1,0 0-1,1 0 1,-1 0 0,0 0-1,1-1 1,0 1-1,-4-3 1,7 0-26,0 0 0,0 0 0,1 0 0,-1 1 1,1-1-1,0 0 0,0 1 0,0-1 0,3-3 1,20-15-605,2 2 0,0 1-1,41-22 1,-48 26-1226,-10 10 342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5.6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179 42 156,'-19'-17'4216,"19"16"-4184,0 0-1,0 0 0,0 1 1,0-1-1,-1 0 0,1 0 0,0 0 1,0 0-1,-1 1 0,1-1 0,-1 0 1,1 0-1,-1 1 0,1-1 1,-1 0-1,1 1 0,-1-1 0,1 0 1,-1 1-1,0-1 0,1 1 1,-1-1-1,0 1 0,0-1 0,-1 0 1,-28-4 303,-28 10-247,55-5-87,0 0-1,1 0 1,-1 1-1,1 0 1,-1-1-1,1 1 1,-1 0-1,1 0 1,0 0 0,-1 0-1,1 1 1,0-1-1,0 1 1,0-1-1,0 1 1,0 0-1,0 0 1,0-1-1,1 2 1,-1-1-1,0 0 1,1 0-1,0 0 1,0 1 0,0-1-1,0 0 1,0 1-1,0-1 1,0 1-1,1-1 1,-1 1-1,1 0 1,0-1-1,0 4 1,0-5-4,0-1 0,0 1 1,0-1-1,0 1 0,0-1 0,0 1 1,0-1-1,1 0 0,-1 1 1,0-1-1,0 1 0,0-1 0,1 1 1,-1-1-1,0 0 0,1 1 0,-1-1 1,0 0-1,1 1 0,-1-1 1,1 0-1,-1 1 0,0-1 0,1 0 1,-1 0-1,1 1 0,-1-1 0,1 0 1,-1 0-1,1 0 0,-1 0 1,1 0-1,0 1 0,24-3-20,25-13 28,-6 4-33,-35 10 27,-1 0 0,1-1 0,-1-1 0,14-5 1,-22 8 3,1 0 0,-1 0 0,1-1 0,-1 1 0,1 0 0,-1 0 0,1 0 1,0 0-1,-1 0 0,1-1 0,-1 1 0,1 0 0,-1 1 0,1-1 0,0 0 1,-1 0-1,1 0 0,-1 0 0,1 0 0,-1 0 0,1 1 0,-1-1 0,1 0 1,-1 0-1,1 1 0,-1-1 0,1 0 0,-1 1 0,1-1 0,-1 1 1,0-1-1,1 0 0,-1 1 0,1-1 0,-1 1 0,0-1 0,0 1 0,1-1 1,-1 1-1,0 0 0,0-1 0,0 1 0,0-1 0,1 1 0,-1-1 0,0 1 1,0-1-1,0 1 0,0 0 0,0-1 0,-1 2 0,2 35 192,-1-32-153,-19 85 503,10-52-290,7-34-561,1 1-1,-1 0 0,1-1 0,0 1 1,0 0-1,0 8 0,10-18-3202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6.2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18 1236,'0'-1'116,"0"1"0,0-1 0,0 1 0,0-1 0,0 0 0,0 1 0,0-1 0,0 1 0,0-1 0,0 1 0,0-1 0,0 0 0,0 1 0,0-1 0,0 1-1,1-1 1,-1 1 0,0-1 0,0 1 0,1-1 0,-1 1 0,0-1 0,1 1 0,-1-1 0,1 1 0,-1 0 0,1-1 0,-1 1 0,0 0 0,1-1 0,-1 1 0,1 0 0,-1-1 0,2 1 0,-2 0-90,1 1 0,-1-1-1,0 0 1,0 1 0,1-1 0,-1 1 0,0-1 0,1 1 0,-1-1 0,0 0 0,0 1 0,0-1 0,0 1 0,0-1 0,0 1 0,1-1-1,-1 1 1,0-1 0,0 1 0,0-1 0,0 1 0,-1-1 0,1 1 0,0-1 0,0 1 0,0-1 0,0 1 0,0-1 0,-1 1 0,1-1-1,0 1 1,0-1 0,-1 0 0,1 1 0,0-1 0,-1 1 0,1-1 0,-1 1 0,-24 77 577,16-32-2202,9-45 1548,-1-1-1,1 0 1,0 1 0,0-1-1,0 0 1,0 0 0,0 1 0,0-1-1,0 0 1,0 1 0,0-1-1,0 0 1,0 1 0,0-1 0,0 0-1,0 1 1,0-1 0,0 0 0,0 0-1,1 1 1,-1-1 0,0 0-1,0 1 1,0-1 0,0 0 0,1 0-1,-1 0 1,0 1 0,0-1-1,0 0 1,1 0 0,-1 0 0,0 1-1,1-1 1,-1 0 0,0 0 0,0 0-1,1 0 1,1 2-498,0 3-1340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6.6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 21 1120,'3'-4'458,"7"-9"2594,-4 10-1137,-23 50-1039,15-43-860,1-1-1,-1 1 1,1 0-1,0 0 1,0-1-1,1 1 1,-1 0 0,1 0-1,0 0 1,0 0-1,0 0 1,0 0-1,1 0 1,-1-1-1,1 1 1,0 0-1,2 4 1,4 10-42,-7-16 17,0-1 0,0 1 0,0-1 0,1 1 0,-1-1 0,1 1 0,-1-1 0,1 0 0,-1 1 0,1-1 0,0 0 0,0 1 0,-1-1 0,1 0 0,0 0 0,0 1 1,0-1-1,1 0 0,-1 0 0,0 0 0,0-1 0,1 1 0,-1 0 0,0 0 0,1-1 0,-1 1 0,0-1 0,1 1 0,-1-1 0,1 1 0,-1-1 0,1 0 0,-1 0 0,1 0 0,-1 0 0,1 0 0,0 0 0,-1 0 0,1 0 0,-1-1 0,1 1 0,-1 0 0,0-1 0,3 0 0,1-1-34,-1 1 0,1 0 0,0-1 0,0 0 0,-1 0 0,1 0 0,-1-1 0,1 1 0,-1-1 0,0 0-1,0-1 1,-1 1 0,1-1 0,-1 1 0,1-1 0,-1 0 0,0 0 0,-1-1 0,1 1 0,-1 0 0,1-1 0,-2 0 0,1 1 0,0-1 0,-1 0 0,0 0 0,0 0 0,0-6 0,0 8 40,-1 0 0,0 0 0,-1 0 0,1 0 0,0 0 1,-1 0-1,0 0 0,0 0 0,0 0 0,0 0 0,0 0 0,0 0 0,-1 0 0,0 1 0,-2-4 0,3 4 1,-1 1 1,0 0-1,0 0 0,1 0 0,-1 0 1,0 0-1,0 0 0,0 1 0,0-1 1,0 0-1,0 1 0,0 0 1,0-1-1,-1 1 0,1 0 0,0 0 1,0 0-1,0 1 0,0-1 0,0 0 1,0 1-1,0-1 0,-3 2 1,-8 1-295,1 1 1,-1 0 0,1 0 0,0 1 0,0 1 0,1 0 0,0 1 0,0 0 0,-12 10 0,12-1-1521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8.7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6 680,'1'-5'5289,"1"17"-4863,2 8-549,-2-16 140,-1 1 0,0-1 0,0 1 1,0 0-1,-1 0 0,0-1 0,0 1 0,-1 5 0,1-5-43,0 0-1,0-1 0,0 1 0,0-1 0,1 1 0,-1-1 0,1 1 0,2 4 0,0 10-826,-3-19 748,0 1 0,0 0-1,0 0 1,0-1 0,0 1 0,0 0-1,0 0 1,0-1 0,0 1 0,0 0-1,1 0 1,-1-1 0,0 1 0,1 0-1,-1-1 1,0 1 0,1 0 0,-1-1-1,1 1 1,-1-1 0,1 1 0,-1 0-1,1-1 1,-1 1 0,1-1 0,-1 0-1,2 2 1,6-2-1563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8.9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 1316,'2'-13'2558,"1"12"-1411,2 21-598,4 37-224,0 1-433,2-5-2401,-3-42 979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39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0 792,'0'0'1362,"2"42"560,2-30-1918,-1 0 0,0 0-1,0 0 1,-2 0 0,2 23-1,6-4-1829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0.0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 8 56,'0'-1'41,"0"1"0,0 0-1,0-1 1,0 1 0,0 0 0,0 0-1,0-1 1,0 1 0,1 0 0,-1-1-1,0 1 1,0 0 0,0 0 0,0-1-1,0 1 1,1 0 0,-1 0 0,0 0 0,0-1-1,1 1 1,-1 0 0,0 0 0,0 0-1,1 0 1,-1-1 0,0 1 0,0 0-1,1 0 1,-1 0 0,0 0 0,0 0-1,1 0 1,-1 0 0,0 0 0,1 0 0,-1 0-1,0 0 1,1 0 0,-1 0 0,0 0-1,0 0 1,1 0 0,-1 0 0,0 0-1,0 0 1,1 0 0,-1 1 0,0-1-1,1 0 1,-1 0 0,0 0 0,0 0-1,1 1 1,19 11 660,-15-9-724,-3-2 43,0 0 0,-1-1 0,1 1 0,0 0 0,-1 0 0,1 0 0,-1 1 0,0-1 0,1 0 0,-1 0 0,0 1 0,0-1 0,0 1 0,0-1 0,0 1 0,0-1 0,0 1 0,0 0 0,-1 0 0,1-1 0,-1 1 0,1 0 0,-1 0 0,0-1 0,0 1 0,1 0 0,-1 0 0,0 0 0,-1 0 1,1-1-1,0 1 0,-1 0 0,1 0 0,-1 0 0,0 2 0,-4 6 104,-1 0 0,0-1 1,0 0-1,-1 0 1,-10 9-1,-17 29 140,27-35-255,-4 13 14,11-24-22,0 0-1,0 0 0,0 0 0,0 0 0,1 0 0,-1-1 0,0 1 0,0 0 0,1 0 0,-1 0 0,1-1 0,-1 1 0,1 0 0,-1 0 0,1-1 0,-1 1 0,1-1 0,0 1 0,-1 0 0,1-1 0,0 1 0,0-1 0,-1 1 0,1-1 0,0 0 0,0 1 1,0-1-1,-1 0 0,1 0 0,0 1 0,0-1 0,1 0 0,15 2-417,1-1 0,-1 0 1,0-1-1,0-1 0,1-1 1,-1-1-1,20-5 0,-17 3-929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0.6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27 944,'1'-7'1284,"-1"7"-1192,0-1 0,0 1 1,0-1-1,1 0 0,-1 1 0,0-1 1,0 1-1,0-1 0,0 0 0,0 1 1,0-1-1,0 1 0,0-1 1,0 0-1,0 1 0,0-1 0,-1 1 1,1-1-1,0 1 0,0-1 0,-1 0 1,1 1-1,0-1 0,-1 1 0,1-1 1,0 1-1,-1-1 0,1 1 0,-1 0 1,1-1-1,0 1 0,-1 0 1,1-1-1,-1 1 0,1 0 0,-1-1 1,-1 1-1,1 0 494,1 37 55,-5 10-493,4-41-386,0 0-1,0 1 1,0-1-1,1 0 1,0 0-1,0 0 1,0 1-1,1-1 1,0 0-1,0 0 1,3 9-1,-2-7-1410,-2 1-341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1.0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41 548,'1'-2'111,"-1"0"-1,1 0 1,0 0 0,0 0 0,0 1-1,0-1 1,0 0 0,1 0-1,-1 0 1,1 1 0,-1-1 0,1 1-1,-1-1 1,1 1 0,0 0 0,0-1-1,-1 1 1,1 0 0,0 0-1,0 1 1,0-1 0,0 0 0,3 0-1,-2 0-106,-1 0-1,0 0 1,0 0-1,0 1 1,0-1-1,1 1 1,-1 0-1,0-1 0,1 1 1,-1 0-1,0 0 1,1 0-1,-1 1 1,0-1-1,0 1 1,1-1-1,-1 1 1,0 0-1,0 0 1,0 0-1,0 0 1,3 2-1,-4-2 2,-1-1 0,0 1 0,0 0 0,0 0 0,0-1 0,0 1 0,0 0-1,0-1 1,0 1 0,0 0 0,-1 0 0,1-1 0,0 1 0,0 0 0,-1-1 0,1 1 0,0 0 0,-1-1 0,1 1 0,-1 0 0,1-1 0,-1 1 0,1-1 0,-1 1-1,0 0 1,-22 23 29,9-9-46,13-14 10,0 1 0,0-1 0,0 1 0,0 0 0,1-1 0,-1 1 0,1-1-1,-1 1 1,1 0 0,0-1 0,-1 1 0,1 0 0,0 0 0,0-1 0,0 1 0,1 0 0,-1 0 0,0-1 0,1 1 0,-1 0 0,1-1 0,-1 1 0,1-1-1,0 1 1,-1 0 0,1-1 0,0 1 0,0-1 0,0 0 0,1 1 0,-1-1 0,0 0 0,3 2 0,4 3 1,0 0 1,0-1-1,1 0 1,17 7-1,7 4 22,-32-15-30,2 1 33,-1 0-1,1 0 1,-1 0-1,0 0 1,0 0-1,0 1 0,0-1 1,0 1-1,0-1 1,1 4-1,-8 7 412,-17-1 64,3-6-576,0 0 0,-1-2 0,1 0 1,-1-1-1,-21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1.7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13 1064,'2'-12'2922,"3"12"-1356,-5 1-1503,1 0-1,-1 0 0,1 0 1,-1 0-1,0 0 1,1 0-1,-1 0 0,0 0 1,0 0-1,0 0 1,0 0-1,0 0 0,0 0 1,0 0-1,0 0 1,0 0-1,-1 0 0,1 0 1,0 0-1,-1 2 1,-4 13 106,1 0 1,0 1 0,1 0 0,2 0 0,-1 0 0,2 0 0,1 20 0,0-8-567,-4-9-686,2-19 978,1-1 0,0 1 0,0 0 1,-1 0-1,1 0 0,0-1 0,0 1 0,0 0 0,0 0 0,0 0 0,0 0 0,0-1 0,0 1 1,0 0-1,1 0 0,-1 0 0,0-1 0,0 1 0,1 0 0,-1 0 0,1 0 0,1 4-1208,-2 1-184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2.0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38 424,'1'-16'1359,"-1"-3"1367,0 19-2712,0 0 1,0 0-1,0-1 1,0 1-1,0 0 1,-1 0-1,1 0 0,0 0 1,0 0-1,0-1 1,0 1-1,-1 0 0,1 0 1,0 0-1,0 0 1,-1 0-1,1 0 1,0 0-1,0 0 0,0 0 1,-1 0-1,1 0 1,0 0-1,0 0 0,-1 0 1,1 0-1,0 0 1,0 0-1,0 0 1,-1 0-1,1 0 0,0 0 1,0 0-1,-1 0 1,1 0-1,0 0 0,0 1 1,0-1-1,0 0 1,-1 0-1,1 0 1,0 0-1,0 1 0,0-1 1,0 0-1,-1 0 1,1 0-1,0 0 0,0 1 1,0-1-1,0 0 1,0 0-1,0 1 1,0-1-1,0 0 0,0 0 1,0 0-1,0 1 1,0-1-1,0 0 0,-1 4-8,0 1-1,0-1 0,1 0 0,-1 0 1,1 0-1,0 1 0,0-1 0,1 0 1,-1 0-1,1 1 0,0-1 0,0 0 1,0 0-1,4 7 0,-4-9-21,0 0-1,1 0 0,-1 0 1,1 0-1,-1 0 0,1 0 1,0-1-1,-1 1 0,1 0 1,0-1-1,0 0 0,0 1 1,0-1-1,1 0 0,-1 0 1,0 0-1,0 0 0,1 0 1,-1-1-1,0 1 0,1-1 1,-1 0-1,1 1 0,-1-1 1,1 0-1,-1 0 0,0-1 1,1 1-1,3-1 0,4-2-40,0-1 0,0 0 0,-1 0 0,1-1-1,11-8 1,-6 5 195,-38 73 877,12-25-821,9-34-208,1 1 0,0-1 0,1 1 0,-1 0 0,1-1 0,2 13 0,-1 3-629,10 3-2620,-3-18 1364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2.6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55 24 424,'3'-10'2549,"2"-4"1116,-12 23-1974,0 5-1176,1 0 0,1 0 0,0 0 0,-4 22 0,-6 18 141,6-13-2436,15-17-5102,-4-15 4152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2.9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27 860,'0'-7'574,"0"7"-490,0-1-1,1 0 0,-1 1 1,0-1-1,0 1 0,0-1 0,0 1 1,0-1-1,0 0 0,0 1 1,0-1-1,0 0 0,0 1 1,0-1-1,0 1 0,0-1 1,0 0-1,-1 1 0,1-1 1,0 1-1,0-1 0,-1 1 1,1-1-1,0 1 0,-1-1 1,1 1-1,0-1 0,-1 1 1,1-1-1,-1 1 0,1 0 1,-1-1-1,1 1 0,-1 0 0,1-1 1,-1 1-1,0 0 0,-1 0 25,12 36 46,-11-11-93,1-11 16,0 0 0,0 0 0,1-1 0,1 1 1,3 14-1,-3 5 75,-2-30-155,0-1-1,-1 0 0,1 1 1,0-1-1,0 0 0,0 1 1,1-1-1,-1 0 0,0 0 1,1 1-1,0-1 0,-1 0 1,1 0-1,0 0 0,0 0 1,2 3-1,-2 3-783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43.0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63 1384,'10'-10'1192,"-1"4"-456,10-4-276,-10-1-168,10 6-104,9 0-148,-9 0-196,9-1-264,-9 1-420,9 5-584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1.8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85 168,'3'-5'348,"0"0"1,-1 0-1,0 0 0,0-1 1,0 1-1,-1-1 0,1 1 0,-1-1 1,0-9-1,-1 10-147,0 5-164,0-1 1,1 1-1,-1-1 0,0 1 1,0-1-1,0 1 1,0-1-1,0 1 0,0-1 1,0 1-1,0-1 1,0 1-1,0-1 0,0 1 1,0-1-1,0 1 1,0 0-1,-1-1 0,1 1 1,0-1-1,0 1 1,0-1-1,-1 1 0,1-1 1,0 1-1,-1 0 1,1-1-1,0 1 0,-1 0 1,1-1-1,0 1 1,-1 0-1,1-1 0,-1 1 1,1 0-1,-1 0 1,1-1-1,-1 1 0,0 0 1,0 0 169,0 12-129,-1 0 1,0 0 0,-1 0 0,0 0 0,-5 13 0,4-13-80,0 0-1,1 0 1,0 1 0,1-1-1,-1 16 1,3-6-23,-1 0 0,0 0 0,-2 0 0,-9 37 0,11-29-653,19-28-4386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2.1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57 14 1076,'0'0'55,"0"0"0,0-1-1,1 1 1,-1 0 0,0-1-1,0 1 1,0-1 0,0 1-1,0 0 1,0-1 0,0 1 0,0-1-1,0 1 1,0-1 0,0 1-1,0 0 1,0-1 0,-1 1 0,1-1-1,0 1 1,0 0 0,0-1-1,-1 1 1,1 0 0,0-1-1,0 1 1,-1 0 0,1-1 0,0 1-1,0 0 1,-1 0 0,1-1-1,0 1 1,-1 0 0,1 0 0,-1 0-1,1-1 1,0 1 0,-1 0-1,0 0 1,-13 13 638,-10 31-579,19-22-85,2 1 0,1 0 0,1 43-1,1-49-23,0-14-28,0 1 0,0 0 0,1 0-1,-1-1 1,1 1 0,0 0 0,0-1 0,0 1 0,1-1 0,-1 1 0,1-1 0,0 0 0,0 0 0,0 1 0,0-1 0,0-1 0,1 1 0,0 0 0,-1-1 0,1 1 0,0-1-1,0 0 1,0 0 0,1 0 0,-1 0 0,0 0 0,1-1 0,-1 1 0,1-1 0,-1 0 0,1 0 0,0-1 0,0 1 0,-1-1 0,1 0 0,0 0 0,0 0 0,-1 0-1,1-1 1,0 1 0,-1-1 0,1 0 0,0 0 0,-1 0 0,1-1 0,-1 1 0,6-5 0,-6 5-10,32-30-282,-34 30 322,0 0 0,0 0 0,0 0 1,-1 0-1,1 0 0,0 0 0,0 0 0,-1 0 0,1 0 0,0-1 0,-1 1 1,1 0-1,-1 0 0,0-1 0,1 1 0,-1 0 0,0 0 0,0-1 0,0 1 1,0 0-1,0-1 0,0 1 0,0 0 0,0-1 0,0 1 0,-1 0 1,1-1-1,0 1 0,-1 0 0,1 0 0,-1 0 0,-1-2 0,1 2 7,0 0 0,0 0 0,-1 0-1,1 1 1,0-1 0,-1 0 0,1 1 0,0-1 0,-1 1-1,1 0 1,-1 0 0,1-1 0,-1 1 0,1 0-1,0 0 1,-1 0 0,1 0 0,-1 0 0,1 1-1,-1-1 1,1 0 0,0 1 0,-1-1 0,1 1-1,-1-1 1,1 1 0,0 0 0,0 0 0,-1-1-1,0 2 1,-39 30 146,34-25-235,0 1 0,1 0 0,0 0 0,-8 15 0,10-15-218,4-1-557,8 2-490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4.8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10 181 840,'0'0'1420,"-10"10"1945,10-9-3305,28 9 135,-23-13-193,0 1 1,-1-1 0,1 0-1,-1 0 1,0 0-1,0-1 1,0 1-1,0-1 1,-1 0-1,0 0 1,1 0 0,-1-1-1,-1 1 1,5-9-1,7-10 5,-10 18-12,-2-1 1,1 0 0,-1 0-1,0 0 1,0 0 0,0 0-1,-1 0 1,0-1 0,0 1-1,-1 0 1,0-1 0,-1-11-1,1 9-26,0 9 29,0-1 1,0 0 0,0 1 0,0-1-1,0 0 1,0 1 0,0-1 0,0 0 0,0 1-1,0-1 1,0 0 0,-1 1 0,1-1 0,0 1-1,0-1 1,-1 1 0,1-1 0,-1 0 0,1 1-1,0-1 1,-1 1 0,1 0 0,-1-1 0,1 1-1,-1-1 1,1 1 0,-1 0 0,1-1 0,-1 1-1,0 0 1,0-1 0,-22 5-9,18-2 8,1 1 0,-1 0 0,1-1-1,-1 1 1,1 1 0,0-1-1,-7 8 1,4 2 13,0 1 0,1 0 0,1 1 1,-6 23-1,9-27 10,0 0-1,1 0 1,1 0 0,-1 0-1,4 21 1,-3-28-21,0 0-1,1 0 1,0 0-1,0 0 1,0 0 0,0 0-1,1-1 1,0 1 0,0 0-1,0-1 1,0 1 0,0-1-1,0 0 1,1 0 0,0 0-1,0 0 1,-1 0 0,7 4-1,-3-3-197,0-1-1,1 0 1,-1 0-1,1 0 1,-1-1-1,1 0 1,0 0-1,0 0 1,0-1-1,0 0 1,0-1-1,0 1 1,0-1-1,0-1 1,0 1-1,0-1 1,9-3-1,3-1-1135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5.19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37 624,'-2'-10'2286,"-1"17"-1215,-1 23-349,4-15-554,1 0-1,1 0 0,0-1 1,1 1-1,6 15 1,-4-13-125,4 4-5,-9-21-43,1 0 1,0 0 0,-1 0-1,1 0 1,0-1 0,-1 1-1,1 0 1,0 0 0,-1-1 0,1 1-1,-1-1 1,1 1 0,-1 0-1,1-1 1,-1 1 0,1-1-1,-1 1 1,1-1 0,-1 0-1,1 1 1,-1-1 0,0 1 0,1-1-1,-1 0 1,0 1 0,0-1-1,0 0 1,1 1 0,-1-1-1,0 0 1,0 1 0,0-2 0,27-77-450,-21 60 422,0 0 1,1 0-1,12-23 1,-18 41 34,-1 0 1,0 1-1,0-1 1,1 0-1,-1 1 0,0-1 1,1 1-1,-1-1 0,1 1 1,-1-1-1,1 1 0,-1-1 1,1 1-1,-1-1 0,1 1 1,-1 0-1,1-1 1,-1 1-1,1 0 0,0 0 1,-1-1-1,1 1 0,0 0 1,-1 0-1,1 0 0,0 0 1,-1 0-1,1 0 1,0 0-1,-1 0 0,1 0 1,0 0-1,0 0 0,1 1 13,0 0-1,-1 0 0,1 1 1,-1-1-1,1 0 0,-1 1 1,0-1-1,1 1 1,-1 0-1,0-1 0,2 4 1,23 58 395,-24-56-351,3 6-99,10 36-2584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5.7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130 251 984,'0'-10'1552,"1"8"-1462,-1 0 0,0 1 0,1-1-1,-1 0 1,0 1 0,0-1 0,0 0 0,0 1 0,-1-1 0,1 0 0,0 1 0,-1-1 0,1 1-1,-1-1 1,0 0 0,1 1 0,-1-1 0,0 1 0,0 0 0,-2-3 0,1 3-53,0 0 1,0 1-1,0-1 0,0 1 1,0 0-1,-1-1 1,1 1-1,0 0 0,0 0 1,0 0-1,0 1 0,-1-1 1,1 0-1,0 1 1,0 0-1,0-1 0,0 1 1,0 0-1,0 0 1,0 0-1,0 0 0,0 1 1,1-1-1,-1 0 1,0 1-1,1-1 0,-1 1 1,1-1-1,0 1 1,-1 0-1,0 2 0,-7 8-14,0 0 0,1 1-1,-8 17 1,12-23-17,2 1 0,-1-1 0,1 0-1,0 1 1,1-1 0,-1 1 0,2-1 0,-1 10 0,1-14-3,-1-1 1,1 1 0,0-1-1,1 1 1,-1-1-1,0 0 1,1 1 0,-1-1-1,1 0 1,0 1 0,0-1-1,0 0 1,0 0 0,0 1-1,0-1 1,1 0 0,-1 0-1,1 0 1,-1-1-1,1 1 1,0 0 0,-1 0-1,1-1 1,0 0 0,0 1-1,0-1 1,1 0 0,2 2-1,-3-3-15,0 0-1,0 1 1,0-1-1,1 0 0,-1-1 1,0 1-1,0 0 1,0 0-1,0-1 1,0 1-1,0-1 0,0 0 1,-1 0-1,1 0 1,0 0-1,0 0 1,0 0-1,-1 0 0,1 0 1,0-1-1,-1 1 1,3-3-1,32-44-370,-22 28 169,-8 11 175,0-1 0,-1 0 0,0-1 1,0 1-1,-1-1 0,-1 0 0,0 0 0,0 0 0,-1-1 0,0 1 0,-1 0 0,0-17 1,-2 7 122,0-1 1,-1 1 0,-1 0-1,-1 1 1,-13-38 0,5 33 272,5 24-194,-2 16-80,0 17 99,2 1-1,1 0 1,2 1-1,1-1 1,1 1-1,3 34 1,0-35-60,-1-17-59,1 0 1,0 0 0,8 28-1,-8-37-138,1 0 1,0-1-1,1 0 0,-1 1 1,1-1-1,1 0 0,-1 0 1,1-1-1,0 1 0,0-1 1,9 9-1,-12-13-86,0-1 0,0 1 0,1 0 0,-1-1 0,0 1 0,1-1 0,-1 1 0,0-1 0,1 1 0,-1-1 0,1 0 0,-1 0 0,1 0 0,-1 0 0,0 0 0,1 0 0,-1 0 0,1-1 0,-1 1 0,1 0 0,-1-1 0,0 1 0,1-1 0,-1 1 0,2-2 0,7-4-1681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6.1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69 476,'2'-5'309,"0"-1"1,0 1-1,0-1 0,1 1 0,0 0 1,0 0-1,1 0 0,-1 1 0,1-1 1,8-7-1,-7 7 33,-13 7 471,-10 11-811,13-7 1,1-1-1,-1 1 0,2 0 1,-1 0-1,1 0 1,-1 0-1,2 1 0,-1-1 1,-2 12-1,4-15-1,0 1 0,1 0 0,0-1 0,-1 1 0,1 0 0,1-1 0,-1 1 0,0 0 0,1-1 0,0 1 0,0-1 0,0 1 0,0-1-1,1 1 1,-1-1 0,1 0 0,0 1 0,0-1 0,0 0 0,3 3 0,23 22-8,-20-22 5,0 1 1,-1 0-1,-1 0 1,1 1-1,-1 0 1,7 11-1,-13-17 16,1 1-1,0 0 1,-1 0 0,0 0-1,0 0 1,0 0 0,0-1-1,0 1 1,0 0-1,-1 0 1,1 0 0,-1 0-1,0-1 1,0 1 0,0 0-1,0-1 1,-1 1 0,1-1-1,-1 1 1,1-1-1,-1 1 1,0-1 0,-3 3-1,3-3-6,0 1 1,0-1-1,0 0 0,0 0 0,-1 0 0,1 0 0,0-1 0,-1 1 0,0-1 0,1 1 0,-1-1 0,0 0 0,0 0 0,0 0 1,1 0-1,-1-1 0,0 1 0,0-1 0,0 0 0,0 0 0,0 0 0,-4 0 0,6-1-53,0 0 1,0 1-1,0-1 0,0 0 0,0 0 0,0 1 0,0-1 1,0 0-1,1 0 0,-1 0 0,0 0 0,0 0 0,1 0 1,-1-1-1,1 1 0,-1 0 0,1 0 0,0 0 1,-1 0-1,1-1 0,0 1 0,0 0 0,0 0 0,0-1 1,0 1-1,0-2 0,7-35-2573,1 28 1140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6.4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32 824,'0'-14'1090,"2"-3"1257,-1 17-2298,-1 0 0,1-1 0,0 1 0,0 0-1,0 0 1,-1 0 0,1 0 0,0 0-1,0 1 1,-1-1 0,1 0 0,0 0-1,0 0 1,-1 1 0,1-1 0,0 0 0,-1 1-1,1-1 1,0 1 0,-1-1 0,1 1-1,0 0 1,1 1 3,0 0 0,0 0-1,-1 0 1,1 0 0,-1 0-1,0 0 1,1 0 0,-1 1 0,0-1-1,0 1 1,-1-1 0,1 1-1,0-1 1,-1 1 0,1-1 0,-1 1-1,0 3 1,-2 50 600,0-46-585,1 1-1,0 0 1,0 0 0,1 0 0,1-1 0,0 1-1,2 12 1,0 15 13,-3-33-117,0 0 0,0 0 0,0 0 0,1 0 0,0 0 0,0 0 0,3 7 0,-3 0-370,-1-11 291,0 0-1,0-1 1,-1 1 0,1 0-1,0-1 1,0 1 0,0 0-1,0-1 1,0 1 0,0 0-1,0-1 1,0 1 0,1 0-1,-1-1 1,0 1 0,0-1-1,0 1 1,1 0 0,-1-1-1,0 1 1,1-1 0,-1 1-1,1-1 1,-1 1 0,0-1-1,1 1 1,-1-1 0,1 1-1,-1-1 1,1 0 0,0 1-1,-1-1 1,1 0 0,-1 1-1,2-1 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6.5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0 8,'0'5'1256,"0"6"-388,-9-1-268,9 6-188,0 0-124,0 0-88,0 0-72,0 0-52,0-1-76,0 1-84,9 0-108,-9-5-120,0-1-168,0-5-244,0 6-340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6.7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90 28,'0'-21'1296,"-9"5"-464,9 1-332,0-1-288,0 10-184,9-4-188,-9 5-252,9 5-404,1 0-544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0:57.4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96 264 896,'1'-11'1153,"-1"10"-1045,0-1 0,1 0 1,-1 1-1,0-1 0,0 0 0,0 1 0,0-1 0,0 0 0,0 0 0,-1 1 0,1-1 1,-1 0-1,1 1 0,-1-1 0,1 1 0,-1-1 0,0 1 0,0-1 0,0 1 1,-2-3-1,2 4-80,-1 0 0,1 0 1,-1 0-1,0 0 0,1 0 1,-1 0-1,0 0 0,1 1 1,-1-1-1,0 0 0,1 1 1,-1 0-1,1-1 0,-1 1 1,1 0-1,-1 0 0,1 0 1,0 0-1,-1 0 0,1 0 1,0 0-1,0 0 0,0 0 1,0 1-1,0-1 0,0 0 1,0 1-1,-1 2 0,-2 2 11,-1 0-1,2 0 1,-1 0-1,1 1 1,-5 13-1,0 0 2,-1 16 25,6-14-51,4 5-17,2-16 5,-2-7-39,0 1 0,1-1-1,-1 1 1,1-1 0,0 1-1,4 6 1,-4-9 9,-1-1-1,0 0 1,0 0 0,0 0 0,1 0-1,-1 0 1,0 0 0,1 0-1,-1 0 1,1-1 0,-1 1 0,1 0-1,-1-1 1,1 1 0,0-1 0,-1 0-1,1 0 1,0 1 0,-1-1-1,1 0 1,0 0 0,-1-1 0,1 1-1,0 0 1,1-1 0,3-1-84,0 0 0,-1 0 0,0-1 0,0 0 0,1 0 0,-1 0 0,-1-1 0,1 1 0,-1-1 0,1 0 0,-1 0 0,0-1 0,0 0 0,-1 1 0,0-1 0,4-6 0,6-12-277,-1 0 1,12-33 0,-19 41 385,-1 0 0,-1 0 1,0-1-1,-1 1 0,-1-1 1,0 1-1,-1-1 0,-1 0 1,0 1-1,-5-20 0,3 14 197,-5-25 519,8 44-654,-1 0 0,1 0 0,-1 0-1,0 0 1,0-1 0,0 1 0,0 1 0,0-1 0,0 0 0,-1 0 0,1 0 0,-1 1 0,1-1-1,-1 1 1,-2-3 0,3 4-44,0 1-1,0-1 1,0 1-1,0-1 1,0 1-1,0-1 1,0 1-1,0 0 1,0-1-1,1 1 1,-1 0-1,0 0 1,0-1-1,1 1 1,-1 0-1,1 0 1,-1 0-1,1 0 1,-1 0 0,1 0-1,-1 0 1,1 0-1,0 0 1,0 0-1,-1 0 1,1 2-1,-9 38 300,-10 116 668,19-141-923,0 11 36,6 51-1,-5-70-90,1 0 1,0 0 0,0-1 0,0 1-1,1-1 1,1 0 0,-1 0 0,1 0-1,0 0 1,0-1 0,6 7-1,-8-11-2,-1-1-1,1 1 1,-1 0-1,1-1 0,0 1 1,-1-1-1,1 0 0,0 0 1,0 0-1,0 0 0,0 0 1,0 0-1,0 0 1,0-1-1,0 1 0,1 0 1,-1-1-1,0 0 0,0 0 1,0 0-1,1 0 0,2 0 1,-1-1-14,-1 0 0,1-1 0,0 1 0,0-1 0,-1 0 0,1 0-1,-1 0 1,1 0 0,-1 0 0,0-1 0,4-4 0,4-4-53,-1-2 1,0 1-1,0-1 0,-2-1 0,9-15 0,-8 11 41,-5 12 23,0-1 1,0 0-1,-1-1 1,0 1-1,0-1 0,0 1 1,1-13-1,-4 19 5,0 1 1,0 0-1,1-1 1,-1 1-1,0-1 0,0 1 1,0 0-1,0-1 1,0 1-1,-1-1 0,1 1 1,0 0-1,0-1 1,0 1-1,0-1 0,0 1 1,0 0-1,-1-1 1,1 1-1,0 0 0,0-1 1,-1 1-1,1 0 1,0-1-1,0 1 0,-1 0 1,1 0-1,0-1 0,-1 1 1,1 0-1,0 0 1,-1-1-1,1 1 0,0 0 1,-1 0-1,-14 7 173,-11 20 282,22-20-362,1 1 0,-1 0 1,1-1-1,1 1 1,-1 1-1,1-1 0,1 0 1,0 0-1,0 1 1,0-1-1,1 1 0,1-1 1,1 13-1,-2-18-94,1 0 0,0 0 0,0 0 0,0-1 0,0 1 0,0 0 0,1 0 0,-1-1 0,1 1 0,-1-1 0,1 1 0,0-1 0,0 0 0,0 0 0,1 1 0,3 2 0,-3-4-70,1 1 1,-1-1-1,1 0 0,-1 0 0,1 0 0,-1 0 1,1-1-1,-1 1 0,1-1 0,0 0 1,-1 0-1,1 0 0,0-1 0,-1 1 1,1-1-1,-1 0 0,5-2 0,41-18-2937,-23 6 861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25.5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574 942 468,'1'2'53,"0"0"0,0 0 0,0 0 0,0 0 0,0 0 0,0-1 0,1 1 0,-1 0 0,1-1 1,-1 1-1,1-1 0,-1 1 0,1-1 0,0 0 0,0 0 0,0 0 0,0 0 0,0 0 0,0 0 0,0 0 0,0-1 0,3 2 0,52 12-6,-33-12-29,0 0-1,0-1 1,0-2-1,0 0 1,0-2-1,0-1 0,0 0 1,-1-2-1,0-1 1,0-1-1,0 0 1,-1-2-1,-1-1 0,33-20 1,-40 19 46,0-1 0,-1 0 0,0-1 0,-1 0 0,0-1 0,-1 0 0,-1-1 0,15-31 0,12-16 139,-19 30-154,-1-1 0,22-66 0,-12 29-40,-22 60-10,0 0-1,-1 0 1,0-1-1,-1 0 0,0 0 1,-1 0-1,-1 0 1,0 0-1,0 0 1,-1 0-1,-1 0 1,0 0-1,0 0 0,-1 0 1,-1 0-1,0 0 1,-1 1-1,0-1 1,-1 1-1,-6-12 1,2 10-19,0 0 0,-1 0 0,0 1 0,-1 1 0,-1 0 0,1 0 1,-2 1-1,1 0 0,-2 2 0,1-1 0,-1 1 0,0 1 0,-19-6 1,13 6 8,0 0 1,0 2 0,-1 0 0,0 2 0,1 0-1,-2 1 1,1 1 0,0 1 0,-31 4 0,-37 11 4,1 4 0,1 4 1,-145 57-1,203-67 14,1 2-1,0 0 1,1 2 0,0 0 0,2 2-1,0 1 1,1 2 0,1 0 0,1 1-1,1 1 1,-22 33 0,34-42-6,1-1-1,0 2 1,0-1-1,2 1 1,0 0 0,0 1-1,2-1 1,0 1 0,-2 30-1,5-33-33,1 0 0,1-1 0,1 1 0,0 0-1,0-1 1,2 1 0,-1-1 0,2 0 0,0 0-1,0-1 1,1 1 0,1-1 0,11 16 0,20 18-688,7-7-480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1.2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1 656,'0'0'1705,"0"21"-1030,1 16-301,1-1 0,12 70 0,-4-12-198,-8-75-172,0 0 1,-2 0-1,-1 26 1,-1-5-323,-7-12-1866,9-23 638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1.5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90 728,'0'-3'60,"1"0"1,-1-1-1,1 1 0,0 0 0,0 0 1,1 0-1,-1 0 0,0 0 0,1 0 1,0 0-1,0 0 0,0 0 0,0 1 1,0-1-1,0 1 0,1-1 0,-1 1 1,1 0-1,-1 0 0,1 0 1,0 1-1,0-1 0,0 1 0,6-3 1,3-1-46,0 1 1,0 0 0,0 1-1,1 0 1,12-1 0,-18 4 4,1-1-1,-1 1 1,1 1 0,-1-1 0,1 1-1,-1 0 1,1 1 0,-1 0 0,0 0-1,13 6 1,-17-7-5,-1 0 0,0 1-1,0-1 1,0 0 0,0 1-1,0-1 1,0 1 0,0-1 0,-1 1-1,1 0 1,0 0 0,-1 0 0,0 0-1,1 0 1,-1 0 0,0 0-1,0 1 1,0-1 0,0 0 0,-1 1-1,1-1 1,-1 0 0,1 1 0,-1-1-1,0 1 1,0-1 0,0 1 0,0-1-1,0 0 1,0 1 0,-1-1-1,1 1 1,-1-1 0,-1 3 0,0 1 13,-1-1-1,0 0 1,0 0 0,-1 0 0,1 0 0,-1 0 0,0-1 0,-1 1 0,1-1 0,-1 0-1,1 0 1,-1-1 0,0 0 0,-11 6 0,-4 0-578,0 0-1,-40 10 1,50-18-571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1.9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1 124 908,'2'1'143,"-1"0"1,1 1-1,-1-1 0,1 1 1,-1-1-1,0 1 1,0 0-1,1 0 0,-1 0 1,0-1-1,-1 1 0,1 0 1,0 0-1,0 0 0,-1 0 1,1 0-1,-1 0 0,0 1 1,0 3-1,9 22-58,0-13-33,2 6-18,2-1 0,29 36 0,-40-53-35,1 0 1,-1 0-1,0 0 0,1-1 1,0 1-1,0-1 0,0 1 1,0-1-1,0 0 0,0 0 1,1-1-1,-1 1 1,0 0-1,1-1 0,0 0 1,-1 0-1,1 0 0,0-1 1,-1 1-1,1-1 0,0 0 1,0 0-1,-1 0 0,1 0 1,0-1-1,3 0 0,-3-1 1,0-1 0,0 1 0,0-1 0,-1 0 0,1 0 0,-1 0 0,0-1-1,1 1 1,-2-1 0,1 1 0,0-1 0,-1 0 0,0 0 0,0 0 0,0-1-1,0 1 1,-1 0 0,1-1 0,-1 1 0,0-1 0,0-8 0,1-2-1,0 0 0,-2 0 1,0 0-1,0 0 0,-5-22 1,-29-58 26,34 92-26,-1 1 1,1 0-1,-1 0 0,0 0 0,0 0 0,0 0 0,0-1 0,0 2 0,0-1 0,-1 0 0,1 0 0,-1 0 0,1 1 0,-1-1 1,0 0-1,1 1 0,-1 0 0,0-1 0,0 1 0,0 0 0,0 0 0,0 0 0,0 0 0,-3 0 0,2 0-2,0 1 0,0 0 0,0 0 0,-1 0 0,1 0 0,0 1 0,0-1 0,0 1 0,0 0 0,0-1 0,0 2-1,0-1 1,0 0 0,0 0 0,0 1 0,1 0 0,-6 3 0,3-1-110,-1 0 0,1 0 0,0 0 0,0 1 0,0-1 0,0 1 0,1 0 0,0 1 0,0-1 0,1 1 0,-1 0 0,1 0 0,0 0 0,1 0 0,0 0 0,0 1 0,0-1 0,0 1 0,0 12 0,2-3-1097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2.2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21 928,'0'-5'779,"0"5"-738,0-1-1,1 1 0,-1-1 0,0 1 0,0 0 0,0-1 0,0 1 1,0-1-1,0 1 0,0-1 0,0 1 0,0-1 0,0 1 1,0-1-1,0 1 0,0-1 0,0 1 0,0-1 0,-1 1 0,1 0 1,0-1-1,0 1 0,0-1 0,-1 1 0,1 0 0,0-1 0,-1 1 1,1-1-1,0 1 0,-1 0 0,1-1 0,0 1 0,-1 0 0,1 0 1,-1-1-1,1 1 0,0 0 0,-1 0 0,1 0 0,-1 0 0,0-1 1,0 44 296,1 14-271,1 0-15,-10 92 0,6-116-114,1 1 0,4 35 0,-1-11-1776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2.4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0 125 624,'8'-32'687,"-6"21"-470,1-1 1,0 1-1,9-21 0,-12 30-199,1 0 0,0 1 0,0-1 0,-1 1 0,1 0 0,0-1 0,0 1 0,1 0 0,-1-1 0,0 1 0,0 0-1,0 0 1,1 0 0,-1 0 0,1 0 0,-1 0 0,1 1 0,-1-1 0,1 0 0,-1 1 0,1-1 0,-1 1-1,1-1 1,0 1 0,-1 0 0,1 0 0,0 0 0,0 0 0,-1 0 0,1 0 0,0 0 0,2 1 0,0 0-2,-1 0 1,0 0 0,0 0 0,1 0 0,-1 1 0,0-1 0,0 1 0,0 0 0,0 0 0,-1 0 0,1 0-1,0 0 1,-1 0 0,0 1 0,1 0 0,-1-1 0,0 1 0,0 0 0,-1 0 0,1 0 0,-1 0-1,1 0 1,-1 0 0,0 1 0,0-1 0,0 0 0,-1 1 0,1-1 0,-1 0 0,0 1 0,0-1-1,0 4 1,-1-1-18,0-1-1,0 0 0,0 1 1,-1-1-1,0 0 1,0 0-1,0 0 0,-1 0 1,1-1-1,-1 1 1,0-1-1,-1 1 0,1-1 1,-1 0-1,0 0 0,0-1 1,0 1-1,0-1 1,-8 5-1,6-5-121,5-3 74,0 0-1,0 1 0,0-1 1,1 0-1,-1 1 0,0-1 1,0 1-1,1-1 0,-1 1 1,0-1-1,1 1 1,-1-1-1,0 1 0,1 0 1,-1-1-1,1 1 0,-1 0 1,1-1-1,0 1 0,-1 0 1,1 0-1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2.68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5 748,'-1'6'247,"1"0"-1,1-1 1,-1 1 0,1-1-1,0 1 1,0 0 0,0-1 0,1 0-1,0 1 1,0-1 0,4 8-1,-3-9-240,0-1-1,0 0 0,0 0 1,1 0-1,-1 0 1,1-1-1,-1 1 1,1-1-1,0 0 0,0 0 1,0-1-1,0 1 1,0-1-1,0 0 1,1 0-1,6 1 0,-6-1 6,1 0 0,0-1-1,-1 0 1,1 0 0,0 0-1,-1-1 1,1 0 0,0 0-1,-1 0 1,1-1 0,-1 1-1,0-1 1,0-1 0,9-4-1,-12 6-60,0 0 0,0-1 0,0 1 0,0-1-1,0 0 1,-1 0 0,1 0 0,0 0 0,-1 0-1,1 0 1,-1 0 0,0 0 0,0-1 0,0 1 0,0 0-1,0-1 1,0 1 0,-1-1 0,1 1 0,-1-1 0,0 1-1,1-1 1,-1 0 0,0 1 0,-1-1 0,1 1-1,0-1 1,-1 1 0,1-1 0,-1 1 0,0-1 0,0 1-1,-2-4 1,2-4-837,1-1-324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2.9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75 824,'0'-73'3506,"0"72"-3372,2 23 139,1-9-157,0 0 0,-1 1-1,-1 0 1,0-1 0,0 1 0,-4 21-1,4 48 249,16 197-70,-16-264-414,0 0 1,1-1 0,4 17 0,11 14-3399,-15-39 1496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3.4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154 59 548,'0'0'733,"7"-21"1044,-7 19-1746,0 1-1,-1-1 0,0 0 1,1 0-1,-1 1 1,0-1-1,0 0 0,0 1 1,0-1-1,0 1 1,0 0-1,-1-1 0,1 1 1,0 0-1,-1 0 0,1-1 1,-1 1-1,1 0 1,-1 1-1,-3-3 0,1 2-24,0-1-1,0 1 1,0 0-1,-1 1 1,1-1-1,0 1 0,0-1 1,-1 1-1,1 1 1,0-1-1,0 0 1,-1 1-1,1 0 1,0 0-1,0 0 0,0 1 1,0-1-1,0 1 1,0 0-1,1 0 1,-1 0-1,0 1 1,1-1-1,0 1 0,0 0 1,-1 0-1,2 0 1,-1 0-1,0 1 1,1-1-1,-1 1 1,1-1-1,0 1 0,0 0 1,-2 7-1,3-8-11,0 1 0,0-1 0,1 1-1,-1 0 1,1-1 0,-1 1-1,1 0 1,0-1 0,1 1 0,-1 0-1,1-1 1,-1 1 0,1 0 0,0-1-1,1 1 1,-1-1 0,0 0-1,1 1 1,0-1 0,0 0 0,0 0-1,0 0 1,0 0 0,4 3-1,-4-5-6,-1 1-1,1-1 0,0 1 0,0-1 0,0 0 0,0 0 0,0 0 0,1 0 0,-1 0 0,0-1 0,0 1 1,0-1-1,1 1 0,-1-1 0,0 0 0,1 0 0,-1 0 0,0 0 0,1 0 0,-1 0 0,0-1 0,0 1 1,1-1-1,-1 1 0,0-1 0,0 0 0,0 0 0,0 0 0,0 0 0,0-1 0,0 1 0,0 0 1,0-1-1,-1 1 0,1-1 0,0 0 0,2-3 0,2-1 45,-1 1 1,0-2-1,0 1 1,0 0-1,0-1 1,-1 0-1,0 0 0,-1 0 1,0 0-1,0-1 1,0 1-1,2-13 1,-1 9 198,6 18-70,6 18-93,-11-18-366,0-1 0,1 1 0,-1-1 1,1 0-1,1-1 0,12 10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3.65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26 372,'0'-25'2188,"0"38"-1215,0 42-486,9 128 260,-6-128-997,2 0 0,23 98-1,-25-136-627,5-1-456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3.8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16 328,'10'-5'808,"-10"0"-1212,9 0-244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4.57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1 197 500,'28'10'1865,"-20"-12"-1847,0-1 0,0 0 0,-1 0 1,1-1-1,-1 0 0,1 0 0,-1-1 0,-1 0 0,1 0 1,-1-1-1,0 1 0,0-1 0,0-1 0,-1 1 0,0-1 1,0 0-1,-1 0 0,0 0 0,5-12 0,-8 16-17,1 0-1,-1 0 1,0 0 0,1-1-1,-2 1 1,1 0-1,0-1 1,0 1 0,-1-1-1,0 1 1,0 0-1,0-1 1,0 1 0,0-1-1,-1 1 1,0 0 0,1-1-1,-1 1 1,-1 0-1,0-4 1,1 6 6,1 0 0,-1 0 1,1-1-1,-1 1 0,0 0 0,1 0 1,-1 0-1,0 0 0,0 1 0,0-1 1,0 0-1,0 0 0,0 0 0,0 1 1,0-1-1,0 0 0,0 1 0,0-1 1,0 1-1,-1-1 0,1 1 0,0 0 1,0 0-1,0-1 0,-1 1 0,-1 0 1,1 1 5,0 0 1,0-1 0,0 1-1,0 0 1,0 0-1,1 0 1,-1 1 0,0-1-1,1 0 1,-1 1 0,1-1-1,-1 1 1,1-1-1,-2 4 1,-2 3 65,0-1 0,0 2 0,1-1 0,0 0 0,1 1 0,-4 14 0,4-9 37,1 0-1,0 1 1,1-1 0,0 1-1,1-1 1,1 1-1,3 20 1,-2-29-102,-1 0 1,1-1 0,0 0-1,0 1 1,1-1 0,-1 0-1,1 0 1,0-1 0,1 1-1,-1 0 1,1-1 0,0 0-1,0 0 1,0 0 0,0 0-1,1-1 1,0 0 0,-1 0-1,1 0 1,0 0-1,1-1 1,9 3 0,-9-2-167,1-2 1,0 1 0,0-1 0,0 0-1,0 0 1,0-1 0,-1 1-1,1-2 1,0 1 0,0-1-1,0 0 1,0 0 0,0-1 0,6-2-1,7-11-1474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5.4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168 45 56,'-9'-19'1942,"0"2"-684,4 14-1038,5 3-210,-1-1 0,0 1 0,1-1 1,-1 1-1,0-1 0,0 1 0,1-1 1,-1 1-1,0 0 0,0-1 0,0 1 1,0 0-1,1 0 0,-1 0 0,0 0 0,0 0 1,0 0-1,0 0 0,0 0 0,1 0 1,-1 0-1,0 0 0,0 0 0,0 1 1,0-1-1,1 0 0,-1 1 0,0-1 1,-1 1-1,-8 3 26,5-1-35,0 1-1,0-1 1,0 1-1,0 0 1,1 0-1,-1 0 1,1 0-1,0 1 1,1 0 0,-1 0-1,1 0 1,0 0-1,0 0 1,1 1-1,-1 0 1,1-1 0,0 1-1,1 0 1,0 0-1,-1 0 1,2 0-1,-1 0 1,1 0-1,0 0 1,0 0 0,1 0-1,-1 0 1,1 0-1,1 0 1,2 7-1,4 2 0,2-1 0,0-1-1,0 0 1,1 0 0,19 16-1,-17-16 0,0 0-1,-1 1 1,21 29-1,-32-41 14,1 0 0,-1 0-1,0 0 1,0 1-1,0-1 1,0 0 0,0 0-1,-1 1 1,1-1-1,-1 0 1,1 1 0,-1-1-1,0 0 1,0 1-1,0-1 1,0 1 0,0-1-1,-1 0 1,1 1-1,-1-1 1,0 3 0,-1-3 24,1-1 0,0 1 1,-1 0-1,1-1 1,-1 1-1,0-1 0,1 0 1,-1 0-1,0 1 0,0-1 1,0 0-1,1 0 0,-1-1 1,0 1-1,-1 0 1,1-1-1,0 1 0,0-1 1,0 0-1,0 1 0,0-1 1,0 0-1,-3-1 0,-9 1 42,1-1-1,0-1 0,-1 0 0,-19-7 0,29 8-161,-1 0 1,1-1 0,-1 1-1,1-1 1,0 0-1,-1-1 1,1 1-1,0-1 1,0 0 0,1 1-1,-1-2 1,1 1-1,-1 0 1,1-1 0,0 0-1,-4-5 1,7-12-1997,8 10 464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5.7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0 1120,'-1'9'2331,"-2"9"-1850,0 0-1,2 1 0,0-1 1,2 22-1,15 149 180,3-83-2193,-16-85-830,5-16 602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5.9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1 716,'0'10'944,"0"6"-292,0-5-156,0 5-40,0 5-108,9-5-80,-9 5-84,9 0-64,-9-5-48,10-1-32,-10 6-16,0-5-24,9-5-96,-9 5-140,9-11-172,-9 5-260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6.0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58 588,'0'-15'784,"9"-1"-296,-9 5-176,10 1-108,-1 4-80,0 6-104,1 0-160,-1 0-236,1 11-544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6.8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155 316 780,'0'-3'58,"0"0"1,0 1-1,0-1 0,-1 1 0,1-1 1,-1 0-1,1 1 0,-1 0 1,0-1-1,0 1 0,0-1 0,0 1 1,0 0-1,-1 0 0,1-1 1,-1 1-1,1 0 0,-1 0 0,0 1 1,0-1-1,0 0 0,0 1 1,0-1-1,0 1 0,0-1 0,-1 1 1,1 0-1,0 0 0,-1 0 1,1 0-1,-1 1 0,1-1 0,-1 0 1,1 1-1,-1 0 0,0 0 1,1 0-1,-1 0 0,1 0 0,-1 0 1,1 1-1,-1-1 0,1 1 1,-1 0-1,1 0 0,-1 0 0,1 0 1,0 0-1,-1 0 0,1 0 1,0 1-1,0-1 0,0 1 0,0 0 1,0 0-1,0 0 0,1-1 1,-1 2-1,1-1 0,-1 0 0,-1 3 1,-1 0-51,-1 1 0,1-1 1,0 1-1,1 0 0,0 0 1,-1 0-1,2 1 0,-1-1 1,1 1-1,0 0 0,0 0 1,1-1-1,0 1 0,0 0 0,1 0 1,0 0-1,0 0 0,2 14 1,2-4-21,-4-16 8,0 1-1,-1 0 1,2-1-1,-1 1 0,0-1 1,0 1-1,0-1 1,1 1-1,-1 0 0,1-1 1,-1 1-1,1-1 0,0 0 1,0 1-1,-1-1 1,1 1-1,0-1 0,0 0 1,0 0-1,0 0 1,1 1-1,-1-1 0,0 0 1,0 0-1,1-1 0,-1 1 1,0 0-1,1 0 1,-1-1-1,1 1 0,-1-1 1,1 1-1,-1-1 1,1 0-1,0 1 0,-1-1 1,3 0-1,0 0-54,0 0-1,-1-1 1,1 1-1,0-1 1,-1 0-1,1 0 1,0 0-1,-1 0 1,1 0 0,-1-1-1,0 0 1,1 0-1,-1 0 1,0 0-1,0 0 1,0-1-1,2-2 1,0 0 14,-1-1 0,0 1 0,0-1 0,0 0 0,-1 0 0,0-1 0,0 1 0,3-13 0,-2 3 33,-1-1-1,0 0 1,-1 0-1,-1 0 1,-1 0-1,0 0 1,-4-20-1,-1 3 2,-1-12 179,-17-62 1,22 89 6,1 18-164,0 0 0,1 1 0,-1-1 0,0 0 0,0 0-1,0 1 1,0-1 0,0 0 0,0 0 0,0 1 0,0-1 0,0 0 0,0 0-1,0 1 1,0-1 0,-1 0 0,1 0 0,0 1 0,0-1 0,-1 0 0,1 1-1,-1-1 1,1 0 0,0 1 0,-1-1 0,1 1 0,-1-1 0,0 1 0,1-1 0,-1 1-1,1-1 1,-1 1 0,0-1 0,0 2 10,0-1 0,0 1 0,0 0-1,0 0 1,0 0 0,0-1 0,0 1 0,1 0 0,-1 0-1,0 1 1,1-1 0,-1 0 0,1 0 0,-1 0 0,1 0-1,-1 0 1,1 1 0,0-1 0,-1 2 0,-6 32 247,6-30-194,-3 25 37,1 0 0,1 1 0,2-1 0,1 0-1,2 1 1,1-1 0,1-1 0,1 1 0,2-1-1,13 33 1,-19-56-33,2 5-203,0-1 0,0 0 0,1-1 0,1 1 1,7 10-1,-12-19 75,0 1 1,0-1-1,1 0 1,-1 1-1,0-1 1,1 0 0,-1 0-1,1 0 1,-1 0-1,1 0 1,-1 0-1,1-1 1,-1 1 0,1 0-1,0-1 1,0 1-1,-1-1 1,1 0-1,0 0 1,0 1 0,-1-1-1,1 0 1,0 0-1,0-1 1,0 1-1,-1 0 1,1-1 0,0 1-1,-1-1 1,1 1-1,0-1 1,-1 0-1,1 0 1,-1 1 0,1-1-1,-1 0 1,1-1-1,-1 1 1,0 0-1,2-2 1,14-10-31,-1-2 0,-1 0 0,0-1 0,-1 0 0,21-34 0,-11 15 83,7-15 19,-30 49-1,0-1 0,0 1 0,-1-1 1,1 1-1,0-1 0,-1 0 0,1 1 1,-1-1-1,0 0 0,0 0 0,1 1 1,-1-1-1,0 0 0,0 0 1,-1 1-1,1-1 0,0 0 0,-1 0 1,0-2-1,-10 3 387,-8 17-133,12-7-147,0-1 0,1 1 0,0 1 0,1-1 0,0 1 0,0 0-1,-3 13 1,6-17-93,0-1 0,1 1 0,-1-1 0,2 1 0,-1 0 0,0-1 0,1 1 0,0 0 0,1 0 0,-1-1 0,1 1 0,0 0 0,0-1 0,1 1 0,3 7-1,-1-5-29,-3-5-14,0 0 0,0 1 0,1-1 0,-1 0 0,1 0 1,0 0-1,0 0 0,0 0 0,1 0 0,-1 0 1,1-1-1,-1 0 0,1 1 0,0-1 0,0 0 0,0 0 1,0 0-1,0-1 0,0 1 0,1-1 0,-1 1 0,1-1 1,-1 0-1,1-1 0,4 2 0,-4-2-189,1 0-1,0 0 0,0-1 1,0 1-1,0-1 1,-1 0-1,1 0 1,0-1-1,8-3 1,6-5-1272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7.0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22 448,'0'-6'448,"10"6"-196,-10-5-116,0 0-116,0 0-124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7.6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 26 532,'1'-13'1218,"-2"0"527,-7 18-988,7-1-685,0 0-1,0 1 1,0-1 0,1 0-1,-1 0 1,1 1-1,0-1 1,1 0-1,0 8 1,0 1 126,-1 29 209,-1 3 18,10 84 1,-2-82-356,-3-16-78,2 0-1,15 49 1,-17-57-705,-4-23 688,-1 0 0,1 1 0,0-1 0,0 0 0,0 0 0,-1 0 0,1 1-1,0-1 1,0 0 0,0 0 0,-1 0 0,1 0 0,0 0 0,0 0 0,-1 1 0,1-1 0,0 0 0,0 0 0,-1 0 0,1 0-1,0 0 1,-1 0 0,1 0 0,0 0 0,0 0 0,-1 0 0,1 0 0,0 0 0,0 0 0,-1-1 0,1 1 0,0 0 0,0 0-1,-1 0 1,1 0 0,0 0 0,0 0 0,-1-1 0,1 1 0,0 0 0,0 0 0,-1-1 0,1 1-7,-1-1 1,1 0 0,-1 0-1,1 0 1,-1 0 0,1 0 0,0 0-1,-1 0 1,1 0 0,0 0-1,0 0 1,0 0 0,0 0-1,0 0 1,0 0 0,0 0-1,0 0 1,0 0 0,0 0-1,0 0 1,1 1 0,0-3-1,7-24-91,-7 24 68,3-12-14,2-5 46,0 0 0,13-25 0,-18 40 26,1 1 1,1 0-1,-1 0 0,0 1 0,1-1 1,0 0-1,0 1 0,0 0 0,0 0 1,1 0-1,-1 0 0,1 0 0,0 0 1,0 1-1,0 0 0,8-3 0,-5 2 3,0 2 0,-1-1 0,1 1 0,0 0 0,0 1 1,1-1-1,-1 2 0,0-1 0,0 1 0,10 2 0,-14-2 15,-1-1-1,1 2 1,-1-1 0,1 0 0,-1 0 0,0 1 0,1-1 0,-1 1 0,0 0 0,0 0 0,0 0-1,0 0 1,-1 0 0,1 0 0,0 0 0,-1 1 0,0-1 0,1 0 0,-1 1 0,0-1 0,0 1 0,-1 0-1,1-1 1,0 1 0,-1 0 0,0-1 0,1 1 0,-1 0 0,-1 5 0,1-4 15,-1 1 1,0-1-1,0 0 0,0 1 1,0-1-1,-1 0 1,1 0-1,-1 0 1,0 0-1,-1 0 0,1 0 1,-1-1-1,1 1 1,-1-1-1,0 0 1,0 1-1,-1-1 1,1-1-1,-1 1 0,1 0 1,-1-1-1,0 0 1,0 0-1,0 0 1,-7 2-1,5-1-37,-1-1 0,1 0 0,0-1 0,-1 1-1,1-1 1,-1 0 0,1-1 0,-1 0 0,1 0 0,-1 0 0,0-1 0,1 0 0,-1 0 0,1 0-1,0-1 1,-1 0 0,-8-4 0,15 5-59,-1 0-1,0 1 1,1-1-1,-1 0 1,0 0-1,1 1 1,-1-1-1,1 0 1,-1 0 0,1 0-1,0 0 1,-1 0-1,1 0 1,0 0-1,0 1 1,0-1-1,-1 0 1,1 0-1,0 0 1,0 0-1,0 0 1,0 0-1,1 0 1,-1 0 0,0 0-1,0 0 1,1 0-1,-1 0 1,0 0-1,1 0 1,-1 0-1,1 1 1,-1-1-1,1 0 1,0-1-1,3-7-755,4-6-544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7.86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90 420,'1'2'132,"0"-1"-1,1 1 1,-1-1-1,0 1 1,0-1 0,-1 1-1,1 0 1,0-1-1,0 1 1,-1 0 0,1 0-1,-1-1 1,1 1-1,-1 0 1,0 0-1,0 0 1,0 0 0,0-1-1,0 1 1,-1 2-1,1-1-84,0 0 0,0 0 0,0 0-1,1 0 1,-1 0 0,1 0-1,0 0 1,-1 0 0,1 0-1,3 4 1,6 11 71,-9-16-112,1 1 1,-1-1-1,0 0 1,1 1-1,0-1 1,-1 0-1,1 0 1,0 0-1,0 0 1,0 0-1,0 0 1,1-1-1,-1 1 1,0-1-1,1 1 1,2 0-1,39 9 20,-42-11-27,-1 0 0,1 0 0,-1 0 0,1-1 0,-1 1 0,1 0 0,-1 0 0,0-1 0,1 1 0,-1-1 0,1 0 0,-1 1-1,0-1 1,0 0 0,1 0 0,-1 0 0,0 1 0,0-1 0,0 0 0,0-1 0,0 1 0,0 0 0,0 0 0,-1 0 0,1-1 0,0 1 0,0-2 0,7-7-5,-7 9 6,0 0 0,-1 0-1,1 0 1,0 0 0,0 0 0,-1 0-1,1-1 1,0 1 0,-1 0 0,0 0-1,1 0 1,-1-1 0,1 1-1,-1 0 1,0 0 0,0-3 0,6-34-5,-5 32-2,1 1-1,-1-1 1,0 1 0,-1-1-1,1 0 1,-1 1-1,0-1 1,-1 0-1,1 0 1,-3-8 0,-13-39-1519,15 42 270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8.1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78 90 116,'-10'-88'2478,"10"87"-2454,-28 33 427,23-23-327,0 0 0,0 0 0,1 0 0,0 1 0,1 0 0,0 0 1,0 0-1,1 0 0,-1 18 0,0 12 373,4 49 1,1-31-127,7 263 12,-2-292-957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8.3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43 112,'10'-5'772,"-10"-1"-284,9 6-180,0-5-108,1 5-60,8-5-64,-8 0-100,9-1-116,-1 1-196,1 0-328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8.6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138 113 356,'3'-5'90,"-1"-1"1,1 1-1,-1-1 0,0 0 1,0 0-1,0 0 0,-1 0 1,0 0-1,0 0 0,-1 0 1,1 0-1,-1 0 0,-2-10 0,2 4 5,0 12-84,0-1 0,0 1-1,-1-1 1,1 1 0,0-1-1,0 1 1,-1 0-1,1-1 1,0 1 0,-1-1-1,1 1 1,-1 0-1,1-1 1,-1 1 0,1 0-1,0-1 1,-1 1 0,1 0-1,-1 0 1,1 0-1,-1-1 1,1 1 0,-1 0-1,1 0 1,-1 0-1,0 0 1,1 0 0,-1 0-1,1 0 1,-1 0 0,1 0-1,-1 0 1,1 0-1,-1 0 1,1 1 0,-1-1-1,0 0 1,-19 6 258,12 1-153,1-1 0,-1 1 0,2 0 1,-1 0-1,1 1 0,0 0 1,0 0-1,1 1 0,0-1 1,1 1-1,0 0 0,0 0 0,1 1 1,0-1-1,-1 12 0,-4 10 170,6-23-198,0-1-1,0 1 1,1 0 0,-1 15 0,-6 66 468,5-71-466,1 0-1,0 1 0,2-1 0,0 0 0,1 0 1,5 30-1,-2-24-58,-4-20-37,1 1 1,0 0-1,0-1 1,0 1 0,0-1-1,1 1 1,0-1-1,2 5 1,-1-4-391,0-1 1,0 2 0,-1-1-1,0 0 1,0 0-1,2 8 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53:39.3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1 317 104,'1'-1'120,"2"-1"0,-1 1 0,0 0 0,0 0 0,0 0 0,0 0 0,1 1 0,-1-1-1,0 1 1,1-1 0,-1 1 0,1 0 0,-1 0 0,0 0 0,5 0 0,10-1 75,47-6 0,-42 5-187,-1 0 0,30-8 0,-36 5 9,-1 0 1,0-2-1,0 0 1,19-13-1,-1 1 227,-31 18-225,1 0 0,-1 0 1,1-1-1,-1 1 0,0 0 1,0-1-1,0 1 0,0-1 1,0 1-1,0-1 0,0 0 1,0 1-1,-1-1 0,1 0 1,-1 1-1,1-3 1,9-16 177,-1-1 131,-9 21-306,0-1 0,0 1-1,1 0 1,-1-1-1,0 1 1,0-1-1,0 1 1,0-1-1,0 1 1,0-1-1,0 1 1,0-1 0,0 1-1,0-1 1,0 1-1,0-1 1,0 1-1,0 0 1,0-1-1,0 1 1,-1-1-1,1 1 1,0-1 0,0 1-1,-1 0 1,1-1-1,0 1 1,0-1-1,-1 1 1,1 0-1,0-1 1,-1 1-1,1 0 1,-1 0 0,1-1-1,0 1 1,-1 0-1,1 0 1,-1-1-1,1 1 1,-1 0-1,1 0 1,-1 0-1,1 0 1,0 0 0,-1 0-1,-4 0 48,1 1 0,0-1 1,0 1-1,0 1 0,0-1 0,1 0 0,-1 1 0,0 0 1,0 0-1,1 0 0,-1 0 0,1 0 0,0 1 0,0 0 1,0-1-1,0 1 0,0 0 0,0 1 0,1-1 0,0 0 1,-1 1-1,1-1 0,1 1 0,-1 0 0,0 0 0,-1 6 1,2-6-29,-1 1 1,1-1 0,0 1 0,0 0 0,0-1 0,1 1 0,0 0 0,0 0 0,0-1 0,0 1 0,1 0 0,0-1 0,0 1-1,0 0 1,0-1 0,1 1 0,0-1 0,0 0 0,0 1 0,0-1 0,1 0 0,-1 0 0,7 6 0,-2-4-95,0 0 0,0 0 0,1-1 1,0 0-1,0-1 0,0 0 1,0 0-1,13 4 0,-16-7-152,0 1-1,0-1 1,0 0 0,0-1-1,0 1 1,0-1 0,1 0 0,-1 0-1,0-1 1,0 1 0,0-1-1,0 0 1,0-1 0,0 1-1,0-1 1,7-3 0,-9 3 63,-1 0 0,0-1 1,1 1-1,-1 0 0,0 0 1,0-1-1,0 0 1,-1 1-1,1-1 0,-1 0 1,1 0-1,-1 0 0,0 0 1,0 0-1,0 0 1,0 0-1,-1 0 0,1 0 1,-1 0-1,0 0 0,0-6 1,0-3 228,-1 1 1,0 0-1,-1-1 1,-5-18-1,4 22 121,-6-23 539,4 23 1341,5 12-1974,1 0 0,0 0 0,-1 0 0,2 0 0,-1-1-1,0 1 1,1 0 0,3 5 0,-3-6-22,0 1 1,0 0-1,0 0 0,-1 0 1,1 1-1,-1-1 0,0 0 1,1 9-1,2 33 504,-2-40-526,-1 1-1,0 0 1,0 0 0,-1 0 0,0 0 0,0 0 0,0 0 0,-1 0 0,0 0 0,-1 0 0,-2 7 0,1 2 257,5-33-105,-1 11-216,0 1 0,1-1 0,-1 0 0,1 1 0,1-1 0,-1 1 0,1 0 0,0 0 0,0 0 0,1 0 0,-1 0 0,8-7 0,15-23-33,134-195-2113,-115 183-1495,-43 41 1739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4:49.16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0 148 316,'0'-74'1114,"0"62"986,0 30-1038,0 50-336,19-61-53,-18-8-674,0 0 1,0 0 0,1 0 0,-1 1 0,0-1 0,0 1 0,0-1 0,1 1 0,-1-1 0,0 1 0,1 0 0,-1-1 0,0 1 0,1 0 0,-1 0-1,0 0 1,1 0 0,-1 0 0,3 1 0,6-1 0,8-8 2,1-1 0,-1 0 0,-1-2 0,0 1 0,0-2 0,14-14 0,10-10-55,-28 21 44,-13 15 11,0-1-1,0 0 1,1 1 0,-1-1-1,1 0 1,-1 1 0,0-1-1,1 1 1,-1-1-1,1 1 1,-1-1 0,1 1-1,-1-1 1,1 1 0,0-1-1,-1 1 1,1 0-1,-1-1 1,1 1 0,0 0-1,0-1 1,-1 1 0,1 0-1,0 0 1,1 0 31,-11 26-48,7-11 84,-1 1 1,0-1-1,-1 0 0,-1-1 1,-7 17-1,-34 112 328,17-55-185,-6 8-58,33-76-51,2-15-369,0-15-1079,7 6 534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4:49.3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85 1 304,'-9'1'448,"0"0"-1,0 1 1,0 0-1,0 1 1,0 0-1,1 0 1,-13 7-1,21-10-427,0 1-1,0-1 0,-1 0 0,1 0 1,0 1-1,0-1 0,0 0 1,0 0-1,0 1 0,0-1 0,0 0 1,0 1-1,0-1 0,0 0 1,0 0-1,0 1 0,0-1 0,0 0 1,0 0-1,0 1 0,0-1 1,1 0-1,-1 1 0,0-1 0,0 0 1,0 0-1,0 0 0,0 1 1,1-1-1,-1 0 0,0 0 0,0 0 1,0 1-1,1-1 0,-1 0 1,0 0-1,0 0 0,1 0 0,-1 0 1,0 1-1,0-1 0,1 0 1,-1 0-1,15 7 206,114-6 220,-51-5-435,-54 4-463,0-1 1,-1-1-1,1-1 1,-1-1-1,33-10 1,-45 9-1086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5:26.9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7 164 1004,'1'-1'177,"-1"-1"0,0 1 0,0 0 0,0 0 0,0 0 0,0 0 0,-1 0 0,1 0 0,0-1 0,0 1 0,-1 0 0,1 0-1,-1 0 1,1 0 0,-4-6 2893,20 3-2285,-9 2-781,0-2 0,0 1 1,0-1-1,0 0 0,-1 0 0,1-1 1,-1 0-1,0 0 0,6-7 1,9-8 0,8-21-60,-11 20 26,-10 16 20,-6 4-32,-2 33-13,1 12 113,0-21-74,-1 0 0,-1 0-1,-1 0 1,-5 26 0,-6 35-1571,12-79 1130,-1 1 0,0-1 0,0 1 0,-1-1 0,1 0 0,-1 0 0,0 0 0,-5 6-1,-2-1-1192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5:27.1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6 416,'-4'1'2553,"18"1"-1995,23-1-607,31-7-569,78 2 0,-137 4 344,11 0-814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5:28.2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64 75 396,'-10'-5'1302,"9"5"-1195,0 0 1,0-1-1,0 1 0,0 0 1,0-1-1,0 1 0,0-1 1,0 1-1,1-1 0,-1 0 1,0 1-1,0-1 0,1 0 0,-1 0 1,0 1-1,1-1 0,-1 0 1,1 0-1,-1 0 0,1 0 1,-1 0-1,1 0 0,0 0 1,-1 0-1,1 0 0,0 0 1,0 0-1,0 0 0,-1 0 1,1 0-1,1-1 0,-1 1-97,0 0 0,0 0 0,0 0-1,1 0 1,-1 0 0,1 0-1,-1 1 1,0-1 0,1 0-1,-1 0 1,1 0 0,0 1-1,-1-1 1,1 0 0,0 1-1,-1-1 1,1 1 0,0-1-1,-1 1 1,1-1 0,0 1-1,0-1 1,0 1 0,1-1 0,29-8-17,-12 3 8,-16 4-2,1 1 1,-1-1-1,0 1 0,1 0 0,-1 0 1,1 0-1,-1 0 0,1 0 0,-1 1 1,1 0-1,0-1 0,-1 1 0,1 1 1,-1-1-1,1 1 0,0-1 0,-1 1 1,1 0-1,-1 0 0,0 0 0,1 1 1,-1-1-1,0 1 0,0 0 0,0 0 1,0 0-1,0 0 0,0 1 0,-1-1 1,1 1-1,-1-1 0,1 1 0,-1 0 1,0 0-1,0 0 0,0 0 0,-1 0 1,3 5-1,-3-4 1,0 0 0,0 1 0,0-1 0,-1 0 0,1 0 0,-1 1 0,0-1 0,0 0 0,-1 0 0,1 1 0,-1-1 0,0 0 0,0 0 0,0 0 0,-1 0 0,0 0 0,1 0 0,-1 0 0,-3 4 0,0-1 5,0 0 0,-1 0 0,0-1 0,0 0 0,0 0 0,0 0 0,-1-1 0,0 0 0,-10 5 0,-113 58-65,130-68 60,0 0-1,-1 0 0,1 0 0,0 0 1,0 1-1,0-1 0,-1 0 0,1 0 1,0 0-1,0 0 0,0 0 0,-1 0 1,1 0-1,0 0 0,0 0 0,-1 0 1,1 0-1,0 0 0,0 0 0,-1 0 1,1 0-1,0 0 0,0 0 0,0 0 1,-1 0-1,1-1 0,0 1 0,0 0 1,0 0-1,-1 0 0,1 0 0,0 0 1,0-1-1,0 1 0,0 0 0,-1 0 1,1 0-1,0 0 0,0-1 0,0 1 1,0 0-1,0 0 0,0-1 0,0 1 1,-1 0-1,1 0 0,0 0 0,0-1 1,0 1-1,0 0 0,0 0 0,0-1 1,0 1-1,0 0 0,0 0 0,1-1 1,5-13-62,11 4 31,-7 4 28,0 0-1,0 1 0,1 0 1,0 1-1,12-4 1,-17 7 12,1 0 0,-1 1 0,0 0 0,0 0 0,0 1 0,0-1 0,0 1 0,0 1 0,0-1 0,0 1 0,0 0 0,8 4-1,-1 1 21,1 0 0,-1 1 0,18 14 0,19 12-41,16 8-2724,-57-36 978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3.7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1 812,'0'0'82,"0"0"0,0 0 0,0 1 1,0-1-1,0 0 0,0 0 0,0 1 0,0-1 0,0 0 0,-2 2 904,2-1-904,-1-1 0,1 0 1,0 0-1,0 0 0,0 0 0,-1 0 0,1 0 0,0 0 0,0 0 0,0 0 1,-1 0-1,1 1 0,0-1 0,0 0 0,-1 0 0,1 0 0,0-1 1,0 1-1,-1 0 0,1 0 0,0 0 0,0 0 0,-1 0 0,3 5 69,0 0-1,0 0 0,0 0 1,-1 0-1,0 0 0,0 0 1,0 0-1,-1 8 0,4 13 130,15 102 251,-17-108-743,0 1 0,-1-1 0,-3 30 0,0 1-2219,2-30 616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4.3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43 644,'-4'-8'3018,"2"5"-2674,9-7 78,-4 7-403,-1 1-1,1 0 1,-1 0 0,1 1 0,0-1 0,0 1 0,0-1-1,0 1 1,0 0 0,0 0 0,0 0 0,1 0-1,-1 1 1,0-1 0,0 1 0,1 0 0,-1 0 0,0 0-1,1 0 1,-1 1 0,6 1 0,-7-2-14,0 1 0,1-1 0,-1 1-1,0 0 1,1 0 0,-1 0 0,0 0 0,0 0 0,0 1 0,0-1 0,0 1 0,0-1 0,0 1 0,0 0-1,0 0 1,-1 0 0,1-1 0,-1 2 0,0-1 0,1 0 0,-1 0 0,0 0 0,0 0 0,0 1 0,-1-1-1,1 1 1,-1-1 0,1 0 0,-1 5 0,0 6 50,0-1-1,-1 1 1,-1-1 0,0 1-1,-1-1 1,0 0 0,-1 0-1,-1 0 1,1-1 0,-2 0 0,0 1-1,0-2 1,-16 21 0,-7 26 37,12-21-18,16-36-74,1 1 0,0-1 0,-1 1 0,1-1 0,0 1 0,0-1 0,-1 1 0,1 0 0,0-1 1,0 1-1,0-1 0,0 1 0,0-1 0,0 1 0,0-1 0,0 1 0,0 0 0,0-1 0,0 1 1,0-1-1,1 1 0,-1-1 0,0 1 0,0-1 0,0 1 0,1-1 0,-1 1 0,0-1 0,1 1 1,-1-1-1,1 1 0,20 10 18,-14-10-34,0 0 0,0 0 0,-1 0 0,1-1 0,10 0 0,6-5-1212,0-1 0,34-14 0,-29 9-702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5.6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72 30 556,'-9'-4'3413,"13"3"-2563,-1 1-1068,-1 0 243,3-3-9,1 1 1,-1-1-1,1 1 1,0 0 0,0 1-1,6-2 1,22-1-27,-31 3 7,0 0 1,1 0 0,-1 0 0,0 1-1,0 0 1,0-1 0,1 1 0,-1 0 0,0 1-1,0-1 1,0 1 0,1-1 0,-1 1-1,0 0 1,0 0 0,5 2 0,-7 2 0,-1-1-1,1 1 1,-1-1 0,1 1 0,-1-1-1,-1 0 1,1 1 0,-2 8 0,-34 40 32,27-43-24,4-4-10,0 1 0,0-1 0,-1 0 0,0 0-1,0-1 1,0 0 0,-1 0 0,-12 7-1,34-13 14,-7 0-8,-1 0 1,1 1-1,-1-1 0,1 2 1,13 1-1,2 1-10,-21-3 9,0 0 0,0 0 0,0 0-1,0 0 1,0 1 0,0-1 0,0 1 0,0-1 0,0 1 0,0-1 0,0 1 0,0 0 0,0 0 0,0 0-1,0 0 1,-1 1 0,1-1 0,0 0 0,-1 1 0,1-1 0,-1 1 0,2 1 0,-2-1 2,1 0 0,-1 0 0,1 0 0,-1 1 0,0-1 0,0 0 0,0 1 0,0-1 0,0 1 0,-1-1 0,1 1 0,-1-1 0,0 1 0,1-1 0,-1 1 0,0-1 0,-1 1 0,1-1 0,0 1 0,-1-1 0,1 1 0,-1-1 0,0 1 0,0-1 0,0 1 0,0-1 0,0 0 0,-1 0 0,1 0 0,-4 4 0,0 1 53,-1-1-1,0 1 1,-1-2-1,1 1 1,-1-1 0,0 0-1,-1 0 1,1-1-1,-15 7 1,4-4 70,0-1 0,0 0 1,-23 4-1,37-9-129,1-1 0,-1 1 0,1-1 0,-1 0 0,1 0 0,0-1 0,-1 1 0,1-1 0,-1 1 0,1-1 0,-1 0 0,1 0 0,0-1 0,-5-2 0,7 4-30,0-1 1,1 1 0,-1 0-1,1-1 1,-1 1 0,1-1 0,-1 0-1,1 1 1,0-1 0,-1 1-1,1-1 1,0 0 0,-1 1-1,1-1 1,0 0 0,0 1 0,0-1-1,-1 0 1,1 1 0,0-1-1,0 0 1,0 1 0,0-1 0,0 0-1,0 1 1,0-1 0,1 0-1,-1 0 1,0 1 0,0-1 0,1 1-1,-1-1 1,0 0 0,0 1-1,1-2 1,2-8-1440,-3 0-58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6.3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74 12 1780,'-3'-2'598,"-13"-6"3111,16 7-3675,0 1-1,0 0 1,0 0-1,-1 0 1,1 0-1,0 0 0,0 0 1,-1 0-1,1-1 1,0 1-1,0 0 1,-1 0-1,1 0 0,0 0 1,0 0-1,-1 0 1,1 0-1,0 0 1,0 0-1,-1 0 0,1 0 1,0 1-1,0-1 1,-1 0-1,1 0 1,0 0-1,0 0 1,-1 0-1,1 0 0,0 0 1,0 1-1,0-1 1,-1 0-1,1 0 1,0 0-1,0 1 0,0-1 1,0 0-1,-1 0 1,1 0-1,0 1 1,0-1-1,0 0 0,0 0 1,0 1-1,0-1 1,0 0-1,0 0 1,0 1-1,0-1 0,0 0 1,0 0-1,0 1 1,-21 47 168,19-40-188,-17 54-5,18-57-11,0-1 0,0 1 1,1-1-1,0 1 0,-1-1 0,2 1 0,-1-1 1,0 1-1,1-1 0,0 0 0,3 8 1,-4-10-2,0 0 1,1 0-1,-1 0 1,1-1-1,0 1 1,0 0-1,0-1 1,-1 1-1,1-1 1,1 1-1,-1-1 1,0 1-1,0-1 1,1 0-1,-1 1 1,0-1-1,1 0 1,-1 0-1,1 0 1,-1 0-1,1 0 1,0-1-1,0 1 0,-1 0 1,1-1-1,0 1 1,0-1-1,-1 0 1,1 1-1,0-1 1,0 0-1,0 0 1,0 0-1,-1-1 1,1 1-1,0 0 1,0-1-1,0 1 1,-1-1-1,1 1 1,0-1-1,0 0 1,-1 0-1,1 0 1,-1 0-1,2-1 1,20-11-27,-2-1 0,28-22 1,-46 33 15,12-8 54,-14 25 280,-2 8 38,1-15-136,-1 1 0,-1 0 0,1 0 0,-1-1 0,-6 14 0,5-13-93,1-1 0,0 1 0,0 0 0,0 0 0,-1 15 0,2-6-422,0 1-1,-2-1 1,0 0 0,-6 19 0,9-35 152,0 0 1,-1 1-1,1-1 1,0 0 0,0 0-1,0 0 1,0 0 0,0 0-1,0 0 1,1 0-1,-1 0 1,0 0 0,0 0-1,1 0 1,-1 0 0,1 0-1,-1 0 1,2 1 0,0 4-1004,0 4-1592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7.3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30 53 1012,'9'-53'4215,"-18"69"-4194,8-8-16,0-1 0,-1 1 0,1-1 0,-1 0 0,-5 11 0,4-10-3,0-1 1,1 1 0,0 0-1,0 0 1,0 13 0,1-10-6,1 0-1,0 0 1,1 0 0,0 0 0,1 0 0,0-1-1,1 1 1,0 0 0,4 9 0,0-7-6,-2 0 1,1 0-1,-2 0 1,0 1 0,0 0-1,-1 0 1,-1 0-1,1 25 1,-3-37-85,0 0 0,0 0 0,-1 0 0,1 0 0,0 0 0,-1 0 0,1 0 0,-1 0 0,0 0 0,1-1-1,-1 1 1,0 0 0,0 0 0,0-1 0,-1 1 0,1 0 0,0-1 0,-1 0 0,1 1 0,-1-1 0,1 0 0,-1 1 0,1-1 0,-1 0 0,0 0 0,0 0 0,0-1 0,1 1 0,-1 0 0,0-1 0,-3 1 0,-3-1-1284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7.5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63 828,'0'-5'1028,"9"-6"-356,1 6-208,-1-5-116,1 4-76,8 1-56,1 0-60,-10 0-52,10 5-48,9-6-28,-9 6-16,0-5-20,9 5-92,-19 0-136,10 0-184,-10 5-368,-9 1-636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8.2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195 10 836,'-1'-1'305,"-1"0"0,0 0 1,0 0-1,1 0 0,-1 0 0,0 0 0,0 1 1,0-1-1,0 1 0,0-1 0,0 1 0,0 0 1,0 0-1,0 0 0,0 0 0,0 0 0,0 0 0,-2 1 1,0 1-170,0 0 0,1 0 1,-1 1-1,1-1 0,0 1 1,-1 0-1,-3 5 1,-9 7 244,4 0-301,0 0 0,0 0 0,2 1-1,0 1 1,1-1 0,0 2 0,2-1-1,0 1 1,-5 19 0,10-29-101,0 0-1,0 0 1,1 1 0,0-1-1,0 0 1,1 1 0,0-1 0,1 0-1,0 1 1,0-1 0,1 0-1,2 9 1,-3-15 4,1-1 0,-1 1 0,0 0 0,1-1 1,0 0-1,-1 1 0,1-1 0,0 0 0,-1 0 0,1 0 0,0 0 0,0 0 0,0 0 0,0 0 0,0-1 0,0 1 1,0-1-1,0 1 0,0-1 0,0 0 0,0 0 0,0 0 0,0 0 0,1 0 0,-1 0 0,0-1 0,0 1 0,0-1 1,0 1-1,0-1 0,2-1 0,8-1-46,0-2 0,0 1 1,18-11-1,-27 13 59,0 0 0,0 0-1,0 0 1,0 0 0,-1 0 0,1 0-1,-1-1 1,1 1 0,-1-1 0,0 0-1,0 1 1,2-6 0,-4 7 2,1 0-1,-1 1 1,0-1-1,0 0 1,0 0-1,0 0 1,0 0-1,0 0 1,0 0 0,0 0-1,0 1 1,0-1-1,0 0 1,-1 0-1,1 0 1,0 0-1,-1 1 1,1-1 0,-1 0-1,1 0 1,-1 0-1,1 1 1,-1-1-1,1 0 1,-1 1 0,1-1-1,-1 1 1,0-1-1,0 0 1,1 1-1,-1 0 1,0-1-1,0 1 1,1-1 0,-1 1-1,0 0 1,0 0-1,0-1 1,0 1-1,0 0 1,1 0-1,-1 0 1,0 0 0,0 0-1,-1 0 1,-3 0-15,0 0-1,0 1 1,0-1 0,0 1 0,0 0 0,1 1-1,-1-1 1,0 1 0,1 0 0,-1 0 0,1 0-1,-1 1 1,1-1 0,0 1 0,-4 4 0,4-4-342,0 0 1,0 1 0,0-1 0,1 1 0,0 0-1,0 0 1,0 0 0,-4 6 0,6 0-1648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9.3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 1 220,'-33'4'3843,"30"1"-2646,20 2-1065,-7-4-107,6 2-15,0-1 1,1-1-1,-1 0 0,1-1 1,0-1-1,23-2 0,-19-4-10,-50 84 61,13-39 14,2 0-1,-14 70 1,3-27-2433,23-76 650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52.0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275 86 956,'-1'-1'4335,"1"-3"-3839,11-28-458,-11 30-36,0 0 0,0 0 0,-1 0 0,1 0 1,-1 0-1,1 0 0,-1 0 0,1 0 1,-1 0-1,0 1 0,0-1 0,0 0 0,0 0 1,0 0-1,0 1 0,-1-1 0,1 1 1,-1-1-1,1 1 0,-1 0 0,1-1 0,-1 1 1,0 0-1,0 0 0,1 0 0,-1 0 1,0 0-1,0 1 0,0-1 0,0 0 0,0 1 1,0 0-1,0-1 0,0 1 0,-4 0 1,1 0 2,0 0 0,0 0 1,0 1-1,-1-1 0,1 1 1,0 1-1,0-1 0,0 1 1,0 0-1,0 0 0,1 0 1,-1 0-1,0 1 0,-6 5 1,-11 6-9,20-13 2,0 0 0,0 0 0,0 0 0,0 0 0,1 0 0,-1 0 0,0 1 0,0-1 0,1 1 0,-1 0 1,1-1-1,0 1 0,-1 0 0,-1 3 0,-14 15-24,15-19 25,1 0-1,-1 1 1,1-1 0,0 0-1,-1 1 1,1-1-1,0 1 1,0-1-1,0 1 1,0-1 0,0 1-1,0 0 1,0 0-1,1 0 1,-2 3 0,-1 13 10,3-17-9,-1 0 0,1 0 1,0 0-1,-1 0 0,1 1 1,0-1-1,0 0 1,0 0-1,0 0 0,0 1 1,0-1-1,0 0 0,1 0 1,-1 0-1,0 1 0,1-1 1,-1 0-1,2 2 1,4 14 12,-5-15-14,-1 0 0,1 0-1,0 0 1,0 0 0,0 0-1,0 0 1,0-1 0,0 1 0,0 0-1,0-1 1,3 3 0,41 18-38,30 14 57,-64-14-7,-12-17-10,-1-1-1,1 0 1,-1 0 0,0 1 0,0-1 0,0 0 0,-1-1 0,0 1 0,1 0 0,-1-1 0,-1 0 0,1 1 0,0-1 0,-1 0 0,-6 3 0,1 0-1,0-1 1,-1 0-1,0-1 1,0 0-1,-15 3 1,17-5-2,0-1 0,0 0 0,0-1 0,0 0 1,1 0-1,-1-1 0,-14-2 0,20 3 0,1-1 1,0 1-1,0 0 0,0-1 0,0 1 0,0-1 1,-1 0-1,1 1 0,0-1 0,0 0 0,0 0 1,0 1-1,1-1 0,-1 0 0,0 0 0,0 0 1,0 0-1,1 0 0,-1 0 0,1 0 0,-2-2 1,2 1-1,0 0 1,0-1 0,0 1 0,0 0 0,1 0 0,-1 0-1,0 0 1,1 0 0,0 0 0,-1 0 0,1 0 0,0 0 0,0 1-1,0-1 1,0 0 0,0 0 0,3-2 0,3-5-10,1 1 0,0 0 0,0 0 0,1 1 0,17-12 0,20-17-194,-33 25-171,0 0 0,30-17 0,2-2-1903,-27 20 771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9.3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 1 220,'-33'4'3843,"30"1"-2646,20 2-1065,-7-4-107,6 2-15,0-1 1,1-1-1,-1 0 0,1-1 1,0-1-1,23-2 0,-19-4-10,-50 84 61,13-39 14,2 0-1,-14 70 1,3-27-2433,23-76 650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52.0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275 86 956,'-1'-1'4335,"1"-3"-3839,11-28-458,-11 30-36,0 0 0,0 0 0,-1 0 0,1 0 1,-1 0-1,1 0 0,-1 0 0,1 0 1,-1 0-1,0 1 0,0-1 0,0 0 0,0 0 1,0 0-1,0 1 0,-1-1 0,1 1 1,-1-1-1,1 1 0,-1 0 0,1-1 0,-1 1 1,0 0-1,0 0 0,1 0 0,-1 0 1,0 0-1,0 1 0,0-1 0,0 0 0,0 1 1,0 0-1,0-1 0,0 1 0,-4 0 1,1 0 2,0 0 0,0 0 1,0 1-1,-1-1 0,1 1 1,0 1-1,0-1 0,0 1 1,0 0-1,0 0 0,1 0 1,-1 0-1,0 1 0,-6 5 1,-11 6-9,20-13 2,0 0 0,0 0 0,0 0 0,0 0 0,1 0 0,-1 0 0,0 1 0,0-1 0,1 1 0,-1 0 1,1-1-1,0 1 0,-1 0 0,-1 3 0,-14 15-24,15-19 25,1 0-1,-1 1 1,1-1 0,0 0-1,-1 1 1,1-1-1,0 1 1,0-1-1,0 1 1,0-1 0,0 1-1,0 0 1,0 0-1,1 0 1,-2 3 0,-1 13 10,3-17-9,-1 0 0,1 0 1,0 0-1,-1 0 0,1 1 1,0-1-1,0 0 1,0 0-1,0 0 0,0 1 1,0-1-1,0 0 0,1 0 1,-1 0-1,0 1 0,1-1 1,-1 0-1,2 2 1,4 14 12,-5-15-14,-1 0 0,1 0-1,0 0 1,0 0 0,0 0-1,0 0 1,0-1 0,0 1 0,0 0-1,0-1 1,3 3 0,41 18-38,30 14 57,-64-14-7,-12-17-10,-1-1-1,1 0 1,-1 0 0,0 1 0,0-1 0,0 0 0,-1-1 0,0 1 0,1 0 0,-1-1 0,-1 0 0,1 1 0,0-1 0,-1 0 0,-6 3 0,1 0-1,0-1 1,-1 0-1,0-1 1,0 0-1,-15 3 1,17-5-2,0-1 0,0 0 0,0-1 0,0 0 1,1 0-1,-1-1 0,-14-2 0,20 3 0,1-1 1,0 1-1,0 0 0,0-1 0,0 1 0,0-1 1,-1 0-1,1 1 0,0-1 0,0 0 0,0 0 1,0 1-1,1-1 0,-1 0 0,0 0 0,0 0 1,0 0-1,1 0 0,-1 0 0,1 0 0,-2-2 1,2 1-1,0 0 1,0-1 0,0 1 0,0 0 0,1 0 0,-1 0-1,0 0 1,1 0 0,0 0 0,-1 0 0,1 0 0,0 0 0,0 1-1,0-1 1,0 0 0,0 0 0,3-2 0,3-5-10,1 1 0,0 0 0,0 0 0,1 1 0,17-12 0,20-17-194,-33 25-171,0 0 0,30-17 0,2-2-1903,-27 20 771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4.4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91 112 96,'5'-1'2154,"1"-20"-1585,1-32-218,-7 51-278,1 0 0,-1 0 0,1 0-1,0 0 1,0 1 0,0-1 0,0 0-1,0 0 1,0 0 0,0 1-1,1-1 1,-1 1 0,1-1 0,-1 1-1,4-3 1,-5 4-43,1-1-1,-1 0 0,1 1 1,-1 0-1,0-1 1,1 1-1,-1-1 0,1 1 1,-1 0-1,1-1 1,0 1-1,-1 0 0,1-1 1,-1 1-1,1 0 1,-1 0-1,1-1 0,0 1 1,-1 0-1,1 0 1,-1 0-1,1 0 1,0 0-1,-1 0 0,1 0 1,0 0-1,-1 0 1,1 0-1,-1 1 0,1-1 1,1 0-1,-2 16 61,-2 12 534,-2-31-601,1 1 0,-1 0 1,0 1-1,0-1 1,0 0-1,0 1 1,0 0-1,0 0 1,0 0-1,0 1 1,-1 0-1,1-1 0,0 1 1,0 1-1,-1-1 1,1 0-1,0 1 1,0 0-1,0 0 1,0 0-1,0 1 0,0 0 1,0-1-1,0 1 1,1 0-1,-1 1 1,1-1-1,-6 5 1,2 0-24,6-6-1,0 0 0,0 0 1,0 0-1,0 0 0,0 0 1,1 0-1,-1 0 0,0 0 1,1 0-1,-1 0 0,0 1 1,1-1-1,0 0 0,-1 0 1,1 1-1,0-1 0,-1 0 1,1 0-1,0 2 0,-3 17 61,2-17-57,0 0 1,1-1 0,-1 1-1,1 0 1,0 0 0,0 0-1,0-1 1,0 1-1,1 5 1,0-8-11,-1 1 0,1 0 0,0 0 0,0-1 0,-1 1 0,1 0 0,0-1 0,0 1 0,0-1 0,0 1 0,0-1 0,0 1 0,0-1 0,0 0 0,0 1 0,0-1 0,0 0-1,0 0 1,0 0 0,0 0 0,0 0 0,0 0 0,0 0 0,0 0 0,0 0 0,0 0 0,0 0 0,0-1 0,0 1 0,0 0 0,0-1 0,0 1 0,1-2 0,6-1-11,-1 0 1,0 0-1,0-1 1,0 1-1,-1-2 1,1 1-1,8-9 1,24-15 6,-38 28 18,0-1 0,0 1 0,-1 0 0,1-1 0,0 1 0,0 0 0,0 0 0,0-1 0,-1 1 0,1 0 0,0 0 0,0 0 0,0 0 0,0 0 1,0 0-1,0 0 0,-1 1 0,1-1 0,0 0 0,0 0 0,0 1 0,0-1 0,-1 0 0,1 1 0,0-1 0,0 1 0,-1-1 0,1 1 0,0 0 0,18 29 347,1 44 435,-20-71-743,10 108 526,-9-104-664,0 0 0,0-1 0,0 1 0,-1 0 0,0 0 0,0 0 0,-1 0 0,-1 8 0,1-12-343,0 1 0,0 0 1,0-1-1,0 1 0,-1-1 0,0 1 1,1-1-1,-1 0 0,-5 6 1,-2 1-1756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4.96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 1360,'0'5'4983,"0"17"-4586,1-8-429,-1-1 0,-1 1 0,0 0 0,-6 25 1,6 9-3298,1-38 1541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5.3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32 1160,'-9'-4'4430,"18"39"-4114,-8-30-318,-1 0 0,1-1 0,0 1 1,0 0-1,0-1 0,1 1 0,0-1 0,0 0 0,0 0 1,0 1-1,0-1 0,1 0 0,0-1 0,0 1 0,0-1 1,0 1-1,1-1 0,-1 0 0,1 0 0,0 0 0,0-1 1,0 1-1,7 2 0,-9-4-14,1-1 0,-1 0 0,1 0 0,-1 0 0,1-1 0,-1 1 1,1 0-1,-1-1 0,1 0 0,-1 1 0,0-1 0,1 0 0,-1 0 0,0-1 0,0 1 0,0 0 0,0-1 1,0 1-1,0-1 0,0 0 0,0 0 0,-1 1 0,1-1 0,-1 0 0,1-1 0,-1 1 0,0 0 1,0 0-1,2-4 0,1-2-30,-1 1 0,0 0 1,0-1-1,-1 0 0,0 1 1,0-1-1,0 0 0,-1-9 1,-1 16 42,0-1 0,0 1 0,0-1 0,0 1-1,0-1 1,0 1 0,-1-1 0,1 1 0,-1-1 0,1 1 0,-1-1 0,0 1 0,1 0 0,-1-1 0,0 1 0,0 0 0,0-1 0,0 1-1,0 0 1,0 0 0,-1 0 0,1 0 0,-3-1 0,2 0 6,-1 1 0,0 0 0,0 0 0,0 1 0,0-1-1,0 0 1,0 1 0,-1 0 0,1 0 0,0 0 0,-5 1 0,2-1-27,0 1 1,0 1-1,0-1 0,0 1 1,0 0-1,0 0 0,0 1 1,1 0-1,-1 0 1,1 0-1,0 0 0,-7 7 1,10-7-104,0-2-20,1 0-1,-1 1 1,1-1 0,-1 1-1,1 0 1,0-1-1,0 1 1,0 0-1,0 0 1,0 0 0,1 0-1,-1 0 1,0 0-1,1 0 1,0 0-1,-1 0 1,1 3 0,0 10-1673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5.9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10 1236,'0'-9'4636,"-3"28"-3539,-1 13-959,-15 79-784,17-59-3571,2-46 2509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6.1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15 616,'16'-14'1685,"-8"15"-365,-5 29 376,0 7-1280,0-19-551,0 0 0,-2 0-1,0 1 1,-1-1 0,0 0 0,-2 1 0,-4 21 0,4-15-1205,2 2-476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6.6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0 136,'0'0'3680,"0"6"-3072,-10 4-164,10-4-116,0 9-88,0-4-67,-9 10-97,9-5-36,0 0-32,0-1-72,9 7-132,-9-7-177,10 1-215,-10 0-284,0-11-428,9 1-448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6.9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33 1 868,'37'-1'2540,"-35"1"-2500,0 1 0,0-1 0,0 1 0,0 0 0,0 0 1,-1-1-1,1 1 0,0 0 0,-1 0 0,1 1 0,-1-1 0,1 0 0,-1 0 0,1 1 0,-1-1 0,0 1 0,0-1 0,0 1 0,0 0 0,0-1 0,0 1 0,0 0 0,0 0 0,0 1 0,-1 1-2,1 0-1,-1 0 1,0-1 0,0 1-1,-1 0 1,1 0 0,-1-1-1,0 1 1,0 0 0,0-1-1,-3 7 1,-2 2 18,0-1 0,0 1 0,-2-1 0,1-1 0,-1 1 0,-14 13 0,-7 19 67,29-43-123,-1 1 1,1-1 0,0 0-1,-1 1 1,1-1 0,-1 1-1,1-1 1,0 1-1,-1-1 1,1 0 0,0 1-1,0-1 1,-1 1-1,1-1 1,0 1 0,0 0-1,0-1 1,-1 1 0,1-1-1,0 1 1,0-1-1,0 1 1,0-1 0,0 1-1,0 0 1,0-1 0,0 1-1,1-1 1,-1 1-1,0-1 1,0 1 0,0-1-1,1 1 1,-1-1-1,0 1 1,0-1 0,1 1-1,-1-1 1,0 1 0,1-1-1,-1 0 1,1 1-1,-1-1 1,0 1 0,1-1-1,-1 0 1,1 0-1,-1 1 1,1-1 0,-1 0-1,1 0 1,-1 1 0,1-1-1,0 0 1,-1 0-1,1 0 1,-1 0 0,1 0-1,-1 0 1,1 0 0,0 0-1,43 3-108,-39-4 31,8 0-335,0-1-1,0-1 0,19-7 1,-12 4-519,8-3-645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7.6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8 1104,'0'-8'3471,"0"17"-1549,-8 127-1106,-9-57-1565,3-26-2561,6-38 1240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7.9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84 38 1132,'1'-2'85,"-1"0"0,0 1 0,1-1-1,-1 0 1,1 0 0,0 1 0,0-1 0,0 0-1,-1 1 1,1-1 0,0 1 0,1-1 0,-1 1-1,0 0 1,0-1 0,1 1 0,-1 0 0,1 0 0,-1 0-1,1 0 1,-1 0 0,1 0 0,0 0 0,-1 1-1,1-1 1,0 1 0,-1-1 0,1 1 0,0-1-1,0 1 1,0 0 0,0 0 0,-1 0 0,1 0 0,0 0-1,0 1 1,1-1 0,1 0-71,0 0 0,0 1 0,-1-1 0,1 1 0,0 0 0,0 0 0,-1 0 0,1 0 0,-1 1 0,1-1 0,-1 1 0,0 0 1,0 0-1,0 0 0,0 0 0,0 1 0,0-1 0,4 6 0,-6-6-3,0 0 0,0 1 1,0-1-1,-1 1 0,1-1 0,0 1 1,-1-1-1,0 1 0,0-1 0,1 1 1,-2 0-1,1-1 0,0 1 0,0-1 1,-1 1-1,1-1 0,-1 1 0,0-1 1,0 1-1,0-1 0,0 1 0,0-1 1,-1 0-1,1 0 0,-3 3 0,-7 9-7,0-1-1,-1 0 0,-14 12 0,16-16-7,0 1 0,0 0 0,-13 19 0,22-27 3,0 0 0,-1 1 0,1 0 0,0-1 0,0 1 0,0 0 0,1-1 0,-1 1 0,1 0 1,-1 0-1,1 0 0,0 0 0,0-1 0,0 1 0,1 0 0,-1 0 0,1 0 0,-1-1 0,1 1 0,2 5 0,2 1-8,0 0 0,0-1 0,1 1 0,12 12 0,-12-15 11,-1 1 0,1-1 0,-1 2 0,0-1 0,-1 0 0,5 12 0,-8-16 5,0 0 1,-1 0-1,1 0 1,-1 0-1,0 0 1,0-1-1,0 1 1,0 0-1,0 0 1,-1 0 0,1 0-1,-1 0 1,0-1-1,0 1 1,0 0-1,0 0 1,0-1-1,-1 1 1,1-1-1,-1 1 1,0-1-1,1 0 1,-5 4-1,0-1 16,1-1-1,-1 0 1,0 0-1,0 0 0,0-1 1,-1 0-1,1 0 0,-1-1 1,1 1-1,-12 1 0,-33 14-1004,40-11-2426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8.5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 13 1608,'-5'-13'4114,"4"13"-4055,1 1 0,0-1 1,-1 0-1,1 1 0,0-1 1,-1 0-1,1 1 0,0-1 1,-1 0-1,1 1 1,0-1-1,0 1 0,-1-1 1,1 1-1,0-1 0,0 0 1,0 1-1,0-1 0,0 1 1,0-1-1,-1 1 0,1-1 1,0 1-1,0-1 0,1 1 1,-1-1-1,0 1 0,0-1 1,0 1-1,0 0 0,-9 104 505,-1-43-2042,1-35-2732,9-22 2049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9.1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17 728,'6'-11'1536,"-4"7"-415,-10 3-410,7 18 154,-5-6-722,1 0 0,1 1 0,-6 18 0,1 1-116,7-26-27,1 0-1,0 0 1,0 0 0,1 0 0,-1 1 0,1-1 0,0 0-1,1 0 1,-1 1 0,3 7 0,-3-11-27,0 0 0,1 0 1,-1 0-1,1-1 0,0 1 1,-1 0-1,1 0 0,0-1 0,0 1 1,0 0-1,0-1 0,0 1 1,0-1-1,1 1 0,-1-1 0,0 0 1,1 1-1,-1-1 0,1 0 1,0 0-1,-1 0 0,1 0 0,0 0 1,-1-1-1,1 1 0,0 0 1,0-1-1,0 1 0,2-1 0,2-1-38,0 0-1,0 0 0,0 0 0,-1-1 0,1 0 0,0-1 1,-1 1-1,0-1 0,1 0 0,-1 0 0,0-1 0,-1 1 0,1-1 1,-1 0-1,1 0 0,-1-1 0,0 1 0,-1-1 0,5-6 1,7-7 134,-13 7 48,-3 7 27,1 8 244,-26 39 400,5 29-249,12-47-613,1 1-1,2 0 1,1 0-1,-4 46 0,1-41-2103,7-20 340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40.5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1152,'0'23'3066,"0"-1"-2920,1 1 1,1-1 0,1 1-1,9 33 1,-10-37-589,-2-18 299,0 1 1,0-1-1,0 1 1,0-1-1,0 0 1,1 1-1,-1-1 1,0 1-1,1-1 1,-1 0-1,1 1 1,0-1-1,-1 0 1,1 0-1,1 2 1,0 2-1431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40.8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1 964,'4'-1'1957,"-8"8"-1125,-7 13-483,10-16-339,-1-1 0,1 1 0,0 0 0,0 0 0,0 0 0,1 0 0,-1 0 0,1 0 0,0 0 0,0 0 1,0 0-1,1 0 0,-1 0 0,1 0 0,0 0 0,0 0 0,3 7 0,-1-8-9,-1 0-1,0-1 0,1 1 1,-1-1-1,1 1 1,0-1-1,0 0 1,0 0-1,0 0 1,5 1-1,-5-1 1,0-1-1,0 1 1,0 0 0,0 0 0,0 0-1,0 0 1,0 1 0,-1-1-1,1 1 1,2 4 0,11 14-8,-14-19 14,0 0 0,0 1 0,0-1 1,-1 1-1,1-1 0,-1 1 0,1-1 1,-1 1-1,0 0 0,0 0 0,0 0 1,-1-1-1,1 1 0,0 0 0,-1 0 1,0 0-1,0 4 0,0-7-4,0 1 0,0 0 1,0 0-1,0-1 0,0 1 0,0 0 0,0-1 0,0 1 1,-1 0-1,1-1 0,0 1 0,-1 0 0,1-1 1,0 1-1,-1 0 0,1-1 0,-1 1 0,1-1 0,-1 1 1,1-1-1,-1 1 0,1-1 0,-1 1 0,1-1 0,-1 0 1,0 1-1,1-1 0,-1 0 0,0 1 0,1-1 1,-1 0-1,0 0 0,1 0 0,-1 1 0,0-1 0,1 0 1,-1 0-1,0 0 0,0 0 0,1 0 0,-1-1 0,-1 1 1,-33-12-1886,26 7 428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40.9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64 300,'19'-16'1036,"-10"11"-352,10-5-220,0 4-136,-1 1-88,11 0-56,-11-1-68,10 6-60,1-5-76,-11 0-84,1 5-132,0 0-176,0 0-320,-1 5-520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49.3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 1 220,'-33'4'3843,"30"1"-2646,20 2-1065,-7-4-107,6 2-15,0-1 1,1-1-1,-1 0 0,1-1 1,0-1-1,23-2 0,-19-4-10,-50 84 61,13-39 14,2 0-1,-14 70 1,3-27-2433,23-76 650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48:52.0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275 86 956,'-1'-1'4335,"1"-3"-3839,11-28-458,-11 30-36,0 0 0,0 0 0,-1 0 0,1 0 1,-1 0-1,1 0 0,-1 0 0,1 0 1,-1 0-1,0 1 0,0-1 0,0 0 0,0 0 1,0 0-1,0 1 0,-1-1 0,1 1 1,-1-1-1,1 1 0,-1 0 0,1-1 0,-1 1 1,0 0-1,0 0 0,1 0 0,-1 0 1,0 0-1,0 1 0,0-1 0,0 0 0,0 1 1,0 0-1,0-1 0,0 1 0,-4 0 1,1 0 2,0 0 0,0 0 1,0 1-1,-1-1 0,1 1 1,0 1-1,0-1 0,0 1 1,0 0-1,0 0 0,1 0 1,-1 0-1,0 1 0,-6 5 1,-11 6-9,20-13 2,0 0 0,0 0 0,0 0 0,0 0 0,1 0 0,-1 0 0,0 1 0,0-1 0,1 1 0,-1 0 1,1-1-1,0 1 0,-1 0 0,-1 3 0,-14 15-24,15-19 25,1 0-1,-1 1 1,1-1 0,0 0-1,-1 1 1,1-1-1,0 1 1,0-1-1,0 1 1,0-1 0,0 1-1,0 0 1,0 0-1,1 0 1,-2 3 0,-1 13 10,3-17-9,-1 0 0,1 0 1,0 0-1,-1 0 0,1 1 1,0-1-1,0 0 1,0 0-1,0 0 0,0 1 1,0-1-1,0 0 0,1 0 1,-1 0-1,0 1 0,1-1 1,-1 0-1,2 2 1,4 14 12,-5-15-14,-1 0 0,1 0-1,0 0 1,0 0 0,0 0-1,0 0 1,0-1 0,0 1 0,0 0-1,0-1 1,3 3 0,41 18-38,30 14 57,-64-14-7,-12-17-10,-1-1-1,1 0 1,-1 0 0,0 1 0,0-1 0,0 0 0,-1-1 0,0 1 0,1 0 0,-1-1 0,-1 0 0,1 1 0,0-1 0,-1 0 0,-6 3 0,1 0-1,0-1 1,-1 0-1,0-1 1,0 0-1,-15 3 1,17-5-2,0-1 0,0 0 0,0-1 0,0 0 1,1 0-1,-1-1 0,-14-2 0,20 3 0,1-1 1,0 1-1,0 0 0,0-1 0,0 1 0,0-1 1,-1 0-1,1 1 0,0-1 0,0 0 0,0 0 1,0 1-1,1-1 0,-1 0 0,0 0 0,0 0 1,0 0-1,1 0 0,-1 0 0,1 0 0,-2-2 1,2 1-1,0 0 1,0-1 0,0 1 0,0 0 0,1 0 0,-1 0-1,0 0 1,1 0 0,0 0 0,-1 0 0,1 0 0,0 0 0,0 1-1,0-1 1,0 0 0,0 0 0,3-2 0,3-5-10,1 1 0,0 0 0,0 0 0,1 1 0,17-12 0,20-17-194,-33 25-171,0 0 0,30-17 0,2-2-1903,-27 20 771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4.4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91 112 96,'5'-1'2154,"1"-20"-1585,1-32-218,-7 51-278,1 0 0,-1 0 0,1 0-1,0 0 1,0 1 0,0-1 0,0 0-1,0 0 1,0 0 0,0 1-1,1-1 1,-1 1 0,1-1 0,-1 1-1,4-3 1,-5 4-43,1-1-1,-1 0 0,1 1 1,-1 0-1,0-1 1,1 1-1,-1-1 0,1 1 1,-1 0-1,1-1 1,0 1-1,-1 0 0,1-1 1,-1 1-1,1 0 1,-1 0-1,1-1 0,0 1 1,-1 0-1,1 0 1,-1 0-1,1 0 1,0 0-1,-1 0 0,1 0 1,0 0-1,-1 0 1,1 0-1,-1 1 0,1-1 1,1 0-1,-2 16 61,-2 12 534,-2-31-601,1 1 0,-1 0 1,0 1-1,0-1 1,0 0-1,0 1 1,0 0-1,0 0 1,0 0-1,0 1 1,-1 0-1,1-1 0,0 1 1,0 1-1,-1-1 1,1 0-1,0 1 1,0 0-1,0 0 1,0 0-1,0 1 0,0 0 1,0-1-1,0 1 1,1 0-1,-1 1 1,1-1-1,-6 5 1,2 0-24,6-6-1,0 0 0,0 0 1,0 0-1,0 0 0,0 0 1,1 0-1,-1 0 0,0 0 1,1 0-1,-1 0 0,0 1 1,1-1-1,0 0 0,-1 0 1,1 1-1,0-1 0,-1 0 1,1 0-1,0 2 0,-3 17 61,2-17-57,0 0 1,1-1 0,-1 1-1,1 0 1,0 0 0,0 0-1,0-1 1,0 1-1,1 5 1,0-8-11,-1 1 0,1 0 0,0 0 0,0-1 0,-1 1 0,1 0 0,0-1 0,0 1 0,0-1 0,0 1 0,0-1 0,0 1 0,0-1 0,0 0 0,0 1 0,0-1 0,0 0-1,0 0 1,0 0 0,0 0 0,0 0 0,0 0 0,0 0 0,0 0 0,0 0 0,0 0 0,0 0 0,0-1 0,0 1 0,0 0 0,0-1 0,0 1 0,1-2 0,6-1-11,-1 0 1,0 0-1,0-1 1,0 1-1,-1-2 1,1 1-1,8-9 1,24-15 6,-38 28 18,0-1 0,0 1 0,-1 0 0,1-1 0,0 1 0,0 0 0,0 0 0,0-1 0,-1 1 0,1 0 0,0 0 0,0 0 0,0 0 0,0 0 1,0 0-1,0 0 0,-1 1 0,1-1 0,0 0 0,0 0 0,0 1 0,0-1 0,-1 0 0,1 1 0,0-1 0,0 1 0,-1-1 0,1 1 0,0 0 0,18 29 347,1 44 435,-20-71-743,10 108 526,-9-104-664,0 0 0,0-1 0,0 1 0,-1 0 0,0 0 0,0 0 0,-1 0 0,-1 8 0,1-12-343,0 1 0,0 0 1,0-1-1,0 1 0,-1-1 0,0 1 1,1-1-1,-1 0 0,-5 6 1,-2 1-1756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4.96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 1360,'0'5'4983,"0"17"-4586,1-8-429,-1-1 0,-1 1 0,0 0 0,-6 25 1,6 9-3298,1-38 1541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5.3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32 1160,'-9'-4'4430,"18"39"-4114,-8-30-318,-1 0 0,1-1 0,0 1 1,0 0-1,0-1 0,1 1 0,0-1 0,0 0 0,0 0 1,0 1-1,0-1 0,1 0 0,0-1 0,0 1 0,0-1 1,0 1-1,1-1 0,-1 0 0,1 0 0,0 0 0,0-1 1,0 1-1,7 2 0,-9-4-14,1-1 0,-1 0 0,1 0 0,-1 0 0,1-1 0,-1 1 1,1 0-1,-1-1 0,1 0 0,-1 1 0,0-1 0,1 0 0,-1 0 0,0-1 0,0 1 0,0 0 0,0-1 1,0 1-1,0-1 0,0 0 0,0 0 0,-1 1 0,1-1 0,-1 0 0,1-1 0,-1 1 0,0 0 1,0 0-1,2-4 0,1-2-30,-1 1 0,0 0 1,0-1-1,-1 0 0,0 1 1,0-1-1,0 0 0,-1-9 1,-1 16 42,0-1 0,0 1 0,0-1 0,0 1-1,0-1 1,0 1 0,-1-1 0,1 1 0,-1-1 0,1 1 0,-1-1 0,0 1 0,1 0 0,-1-1 0,0 1 0,0 0 0,0-1 0,0 1-1,0 0 1,0 0 0,-1 0 0,1 0 0,-3-1 0,2 0 6,-1 1 0,0 0 0,0 0 0,0 1 0,0-1-1,0 0 1,0 1 0,-1 0 0,1 0 0,0 0 0,-5 1 0,2-1-27,0 1 1,0 1-1,0-1 0,0 1 1,0 0-1,0 0 0,0 1 1,1 0-1,-1 0 1,1 0-1,0 0 0,-7 7 1,10-7-104,0-2-20,1 0-1,-1 1 1,1-1 0,-1 1-1,1 0 1,0-1-1,0 1 1,0 0-1,0 0 1,0 0 0,1 0-1,-1 0 1,0 0-1,1 0 1,0 0-1,-1 0 1,1 3 0,0 10-1673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5.9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10 1236,'0'-9'4636,"-3"28"-3539,-1 13-959,-15 79-784,17-59-3571,2-46 2509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6.1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15 616,'16'-14'1685,"-8"15"-365,-5 29 376,0 7-1280,0-19-551,0 0 0,-2 0-1,0 1 1,-1-1 0,0 0 0,-2 1 0,-4 21 0,4-15-1205,2 2-476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6.6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0 136,'0'0'3680,"0"6"-3072,-10 4-164,10-4-116,0 9-88,0-4-67,-9 10-97,9-5-36,0 0-32,0-1-72,9 7-132,-9-7-177,10 1-215,-10 0-284,0-11-428,9 1-448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6.9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33 1 868,'37'-1'2540,"-35"1"-2500,0 1 0,0-1 0,0 1 0,0 0 0,0 0 1,-1-1-1,1 1 0,0 0 0,-1 0 0,1 1 0,-1-1 0,1 0 0,-1 0 0,1 1 0,-1-1 0,0 1 0,0-1 0,0 1 0,0 0 0,0-1 0,0 1 0,0 0 0,0 0 0,0 1 0,-1 1-2,1 0-1,-1 0 1,0-1 0,0 1-1,-1 0 1,1 0 0,-1-1-1,0 1 1,0 0 0,0-1-1,-3 7 1,-2 2 18,0-1 0,0 1 0,-2-1 0,1-1 0,-1 1 0,-14 13 0,-7 19 67,29-43-123,-1 1 1,1-1 0,0 0-1,-1 1 1,1-1 0,-1 1-1,1-1 1,0 1-1,-1-1 1,1 0 0,0 1-1,0-1 1,-1 1-1,1-1 1,0 1 0,0 0-1,0-1 1,-1 1 0,1-1-1,0 1 1,0-1-1,0 1 1,0-1 0,0 1-1,0 0 1,0-1 0,0 1-1,1-1 1,-1 1-1,0-1 1,0 1 0,0-1-1,1 1 1,-1-1-1,0 1 1,0-1 0,1 1-1,-1-1 1,0 1 0,1-1-1,-1 0 1,1 1-1,-1-1 1,0 1 0,1-1-1,-1 0 1,1 0-1,-1 1 1,1-1 0,-1 0-1,1 0 1,-1 1 0,1-1-1,0 0 1,-1 0-1,1 0 1,-1 0 0,1 0-1,-1 0 1,1 0 0,0 0-1,43 3-108,-39-4 31,8 0-335,0-1-1,0-1 0,19-7 1,-12 4-519,8-3-645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7.6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8 1104,'0'-8'3471,"0"17"-1549,-8 127-1106,-9-57-1565,3-26-2561,6-38 1240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7.9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84 38 1132,'1'-2'85,"-1"0"0,0 1 0,1-1-1,-1 0 1,1 0 0,0 1 0,0-1 0,0 0-1,-1 1 1,1-1 0,0 1 0,1-1 0,-1 1-1,0 0 1,0-1 0,1 1 0,-1 0 0,1 0 0,-1 0-1,1 0 1,-1 0 0,1 0 0,0 0 0,-1 1-1,1-1 1,0 1 0,-1-1 0,1 1 0,0-1-1,0 1 1,0 0 0,0 0 0,-1 0 0,1 0 0,0 0-1,0 1 1,1-1 0,1 0-71,0 0 0,0 1 0,-1-1 0,1 1 0,0 0 0,0 0 0,-1 0 0,1 0 0,-1 1 0,1-1 0,-1 1 0,0 0 1,0 0-1,0 0 0,0 0 0,0 1 0,0-1 0,4 6 0,-6-6-3,0 0 0,0 1 1,0-1-1,-1 1 0,1-1 0,0 1 1,-1-1-1,0 1 0,0-1 0,1 1 1,-2 0-1,1-1 0,0 1 0,0-1 1,-1 1-1,1-1 0,-1 1 0,0-1 1,0 1-1,0-1 0,0 1 0,0-1 1,-1 0-1,1 0 0,-3 3 0,-7 9-7,0-1-1,-1 0 0,-14 12 0,16-16-7,0 1 0,0 0 0,-13 19 0,22-27 3,0 0 0,-1 1 0,1 0 0,0-1 0,0 1 0,0 0 0,1-1 0,-1 1 0,1 0 1,-1 0-1,1 0 0,0 0 0,0-1 0,0 1 0,1 0 0,-1 0 0,1 0 0,-1-1 0,1 1 0,2 5 0,2 1-8,0 0 0,0-1 0,1 1 0,12 12 0,-12-15 11,-1 1 0,1-1 0,-1 2 0,0-1 0,-1 0 0,5 12 0,-8-16 5,0 0 1,-1 0-1,1 0 1,-1 0-1,0 0 1,0-1-1,0 1 1,0 0-1,0 0 1,-1 0 0,1 0-1,-1 0 1,0-1-1,0 1 1,0 0-1,0 0 1,0-1-1,-1 1 1,1-1-1,-1 1 1,0-1-1,1 0 1,-5 4-1,0-1 16,1-1-1,-1 0 1,0 0-1,0 0 0,0-1 1,-1 0-1,1 0 0,-1-1 1,1 1-1,-12 1 0,-33 14-1004,40-11-2426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8.5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38 13 1608,'-5'-13'4114,"4"13"-4055,1 1 0,0-1 1,-1 0-1,1 1 0,0-1 1,-1 0-1,1 1 0,0-1 1,-1 0-1,1 1 1,0-1-1,0 1 0,-1-1 1,1 1-1,0-1 0,0 0 1,0 1-1,0-1 0,0 1 1,0-1-1,-1 1 0,1-1 1,0 1-1,0-1 0,1 1 1,-1-1-1,0 1 0,0-1 1,0 1-1,0 0 0,-9 104 505,-1-43-2042,1-35-2732,9-22 2049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39.1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17 728,'6'-11'1536,"-4"7"-415,-10 3-410,7 18 154,-5-6-722,1 0 0,1 1 0,-6 18 0,1 1-116,7-26-27,1 0-1,0 0 1,0 0 0,1 0 0,-1 1 0,1-1 0,0 0-1,1 0 1,-1 1 0,3 7 0,-3-11-27,0 0 0,1 0 1,-1 0-1,1-1 0,0 1 1,-1 0-1,1 0 0,0-1 0,0 1 1,0 0-1,0-1 0,0 1 1,0-1-1,1 1 0,-1-1 0,0 0 1,1 1-1,-1-1 0,1 0 1,0 0-1,-1 0 0,1 0 0,0 0 1,-1-1-1,1 1 0,0 0 1,0-1-1,0 1 0,2-1 0,2-1-38,0 0-1,0 0 0,0 0 0,-1-1 0,1 0 0,0-1 1,-1 1-1,0-1 0,1 0 0,-1 0 0,0-1 0,-1 1 0,1-1 1,-1 0-1,1 0 0,-1-1 0,0 1 0,-1-1 0,5-6 1,7-7 134,-13 7 48,-3 7 27,1 8 244,-26 39 400,5 29-249,12-47-613,1 1-1,2 0 1,1 0-1,-4 46 0,1-41-2103,7-20 340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40.5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1152,'0'23'3066,"0"-1"-2920,1 1 1,1-1 0,1 1-1,9 33 1,-10-37-589,-2-18 299,0 1 1,0-1-1,0 1 1,0-1-1,0 0 1,1 1-1,-1-1 1,0 1-1,1-1 1,-1 0-1,1 1 1,0-1-1,-1 0 1,1 0-1,1 2 1,0 2-1431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40.8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1 964,'4'-1'1957,"-8"8"-1125,-7 13-483,10-16-339,-1-1 0,1 1 0,0 0 0,0 0 0,0 0 0,1 0 0,-1 0 0,1 0 0,0 0 0,0 0 1,0 0-1,1 0 0,-1 0 0,1 0 0,0 0 0,0 0 0,3 7 0,-1-8-9,-1 0-1,0-1 0,1 1 1,-1-1-1,1 1 1,0-1-1,0 0 1,0 0-1,0 0 1,5 1-1,-5-1 1,0-1-1,0 1 1,0 0 0,0 0 0,0 0-1,0 0 1,0 1 0,-1-1-1,1 1 1,2 4 0,11 14-8,-14-19 14,0 0 0,0 1 0,0-1 1,-1 1-1,1-1 0,-1 1 0,1-1 1,-1 1-1,0 0 0,0 0 0,0 0 1,-1-1-1,1 1 0,0 0 0,-1 0 1,0 0-1,0 4 0,0-7-4,0 1 0,0 0 1,0 0-1,0-1 0,0 1 0,0 0 0,0-1 0,0 1 1,-1 0-1,1-1 0,0 1 0,-1 0 0,1-1 1,0 1-1,-1 0 0,1-1 0,-1 1 0,1-1 0,-1 1 1,1-1-1,-1 1 0,1-1 0,-1 1 0,1-1 0,-1 0 1,0 1-1,1-1 0,-1 0 0,0 1 0,1-1 1,-1 0-1,0 0 0,1 0 0,-1 1 0,0-1 0,1 0 1,-1 0-1,0 0 0,0 0 0,1 0 0,-1-1 0,-1 1 1,-33-12-1886,26 7 428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1:40.9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64 300,'19'-16'1036,"-10"11"-352,10-5-220,0 4-136,-1 1-88,11 0-56,-11-1-68,10 6-60,1-5-76,-11 0-84,1 5-132,0 0-176,0 0-320,-1 5-520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3:51.0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22 960,'0'-5'562,"0"4"-486,-1 1 1,1-1-1,0 1 0,0-1 1,0 1-1,0 0 0,0-1 1,0 1-1,0-1 0,0 1 0,0-1 1,0 1-1,0-1 0,0 1 1,0-1-1,0 1 0,0-1 1,0 1-1,0-1 0,1 1 0,-1-1 1,0 1-1,0 0 0,1-1 1,-1 1-1,0-1 0,1 1 1,-1 0-1,0-1 0,1 1 0,-1 0 1,0-1-1,1 1 0,-1 0 1,1 0-1,-1-1 0,1 1 1,-1 0-1,1 0 0,1 0 833,8 68-297,-11-28-584,-1 1 0,-13 62 0,13-63-41,2-35-42,0 0 0,0 1-1,0-1 1,-1 0 0,0 0 0,0 0 0,0 0 0,-2 4 0,2 18-2642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53:51.4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 1 92,'-2'4'4442,"-5"17"-4328,6-16-101,0 0 1,0 0-1,0 0 0,0-1 1,-1 1-1,0 0 1,0-1-1,-3 6 1,-9 23 15,7-10-15,5-18-13,0 1 1,0 0-1,1 0 0,0 1 1,0-1-1,0 9 0,1-6-4,1 0 0,0 0 0,0 0 0,4 13 0,-5-20 3,0-1 0,1 1 0,-1-1 0,0 0 0,1 1 0,-1-1 0,1 0 0,0 1 0,-1-1 0,1 0 0,0 0 0,0 0 0,-1 1 0,1-1 0,0 0 0,0 0 0,0 0 0,1 0 0,-1-1 0,0 1 0,0 0 0,0 0 0,1-1 0,-1 1 0,0-1 0,1 1 0,-1-1 0,0 1 0,1-1 0,-1 0 0,1 0 0,-1 0 0,0 1 0,1-2 0,-1 1 0,3 0 0,-3-1 2,0 1-1,1-1 0,-1 0 0,0 0 0,0 0 0,0 0 0,0 0 0,0 0 0,0 0 1,0 0-1,0 0 0,0 0 0,-1-1 0,1 1 0,0 0 0,-1-1 0,1 1 0,-1 0 1,0-1-1,1 1 0,-1-1 0,0 1 0,0 0 0,0-1 0,0 1 0,0-1 0,0 1 1,0-1-1,0 1 0,0 0 0,-1-1 0,1 1 0,-1-1 0,1 1 0,-1 0 0,0 0 1,1-1-1,-1 1 0,0 0 0,0 0 0,0 0 0,0 0 0,0-1 0,0 2 0,0-1 1,0 0-1,0 0 0,0 0 0,-1 0 0,1 1 0,0-1 0,0 0 0,-1 1 0,1 0 1,-1-1-1,-1 1 0,1-1-56,0 1 0,0 0 0,0 0 0,0 0 0,0 0 1,0 0-1,0 0 0,0 1 0,0-1 0,0 1 0,0-1 0,0 1 0,0 0 1,0 0-1,1 0 0,-1 0 0,0 0 0,0 0 0,1 0 0,-1 0 0,1 1 0,-1-1 1,1 1-1,-1-1 0,1 1 0,0 0 0,0 0 0,0-1 0,0 1 0,0 0 1,0 0-1,1 0 0,-1 0 0,0 0 0,1 0 0,0 0 0,-1 0 0,1 2 1,0 3-1480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03.0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0 160 12,'1'-2'97,"1"1"1,-1 0-1,0-1 1,1 1-1,-1 0 1,0 0-1,1-1 1,-1 1-1,1 0 1,0 1-1,-1-1 1,4-1-1,19-15 334,-19 10-257,1-1-1,0 1 1,1 1 0,-1-1-1,1 1 1,11-7-1,20-21 410,-31 21-383,-7 13-184,1-1 0,-1 0-1,0 0 1,0 1-1,1-1 1,-1 0-1,0 0 1,1 1-1,-1-1 1,1 1 0,-1-1-1,1 0 1,-1 1-1,1-1 1,-1 1-1,1-1 1,-1 1 0,1-1-1,0 1 1,-1-1-1,1 1 1,1-1-1,-1 1-10,-1 0 0,1 0 1,-1 0-1,1-1 0,0 1 0,-1 0 0,1-1 0,-1 1 0,0 0 0,1-1 0,-1 1 0,1 0 0,-1-1 0,1 1 0,-1-1 0,0 1 0,1-1 0,-1 1 0,0-1 0,0 1 0,1-1 0,-1 1 0,0-1 0,0 0 0,0 1 1,1-1-1,-1 2 266,-20 40 201,10-14-320,-1 0-57,1 1 1,2 1 0,0 0 0,2 0 0,1 0 0,-1 38 0,-4-21-856,20-45-2186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03.2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 1 636,'-3'0'213,"1"0"-1,0 0 1,0 0-1,0 0 0,-1 1 1,1 0-1,0-1 1,0 1-1,0 0 1,0 0-1,0 0 1,0 0-1,0 0 1,0 0-1,-2 3 1,-7 4 603,40 1-495,7-5-887,1-1 1,-1-2-1,0-2 1,63-9-1,-72 9-991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05.1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55 59 760,'0'0'736,"-10"5"2279,10-8-3012,0 1 1,1-1-1,-1 0 0,1 0 1,-1 1-1,1-1 0,0 0 1,0 1-1,0-1 0,1 0 1,-1 1-1,0 0 0,1-1 1,0 1-1,-1 0 0,1 0 1,0 0-1,0 0 0,0 0 1,1 0-1,-1 1 0,0-1 1,1 1-1,-1-1 0,1 1 1,-1 0-1,1 0 0,0 0 1,-1 0-1,1 1 0,0-1 1,0 1-1,-1-1 0,1 1 1,0 0-1,0 0 0,4 1 1,-4-1 3,1 1-1,-1-1 1,0 1 0,0 0 0,0 0-1,0 0 1,0 0 0,0 0 0,0 1-1,0-1 1,0 1 0,0 0 0,-1 0 0,1 0-1,-1 0 1,0 0 0,1 1 0,-1-1-1,0 1 1,0 0 0,-1-1 0,1 1-1,0 0 1,-1 0 0,0 0 0,0 0 0,0 0-1,0 0 1,0 0 0,0 1 0,0 5-1,0 3 28,1 0-1,-1 0 1,-1 0-1,0 0 1,-1 0-1,0 1 1,-5 15-1,0 1-8,5-20 6,-1 0 0,0-1-1,-1 0 1,0 1 0,0-1 0,-6 12-1,2-9 3,1 0-1,-2-1 1,1 0-1,-1 0 1,-1 0-1,0-1 1,0 0-1,-1-1 1,0 0-1,-18 11 1,27-18-34,0-1 0,0 1-1,0-1 1,0 1 0,0-1 0,0 1 0,0-1 0,0 1 0,0-1 0,-1 0-1,1 0 1,0 1 0,0-1 0,0 0 0,0 0 0,0 0 0,-1 0-1,1 0 1,0-1 0,0 1 0,0 0 0,0 0 0,0-1 0,0 1-1,0-1 1,0 1 0,0-1 0,0 1 0,0-1 0,0 0 0,0 0 0,0 1-1,0-1 1,0 0 0,1 0 0,-1 0 0,0 0 0,1 0 0,-1 0-1,1 0 1,-1 0 0,1 0 0,-1 0 0,1 0 0,0 0 0,-1-1 0,0-2-5,0 1 1,1 0 0,-1 0-1,1 0 1,-1 0 0,1-1-1,0 1 1,0 0 0,1 0-1,-1-1 1,1 1 0,-1 0-1,1 0 1,2-5 0,-2 6 6,0-1 1,0 1 0,1-1 0,-1 1-1,1 0 1,-1 0 0,1-1 0,0 1-1,0 0 1,0 0 0,0 1 0,0-1-1,0 0 1,1 1 0,-1-1 0,1 1-1,-1 0 1,1 0 0,-1 0 0,1 0-1,-1 0 1,1 1 0,0-1 0,0 1-1,-1-1 1,1 1 0,0 0 0,0 0-1,-1 0 1,1 1 0,0-1 0,0 1-1,-1-1 1,1 1 0,-1 0 0,1 0-1,0 0 1,-1 1 0,0-1 0,1 0-1,-1 1 1,0 0 0,0-1 0,0 1-1,2 2 1,17 13 54,-2 0-1,0 2 0,-1 0 1,18 24-1,-25-30-725,1-1 0,26 21 0,-26-22-1038,-2-5-302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03.0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0 160 12,'1'-2'97,"1"1"1,-1 0-1,0-1 1,1 1-1,-1 0 1,0 0-1,1-1 1,-1 1-1,1 0 1,0 1-1,-1-1 1,4-1-1,19-15 334,-19 10-257,1-1-1,0 1 1,1 1 0,-1-1-1,1 1 1,11-7-1,20-21 410,-31 21-383,-7 13-184,1-1 0,-1 0-1,0 0 1,0 1-1,1-1 1,-1 0-1,0 0 1,1 1-1,-1-1 1,1 1 0,-1-1-1,1 0 1,-1 1-1,1-1 1,-1 1-1,1-1 1,-1 1 0,1-1-1,0 1 1,-1-1-1,1 1 1,1-1-1,-1 1-10,-1 0 0,1 0 1,-1 0-1,1-1 0,0 1 0,-1 0 0,1-1 0,-1 1 0,0 0 0,1-1 0,-1 1 0,1 0 0,-1-1 0,1 1 0,-1-1 0,0 1 0,1-1 0,-1 1 0,0-1 0,0 1 0,1-1 0,-1 1 0,0-1 0,0 0 0,0 1 1,1-1-1,-1 2 266,-20 40 201,10-14-320,-1 0-57,1 1 1,2 1 0,0 0 0,2 0 0,1 0 0,-1 38 0,-4-21-856,20-45-2186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03.2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 1 636,'-3'0'213,"1"0"-1,0 0 1,0 0-1,0 0 0,-1 1 1,1 0-1,0-1 1,0 1-1,0 0 1,0 0-1,0 0 1,0 0-1,0 0 1,0 0-1,-2 3 1,-7 4 603,40 1-495,7-5-887,1-1 1,-1-2-1,0-2 1,63-9-1,-72 9-991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05.1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55 59 760,'0'0'736,"-10"5"2279,10-8-3012,0 1 1,1-1-1,-1 0 0,1 0 1,-1 1-1,1-1 0,0 0 1,0 1-1,0-1 0,1 0 1,-1 1-1,0 0 0,1-1 1,0 1-1,-1 0 0,1 0 1,0 0-1,0 0 0,0 0 1,1 0-1,-1 1 0,0-1 1,1 1-1,-1-1 0,1 1 1,-1 0-1,1 0 0,0 0 1,-1 0-1,1 1 0,0-1 1,0 1-1,-1-1 0,1 1 1,0 0-1,0 0 0,4 1 1,-4-1 3,1 1-1,-1-1 1,0 1 0,0 0 0,0 0-1,0 0 1,0 0 0,0 0 0,0 1-1,0-1 1,0 1 0,0 0 0,-1 0 0,1 0-1,-1 0 1,0 0 0,1 1 0,-1-1-1,0 1 1,0 0 0,-1-1 0,1 1-1,0 0 1,-1 0 0,0 0 0,0 0 0,0 0-1,0 0 1,0 0 0,0 1 0,0 5-1,0 3 28,1 0-1,-1 0 1,-1 0-1,0 0 1,-1 0-1,0 1 1,-5 15-1,0 1-8,5-20 6,-1 0 0,0-1-1,-1 0 1,0 1 0,0-1 0,-6 12-1,2-9 3,1 0-1,-2-1 1,1 0-1,-1 0 1,-1 0-1,0-1 1,0 0-1,-1-1 1,0 0-1,-18 11 1,27-18-34,0-1 0,0 1-1,0-1 1,0 1 0,0-1 0,0 1 0,0-1 0,0 1 0,0-1 0,-1 0-1,1 0 1,0 1 0,0-1 0,0 0 0,0 0 0,0 0 0,-1 0-1,1 0 1,0-1 0,0 1 0,0 0 0,0 0 0,0-1 0,0 1-1,0-1 1,0 1 0,0-1 0,0 1 0,0-1 0,0 0 0,0 0 0,0 1-1,0-1 1,0 0 0,1 0 0,-1 0 0,0 0 0,1 0 0,-1 0-1,1 0 1,-1 0 0,1 0 0,-1 0 0,1 0 0,0 0 0,-1-1 0,0-2-5,0 1 1,1 0 0,-1 0-1,1 0 1,-1 0 0,1-1-1,0 1 1,0 0 0,1 0-1,-1-1 1,1 1 0,-1 0-1,1 0 1,2-5 0,-2 6 6,0-1 1,0 1 0,1-1 0,-1 1-1,1 0 1,-1 0 0,1-1 0,0 1-1,0 0 1,0 0 0,0 1 0,0-1-1,0 0 1,1 1 0,-1-1 0,1 1-1,-1 0 1,1 0 0,-1 0 0,1 0-1,-1 0 1,1 1 0,0-1 0,0 1-1,-1-1 1,1 1 0,0 0 0,0 0-1,-1 0 1,1 1 0,0-1 0,0 1-1,-1-1 1,1 1 0,-1 0 0,1 0-1,0 0 1,-1 1 0,0-1 0,1 0-1,-1 1 1,0 0 0,0-1 0,0 1-1,2 2 1,17 13 54,-2 0-1,0 2 0,-1 0 1,18 24-1,-25-30-725,1-1 0,26 21 0,-26-22-1038,-2-5-302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49.4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130 0 208,'17'14'821,"-26"10"-291,1-10-423,-1 0 0,0 0 0,-1-1 0,0 0 1,-1-1-1,-13 12 0,23-24-102,0 0 0,1 0 0,-1 0 0,0 1 1,1-1-1,-1 0 0,0 1 0,1-1 0,-1 0 0,1 1 0,-1-1 1,1 1-1,-1-1 0,1 1 0,-1-1 0,1 1 0,-1-1 0,1 1 0,-1-1 1,1 1-1,0 0 0,-1-1 0,1 1 0,0 0 0,0-1 0,0 1 1,-1 0-1,1-1 0,0 1 0,0 0 0,0-1 0,0 1 0,0 0 1,0 0-1,0-1 0,0 1 0,1 0 0,-1-1 0,0 1 0,0 0 0,0-1 1,1 1-1,-1 0 0,0-1 0,1 1 0,-1-1 0,1 1 0,-1-1 1,1 1-1,-1-1 0,1 1 0,-1-1 0,1 1 0,-1-1 0,1 1 1,0-1-1,-1 0 0,1 0 0,-1 1 0,2-1 0,36 16 448,-32-14-409,0-1-9,0 1-1,0-1 1,0 1 0,0 1-1,0-1 1,0 1 0,-1 0-1,1 0 1,-1 1 0,0-1-1,0 1 1,7 6 0,-11-8-27,1 0 0,0-1 0,-1 1 0,1 0 0,-1 0 1,0 0-1,0 0 0,0 0 0,0 0 0,0 1 0,0-1 0,0 0 1,-1 0-1,1 1 0,-1-1 0,1 0 0,-1 1 0,0-1 0,0 1 1,0-1-1,0 0 0,-1 4 0,0-3 3,1-1 1,-1 0-1,0 1 0,0-1 1,0 0-1,0 1 0,0-1 1,-1 0-1,1 0 0,-1 0 1,1 0-1,-1 0 0,0-1 1,0 1-1,0 0 0,0-1 1,-2 2-1,-41 26 222,42-27-212,-5 1-6,1 1-1,-1-1 1,0-1-1,1 1 1,-1-1 0,0-1-1,-13 2 1,9-1-15,11-2-2,1 1 1,-1-1-1,0 0 0,0 0 1,0 0-1,1 1 1,-1-1-1,0 0 1,0 0-1,0 0 0,1 0 1,-1 0-1,0-1 1,0 1-1,0 0 1,1 0-1,-1 0 0,0-1 1,0 1-1,1 0 1,-2-1-1,-14-10-2302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0.0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30 748,'12'-23'3502,"-8"17"-2380,-12 20-831,1-2-284,1 1 0,0-1 0,1 1 0,-4 14-1,7-23-6,1 0-1,0 0 0,0 0 1,1 1-1,-1-1 0,1 0 0,0 0 1,0 1-1,0-1 0,1 0 1,-1 0-1,1 1 0,0-1 0,0 0 1,1 0-1,-1 0 0,4 6 1,-4-8-3,0 0 1,0 0-1,0 0 1,0 0 0,0-1-1,0 1 1,1 0-1,-1-1 1,1 1 0,-1-1-1,1 0 1,-1 1-1,1-1 1,0 0 0,0 0-1,-1 0 1,1 0-1,0 0 1,0 0 0,0-1-1,0 1 1,0-1-1,0 1 1,0-1 0,0 0-1,1 0 1,-1 0-1,0 0 1,0 0 0,0 0-1,0 0 1,0-1-1,0 1 1,0-1 0,0 0-1,3-1 1,6-4 3,0 0-1,-1-1 1,1 0-1,12-13 1,-22 19 0,0 0 1,0-1-1,0 1 0,1 0 1,-1 0-1,0 0 0,0 0 1,1 0-1,-1 0 0,1 0 1,-1 0-1,0 0 1,1 1-1,0-1 0,-1 1 1,1-1-1,2 0 0,-6 15-4,0-1 0,0 1-1,-2-1 1,-7 21 0,-4 19 10,6-21-48,7-25-163,-1-1 1,1 1-1,0 0 0,1 1 1,0-1-1,0 0 0,0 0 1,1 0-1,0 1 0,1-1 1,1 10-1,6-6-1553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1.6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70 8 24,'-2'-7'2702,"2"7"-2620,0 0 0,0 0-1,-1 0 1,1 0 0,0 0 0,0 0 0,0 0 0,-1 0 0,1 0-1,0 0 1,0 0 0,-1 0 0,1 0 0,0 0 0,0 0 0,0 0 0,-1 0-1,1 0 1,0 0 0,0 0 0,-16 12 824,12-9-940,1 1-1,0 0 1,0 0-1,0 0 0,0 1 1,-4 8-1,-1 3 38,7-14-3,0 0 0,0-1 1,0 1-1,0 0 0,0 0 1,0 0-1,1 0 0,-1 0 1,1 0-1,-1 0 0,1 3 1,-3 15 1,3-18-2,0 0 1,-1 0 0,1 0-1,0 0 1,0 0-1,0 0 1,0 0-1,0-1 1,0 1-1,1 0 1,0 4-1,4 18-1,-5-23-2,0 1 0,0 0 0,0 0 0,0-1 0,0 1 0,1 0 0,-1 0 0,1-1 0,-1 1 0,1 0 0,-1-1 0,1 1 0,0 0 0,0-1 0,0 1 0,0-1 0,0 0 0,0 1 0,0-1 0,1 0 0,-1 0 0,0 1 0,1-1 0,-1 0 0,1 0 0,-1-1 0,1 1 0,-1 0 0,1 0 0,0-1 0,-1 1 0,1-1-1,3 1 1,0 0 5,-1 0-1,1-1 0,0 0 0,0 0 0,0 0 0,0-1 0,0 1 0,-1-1 0,1 0 0,0-1 0,-1 1 0,1-1 0,7-3 0,-9 3 1,-1 1 0,1-1 1,-1 0-1,1 0 0,-1 0 0,0 0 0,0 0 1,0 0-1,0-1 0,0 1 0,-1-1 0,1 1 1,-1-1-1,1 0 0,-1 1 0,0-1 0,0 0 1,0 0-1,-1 0 0,1 0 0,-1 0 0,0 0 1,1-3-1,-1 6-1,0-1-1,0 1 1,0 0 0,0-1 0,-1 1 0,1-1 0,0 1 0,0 0-1,0-1 1,0 1 0,0-1 0,-1 1 0,1 0 0,0-1-1,0 1 1,0 0 0,-1-1 0,1 1 0,0 0 0,-1 0 0,1-1-1,0 1 1,-1 0 0,1 0 0,0-1 0,-1 1 0,1 0-1,0 0 1,-1 0 0,1 0 0,-1 0 0,1 0 0,0-1 0,-1 1-1,0 0 1,-21 3 14,-23 16-26,42-18-110,0 1 0,-1-1 0,1 1 1,0 0-1,1 0 0,-1 0 0,0 1 0,0-1 1,1 1-1,0 0 0,-1-1 0,1 1 0,0 0 1,0 0-1,1 0 0,-3 5 0,4-2-1423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0.7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17 308,'9'-6'240,"10"6"-172,-10-5-164,1 0-272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1.0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150 1 84,'-5'2'92,"-1"1"0,1 0 0,-1 1 0,1-1 0,0 1 0,1 0 0,-1 0 0,1 1 0,-1-1-1,1 1 1,1 0 0,-1 0 0,1 1 0,0-1 0,0 1 0,0-1 0,1 1 0,0 0 0,0 0 0,0 0 0,-1 12 0,3-16-93,0-1 0,1 1 0,-1 0 0,1-1 0,-1 1 0,1 0 0,0-1 0,-1 1 0,1 0 0,0-1 0,0 1 1,0-1-1,0 0 0,0 1 0,1-1 0,-1 0 0,0 0 0,1 1 0,2 0 0,37 21-33,-35-20 33,0 0-1,0 0 0,-1 0 0,0 0 0,9 8 1,-9-6 15,0 1 1,-1 0 0,0 0 0,0 0 0,-1 0 0,4 9 0,-6-12-17,0-1 0,0 0-1,-1 1 1,1-1 0,-1 0 0,1 1-1,-1-1 1,0 1 0,0-1 0,0 1-1,0-1 1,0 1 0,-1-1 0,1 0 0,-1 1-1,1-1 1,-1 0 0,0 1 0,0-1-1,0 0 1,-2 2 0,-4 6-2,5-6 20,0 0 1,-1 0-1,0 0 0,0 0 1,0-1-1,-1 1 1,1-1-1,-1 0 0,1 0 1,-1 0-1,0 0 1,0-1-1,-1 0 0,1 0 1,0 0-1,-9 3 1,5-3-2,1 0 0,-1 0 0,0 0 0,0-1 0,0-1 0,0 1 0,-1-1 0,1 0 0,0-1 0,0 0 0,0 0 0,0-1 0,-8-3 0,14 5-497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2.6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85 384,'-18'2'2137,"18"-1"-2112,0-1-1,0 0 0,1 0 0,-1 0 0,0 0 0,0 0 1,0 0-1,0 0 0,0 0 0,0 1 0,0-1 0,1 0 1,-1 0-1,0 0 0,0 0 0,0 1 0,0-1 1,0 0-1,0 0 0,0 0 0,0 0 0,0 1 0,0-1 1,0 0-1,0 0 0,0 0 0,0 0 0,0 1 0,0-1 1,0 0-1,0 0 0,0 0 0,0 0 0,0 1 0,0-1 1,0 0-1,0 0 0,0 0 0,-1 0 0,1 0 0,0 1 1,0-1-1,0 0 0,0 0 0,0 0 0,0 0 0,-1 0 1,1 0-1,0 0 0,0 0 0,0 1 0,0-1 0,0 0 1,-1 0-1,1 0 0,0 0 0,0 0 0,0 0 0,0 0 1,-1 0-1,1 0 0,0 0 0,0 0 0,-1 0 0,3 1 137,9-6 46,325-75-2629,-299 70 780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3.4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6 1008,'-6'-1'1202,"-4"1"1174,15 5-1971,-3-4-351,9 0-22,1 1-26,8 3-9,0-1 0,0-2 0,1 0-1,-1-1 1,42-3 0,-59 1 3,0 0 0,0 0 0,-1 0 1,1-1-1,0 1 0,0-1 0,-1 1 0,5-5 0,11-3 31,-17 9-8,-10 21-14,4-13 0,1 0-1,0 0 0,0 1 0,1-1 1,-5 19-1,-2 4 17,1-9-12,4-11-3,0 0 1,1 1 0,1 0 0,-1 0 0,2 0-1,-3 23 1,-5 49-904,12-78-160,6-1-520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4.6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263 111 1148,'0'0'6129,"19"-11"-4789,-28-51-1161,8 60-179,1 0-1,-1 0 0,1 0 1,-1 0-1,0 0 1,0 1-1,0-1 0,0 0 1,0 0-1,0 1 1,0-1-1,-1 1 0,1-1 1,0 1-1,-1-1 1,1 1-1,-1 0 0,0 0 1,1 0-1,-1 0 1,0 0-1,0 0 1,0 0-1,0 1 0,1-1 1,-4 0-1,-5 1-10,-1 1 1,1 1-1,-1-1 0,1 2 1,0-1-1,0 2 0,0-1 0,1 1 1,-17 9-1,2 2 25,2 0 0,-31 27 0,52-42-17,0 1 1,0 0-1,-1 0 1,1 0-1,0 0 1,0 0-1,0 0 0,0 0 1,0 1-1,0-1 1,0 0-1,0 0 1,1 1-1,-1-1 1,0 1-1,1-1 1,-1 0-1,1 1 0,0-1 1,-1 1-1,1-1 1,0 1-1,0 0 1,0-1-1,0 1 1,0-1-1,0 1 1,1-1-1,0 3 0,0-1-3,1-1-1,0 0 0,-1 0 0,1 0 1,0 0-1,0 0 0,0 0 0,1-1 0,-1 1 1,0-1-1,1 1 0,-1-1 0,1 0 1,5 2-1,55 14-28,-49-14 34,1 0-1,-1 1 0,-1 0 0,26 13 0,-38-17 4,0 1-1,0-1 1,0 1-1,0 0 1,0-1-1,0 1 0,0 0 1,-1 0-1,1 0 1,0-1-1,0 1 1,-1 0-1,1 0 0,0 0 1,-1 1-1,1-1 1,-1 0-1,1 0 1,-1 0-1,0 0 0,0 0 1,1 0-1,-1 1 1,0-1-1,0 0 1,0 2-1,-1 0 1,1 0-1,-1-1 1,0 1-1,0 0 1,0-1 0,0 1-1,-1-1 1,1 1 0,-1-1-1,0 1 1,-2 1-1,-1 2 6,0 0-1,-1-1 0,0 0 0,0 0 1,0-1-1,0 1 0,-1-1 0,-13 5 0,7-4 0,0 0 5,0-1 1,0 0-1,0-1 0,-1 0 0,-18 1 0,32-4-11,0 0-1,-1 0 0,1 0 1,0 0-1,0 0 1,-1 0-1,1 0 1,0 0-1,-1-1 1,1 1-1,0 0 1,-1 0-1,1 0 0,0 0 1,0 0-1,-1 0 1,1-1-1,0 1 1,-1 0-1,1 0 1,0 0-1,0-1 0,0 1 1,-1 0-1,1 0 1,0-1-1,0 1 1,0 0-1,0-1 1,-1 1-1,1 0 0,0 0 1,0-1-1,0 1 1,0 0-1,0-1 1,0 1-1,0 0 1,0-1-1,0 1 1,0 0-1,0-1 0,8-20-74,18-20-191,-23 38 216,21-32-1085,3 1 0,1 1 0,32-29 0,-40 41-670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03.0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0 160 12,'1'-2'97,"1"1"1,-1 0-1,0-1 1,1 1-1,-1 0 1,0 0-1,1-1 1,-1 1-1,1 0 1,0 1-1,-1-1 1,4-1-1,19-15 334,-19 10-257,1-1-1,0 1 1,1 1 0,-1-1-1,1 1 1,11-7-1,20-21 410,-31 21-383,-7 13-184,1-1 0,-1 0-1,0 0 1,0 1-1,1-1 1,-1 0-1,0 0 1,1 1-1,-1-1 1,1 1 0,-1-1-1,1 0 1,-1 1-1,1-1 1,-1 1-1,1-1 1,-1 1 0,1-1-1,0 1 1,-1-1-1,1 1 1,1-1-1,-1 1-10,-1 0 0,1 0 1,-1 0-1,1-1 0,0 1 0,-1 0 0,1-1 0,-1 1 0,0 0 0,1-1 0,-1 1 0,1 0 0,-1-1 0,1 1 0,-1-1 0,0 1 0,1-1 0,-1 1 0,0-1 0,0 1 0,1-1 0,-1 1 0,0-1 0,0 0 0,0 1 1,1-1-1,-1 2 266,-20 40 201,10-14-320,-1 0-57,1 1 1,2 1 0,0 0 0,2 0 0,1 0 0,-1 38 0,-4-21-856,20-45-2186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03.2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 1 636,'-3'0'213,"1"0"-1,0 0 1,0 0-1,0 0 0,-1 1 1,1 0-1,0-1 1,0 1-1,0 0 1,0 0-1,0 0 1,0 0-1,0 0 1,0 0-1,-2 3 1,-7 4 603,40 1-495,7-5-887,1-1 1,-1-2-1,0-2 1,63-9-1,-72 9-991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05.1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55 59 760,'0'0'736,"-10"5"2279,10-8-3012,0 1 1,1-1-1,-1 0 0,1 0 1,-1 1-1,1-1 0,0 0 1,0 1-1,0-1 0,1 0 1,-1 1-1,0 0 0,1-1 1,0 1-1,-1 0 0,1 0 1,0 0-1,0 0 0,0 0 1,1 0-1,-1 1 0,0-1 1,1 1-1,-1-1 0,1 1 1,-1 0-1,1 0 0,0 0 1,-1 0-1,1 1 0,0-1 1,0 1-1,-1-1 0,1 1 1,0 0-1,0 0 0,4 1 1,-4-1 3,1 1-1,-1-1 1,0 1 0,0 0 0,0 0-1,0 0 1,0 0 0,0 0 0,0 1-1,0-1 1,0 1 0,0 0 0,-1 0 0,1 0-1,-1 0 1,0 0 0,1 1 0,-1-1-1,0 1 1,0 0 0,-1-1 0,1 1-1,0 0 1,-1 0 0,0 0 0,0 0 0,0 0-1,0 0 1,0 0 0,0 1 0,0 5-1,0 3 28,1 0-1,-1 0 1,-1 0-1,0 0 1,-1 0-1,0 1 1,-5 15-1,0 1-8,5-20 6,-1 0 0,0-1-1,-1 0 1,0 1 0,0-1 0,-6 12-1,2-9 3,1 0-1,-2-1 1,1 0-1,-1 0 1,-1 0-1,0-1 1,0 0-1,-1-1 1,0 0-1,-18 11 1,27-18-34,0-1 0,0 1-1,0-1 1,0 1 0,0-1 0,0 1 0,0-1 0,0 1 0,0-1 0,-1 0-1,1 0 1,0 1 0,0-1 0,0 0 0,0 0 0,0 0 0,-1 0-1,1 0 1,0-1 0,0 1 0,0 0 0,0 0 0,0-1 0,0 1-1,0-1 1,0 1 0,0-1 0,0 1 0,0-1 0,0 0 0,0 0 0,0 1-1,0-1 1,0 0 0,1 0 0,-1 0 0,0 0 0,1 0 0,-1 0-1,1 0 1,-1 0 0,1 0 0,-1 0 0,1 0 0,0 0 0,-1-1 0,0-2-5,0 1 1,1 0 0,-1 0-1,1 0 1,-1 0 0,1-1-1,0 1 1,0 0 0,1 0-1,-1-1 1,1 1 0,-1 0-1,1 0 1,2-5 0,-2 6 6,0-1 1,0 1 0,1-1 0,-1 1-1,1 0 1,-1 0 0,1-1 0,0 1-1,0 0 1,0 0 0,0 1 0,0-1-1,0 0 1,1 1 0,-1-1 0,1 1-1,-1 0 1,1 0 0,-1 0 0,1 0-1,-1 0 1,1 1 0,0-1 0,0 1-1,-1-1 1,1 1 0,0 0 0,0 0-1,-1 0 1,1 1 0,0-1 0,0 1-1,-1-1 1,1 1 0,-1 0 0,1 0-1,0 0 1,-1 1 0,0-1 0,1 0-1,-1 1 1,0 0 0,0-1 0,0 1-1,2 2 1,17 13 54,-2 0-1,0 2 0,-1 0 1,18 24-1,-25-30-725,1-1 0,26 21 0,-26-22-1038,-2-5-302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49.4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130 0 208,'17'14'821,"-26"10"-291,1-10-423,-1 0 0,0 0 0,-1-1 0,0 0 1,-1-1-1,-13 12 0,23-24-102,0 0 0,1 0 0,-1 0 0,0 1 1,1-1-1,-1 0 0,0 1 0,1-1 0,-1 0 0,1 1 0,-1-1 1,1 1-1,-1-1 0,1 1 0,-1-1 0,1 1 0,-1-1 0,1 1 0,-1-1 1,1 1-1,0 0 0,-1-1 0,1 1 0,0 0 0,0-1 0,0 1 1,-1 0-1,1-1 0,0 1 0,0 0 0,0-1 0,0 1 0,0 0 1,0 0-1,0-1 0,0 1 0,1 0 0,-1-1 0,0 1 0,0 0 0,0-1 1,1 1-1,-1 0 0,0-1 0,1 1 0,-1-1 0,1 1 0,-1-1 1,1 1-1,-1-1 0,1 1 0,-1-1 0,1 1 0,-1-1 0,1 1 1,0-1-1,-1 0 0,1 0 0,-1 1 0,2-1 0,36 16 448,-32-14-409,0-1-9,0 1-1,0-1 1,0 1 0,0 1-1,0-1 1,0 1 0,-1 0-1,1 0 1,-1 1 0,0-1-1,0 1 1,7 6 0,-11-8-27,1 0 0,0-1 0,-1 1 0,1 0 0,-1 0 1,0 0-1,0 0 0,0 0 0,0 0 0,0 1 0,0-1 0,0 0 1,-1 0-1,1 1 0,-1-1 0,1 0 0,-1 1 0,0-1 0,0 1 1,0-1-1,0 0 0,-1 4 0,0-3 3,1-1 1,-1 0-1,0 1 0,0-1 1,0 0-1,0 1 0,0-1 1,-1 0-1,1 0 0,-1 0 1,1 0-1,-1 0 0,0-1 1,0 1-1,0 0 0,0-1 1,-2 2-1,-41 26 222,42-27-212,-5 1-6,1 1-1,-1-1 1,0-1-1,1 1 1,-1-1 0,0-1-1,-13 2 1,9-1-15,11-2-2,1 1 1,-1-1-1,0 0 0,0 0 1,0 0-1,1 1 1,-1-1-1,0 0 1,0 0-1,0 0 0,1 0 1,-1 0-1,0-1 1,0 1-1,0 0 1,1 0-1,-1 0 0,0-1 1,0 1-1,1 0 1,-2-1-1,-14-10-2302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0.0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30 748,'12'-23'3502,"-8"17"-2380,-12 20-831,1-2-284,1 1 0,0-1 0,1 1 0,-4 14-1,7-23-6,1 0-1,0 0 0,0 0 1,1 1-1,-1-1 0,1 0 0,0 0 1,0 1-1,0-1 0,1 0 1,-1 0-1,1 1 0,0-1 0,0 0 1,1 0-1,-1 0 0,4 6 1,-4-8-3,0 0 1,0 0-1,0 0 1,0 0 0,0-1-1,0 1 1,1 0-1,-1-1 1,1 1 0,-1-1-1,1 0 1,-1 1-1,1-1 1,0 0 0,0 0-1,-1 0 1,1 0-1,0 0 1,0 0 0,0-1-1,0 1 1,0-1-1,0 1 1,0-1 0,0 0-1,1 0 1,-1 0-1,0 0 1,0 0 0,0 0-1,0 0 1,0-1-1,0 1 1,0-1 0,0 0-1,3-1 1,6-4 3,0 0-1,-1-1 1,1 0-1,12-13 1,-22 19 0,0 0 1,0-1-1,0 1 0,1 0 1,-1 0-1,0 0 0,0 0 1,1 0-1,-1 0 0,1 0 1,-1 0-1,0 0 1,1 1-1,0-1 0,-1 1 1,1-1-1,2 0 0,-6 15-4,0-1 0,0 1-1,-2-1 1,-7 21 0,-4 19 10,6-21-48,7-25-163,-1-1 1,1 1-1,0 0 0,1 1 1,0-1-1,0 0 0,0 0 1,1 0-1,0 1 0,1-1 1,1 10-1,6-6-1553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1.6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70 8 24,'-2'-7'2702,"2"7"-2620,0 0 0,0 0-1,-1 0 1,1 0 0,0 0 0,0 0 0,0 0 0,-1 0 0,1 0-1,0 0 1,0 0 0,-1 0 0,1 0 0,0 0 0,0 0 0,0 0 0,-1 0-1,1 0 1,0 0 0,0 0 0,-16 12 824,12-9-940,1 1-1,0 0 1,0 0-1,0 0 0,0 1 1,-4 8-1,-1 3 38,7-14-3,0 0 0,0-1 1,0 1-1,0 0 0,0 0 1,0 0-1,1 0 0,-1 0 1,1 0-1,-1 0 0,1 3 1,-3 15 1,3-18-2,0 0 1,-1 0 0,1 0-1,0 0 1,0 0-1,0 0 1,0 0-1,0-1 1,0 1-1,1 0 1,0 4-1,4 18-1,-5-23-2,0 1 0,0 0 0,0 0 0,0-1 0,0 1 0,1 0 0,-1 0 0,1-1 0,-1 1 0,1 0 0,-1-1 0,1 1 0,0 0 0,0-1 0,0 1 0,0-1 0,0 0 0,0 1 0,0-1 0,1 0 0,-1 0 0,0 1 0,1-1 0,-1 0 0,1 0 0,-1-1 0,1 1 0,-1 0 0,1 0 0,0-1 0,-1 1 0,1-1-1,3 1 1,0 0 5,-1 0-1,1-1 0,0 0 0,0 0 0,0 0 0,0-1 0,0 1 0,-1-1 0,1 0 0,0-1 0,-1 1 0,1-1 0,7-3 0,-9 3 1,-1 1 0,1-1 1,-1 0-1,1 0 0,-1 0 0,0 0 0,0 0 1,0 0-1,0-1 0,0 1 0,-1-1 0,1 1 1,-1-1-1,1 0 0,-1 1 0,0-1 0,0 0 1,0 0-1,-1 0 0,1 0 0,-1 0 0,0 0 1,1-3-1,-1 6-1,0-1-1,0 1 1,0 0 0,0-1 0,-1 1 0,1-1 0,0 1 0,0 0-1,0-1 1,0 1 0,0-1 0,-1 1 0,1 0 0,0-1-1,0 1 1,0 0 0,-1-1 0,1 1 0,0 0 0,-1 0 0,1-1-1,0 1 1,-1 0 0,1 0 0,0-1 0,-1 1 0,1 0-1,0 0 1,-1 0 0,1 0 0,-1 0 0,1 0 0,0-1 0,-1 1-1,0 0 1,-21 3 14,-23 16-26,42-18-110,0 1 0,-1-1 0,1 1 1,0 0-1,1 0 0,-1 0 0,0 1 0,0-1 1,1 1-1,0 0 0,-1-1 0,1 1 0,0 0 1,0 0-1,1 0 0,-3 5 0,4-2-1423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0.7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17 308,'9'-6'240,"10"6"-172,-10-5-164,1 0-272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1.0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150 1 84,'-5'2'92,"-1"1"0,1 0 0,-1 1 0,1-1 0,0 1 0,1 0 0,-1 0 0,1 1 0,-1-1-1,1 1 1,1 0 0,-1 0 0,1 1 0,0-1 0,0 1 0,0-1 0,1 1 0,0 0 0,0 0 0,0 0 0,-1 12 0,3-16-93,0-1 0,1 1 0,-1 0 0,1-1 0,-1 1 0,1 0 0,0-1 0,-1 1 0,1 0 0,0-1 0,0 1 1,0-1-1,0 0 0,0 1 0,1-1 0,-1 0 0,0 0 0,1 1 0,2 0 0,37 21-33,-35-20 33,0 0-1,0 0 0,-1 0 0,0 0 0,9 8 1,-9-6 15,0 1 1,-1 0 0,0 0 0,0 0 0,-1 0 0,4 9 0,-6-12-17,0-1 0,0 0-1,-1 1 1,1-1 0,-1 0 0,1 1-1,-1-1 1,0 1 0,0-1 0,0 1-1,0-1 1,0 1 0,-1-1 0,1 0 0,-1 1-1,1-1 1,-1 0 0,0 1 0,0-1-1,0 0 1,-2 2 0,-4 6-2,5-6 20,0 0 1,-1 0-1,0 0 0,0 0 1,0-1-1,-1 1 1,1-1-1,-1 0 0,1 0 1,-1 0-1,0 0 1,0-1-1,-1 0 0,1 0 1,0 0-1,-9 3 1,5-3-2,1 0 0,-1 0 0,0 0 0,0-1 0,0-1 0,0 1 0,-1-1 0,1 0 0,0-1 0,0 0 0,0 0 0,0-1 0,-8-3 0,14 5-497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2.6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85 384,'-18'2'2137,"18"-1"-2112,0-1-1,0 0 0,1 0 0,-1 0 0,0 0 0,0 0 1,0 0-1,0 0 0,0 0 0,0 1 0,0-1 0,1 0 1,-1 0-1,0 0 0,0 0 0,0 1 0,0-1 1,0 0-1,0 0 0,0 0 0,0 0 0,0 1 0,0-1 1,0 0-1,0 0 0,0 0 0,0 0 0,0 1 0,0-1 1,0 0-1,0 0 0,0 0 0,0 0 0,0 1 0,0-1 1,0 0-1,0 0 0,0 0 0,-1 0 0,1 0 0,0 1 1,0-1-1,0 0 0,0 0 0,0 0 0,0 0 0,-1 0 1,1 0-1,0 0 0,0 0 0,0 1 0,0-1 0,0 0 1,-1 0-1,1 0 0,0 0 0,0 0 0,0 0 0,0 0 1,-1 0-1,1 0 0,0 0 0,0 0 0,-1 0 0,3 1 137,9-6 46,325-75-2629,-299 70 780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3.4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6 1008,'-6'-1'1202,"-4"1"1174,15 5-1971,-3-4-351,9 0-22,1 1-26,8 3-9,0-1 0,0-2 0,1 0-1,-1-1 1,42-3 0,-59 1 3,0 0 0,0 0 0,-1 0 1,1-1-1,0 1 0,0-1 0,-1 1 0,5-5 0,11-3 31,-17 9-8,-10 21-14,4-13 0,1 0-1,0 0 0,0 1 0,1-1 1,-5 19-1,-2 4 17,1-9-12,4-11-3,0 0 1,1 1 0,1 0 0,-1 0 0,2 0-1,-3 23 1,-5 49-904,12-78-160,6-1-520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5:54.6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263 111 1148,'0'0'6129,"19"-11"-4789,-28-51-1161,8 60-179,1 0-1,-1 0 0,1 0 1,-1 0-1,0 0 1,0 1-1,0-1 0,0 0 1,0 0-1,0 1 1,0-1-1,-1 1 0,1-1 1,0 1-1,-1-1 1,1 1-1,-1 0 0,0 0 1,1 0-1,-1 0 1,0 0-1,0 0 1,0 0-1,0 1 0,1-1 1,-4 0-1,-5 1-10,-1 1 1,1 1-1,-1-1 0,1 2 1,0-1-1,0 2 0,0-1 0,1 1 1,-17 9-1,2 2 25,2 0 0,-31 27 0,52-42-17,0 1 1,0 0-1,-1 0 1,1 0-1,0 0 1,0 0-1,0 0 0,0 0 1,0 1-1,0-1 1,0 0-1,0 0 1,1 1-1,-1-1 1,0 1-1,1-1 1,-1 0-1,1 1 0,0-1 1,-1 1-1,1-1 1,0 1-1,0 0 1,0-1-1,0 1 1,0-1-1,0 1 1,1-1-1,0 3 0,0-1-3,1-1-1,0 0 0,-1 0 0,1 0 1,0 0-1,0 0 0,0 0 0,1-1 0,-1 1 1,0-1-1,1 1 0,-1-1 0,1 0 1,5 2-1,55 14-28,-49-14 34,1 0-1,-1 1 0,-1 0 0,26 13 0,-38-17 4,0 1-1,0-1 1,0 1-1,0 0 1,0-1-1,0 1 0,0 0 1,-1 0-1,1 0 1,0-1-1,0 1 1,-1 0-1,1 0 0,0 0 1,-1 1-1,1-1 1,-1 0-1,1 0 1,-1 0-1,0 0 0,0 0 1,1 0-1,-1 1 1,0-1-1,0 0 1,0 2-1,-1 0 1,1 0-1,-1-1 1,0 1-1,0 0 1,0-1 0,0 1-1,-1-1 1,1 1 0,-1-1-1,0 1 1,-2 1-1,-1 2 6,0 0-1,-1-1 0,0 0 0,0 0 1,0-1-1,0 1 0,-1-1 0,-13 5 0,7-4 0,0 0 5,0-1 1,0 0-1,0-1 0,-1 0 0,-18 1 0,32-4-11,0 0-1,-1 0 0,1 0 1,0 0-1,0 0 1,-1 0-1,1 0 1,0 0-1,-1-1 1,1 1-1,0 0 1,-1 0-1,1 0 0,0 0 1,0 0-1,-1 0 1,1-1-1,0 1 1,-1 0-1,1 0 1,0 0-1,0-1 0,0 1 1,-1 0-1,1 0 1,0-1-1,0 1 1,0 0-1,0-1 1,-1 1-1,1 0 0,0 0 1,0-1-1,0 1 1,0 0-1,0-1 1,0 1-1,0 0 1,0-1-1,0 1 1,0 0-1,0-1 0,8-20-74,18-20-191,-23 38 216,21-32-1085,3 1 0,1 1 0,32-29 0,-40 41-670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8:26.6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170 21 196,'1'-9'2319,"-2"8"-2096,1 0-188,0 1 1,0 0-1,0-1 1,0 1-1,0-1 1,-1 1 0,1-1-1,0 1 1,0-1-1,0 1 1,-1 0-1,1-1 1,0 1-1,0-1 1,-1 1 0,1 0-1,0-1 1,-1 1-1,1 0 1,0-1-1,-1 1 1,1 0 0,-1 0-1,1-1 1,0 1-1,-1 0 1,1 0-1,-1 0 1,1 0-1,-1-1 1,1 1 0,-1 0-1,1 0 1,-1 0-1,1 0 1,-1 0-1,-28 5 571,-24 17-180,48-20-417,1 1 0,-1 0 1,1 0-1,0 0 0,0 1 0,0-1 0,0 1 0,1 0 1,-1 0-1,1 0 0,0 0 0,0 1 0,1 0 0,-4 6 0,-2 6-11,7-15 3,0 0 1,0 0-1,0 0 0,0 0 1,0 0-1,0 0 1,1 1-1,-1-1 0,1 0 1,-1 0-1,1 1 0,0 2 1,0-3-1,0 0 0,0 0 0,0 0 0,0 0 0,0 0 1,0-1-1,0 1 0,1 0 0,-1 0 0,1 0 0,-1-1 0,1 1 0,0 0 1,-1-1-1,1 1 0,0 0 0,0-1 0,0 1 0,1-1 0,-1 0 1,0 1-1,0-1 0,1 0 0,-1 0 0,1 0 0,-1 1 0,1-2 0,0 1 1,-1 0-1,1 0 0,0 0 0,-1-1 0,1 1 0,0-1 0,0 0 0,0 1 1,-1-1-1,1 0 0,0 0 0,0 0 0,0 0 0,0 0 0,-1-1 1,1 1-1,0 0 0,0-1 0,2-1 0,3 0 2,1 0 0,-1-1 1,0 1-1,0-2 0,0 1 0,-1-1 0,1 0 1,-1-1-1,0 1 0,8-9 0,-1-3 16,0-1-1,18-32 1,-30 48-18,8-11 7,-3 12 68,-3 27 209,-12 42 304,-6 34-77,-8 30-473,22-129-186,-7 32-448,7-12-2549,1-13 1141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8:27.3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12 464,'3'-12'3728,"3"23"-1865,4 27-527,-11-13-644,1-6-241,0 0 0,1 0 0,6 35 1,-6-48-438,0-1 1,-1 0-1,0 0 1,0 0 0,0 0-1,-1 1 1,1-1-1,-3 8 1,-2 23-723,-5 0-3150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08:27.6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0 28,'-9'1'5947,"0"55"-5086,-10 51-707,19-105-151,0 0 0,0 0 1,0 0-1,0 0 0,1 0 1,-1 0-1,0 0 0,1 0 0,0 0 1,0 0-1,-1 0 0,1-1 0,0 1 1,0 0-1,1 0 0,-1-1 0,0 1 1,3 2-1,-2-3 0,-1-1 1,0 1-1,0 0 0,1-1 1,-1 0-1,1 1 0,-1-1 1,0 0-1,1 0 0,-1 0 1,0 0-1,1 0 0,-1 0 1,1 0-1,-1 0 0,0-1 1,1 1-1,-1 0 0,0-1 1,1 1-1,-1-1 0,0 1 1,0-1-1,1 0 0,-1 0 1,0 0-1,0 1 0,0-1 1,0 0-1,1-2 0,8-5 7,-1-1 0,0-1 0,0 0 0,-1 0 0,-1-1 0,1 0 0,-2 0 0,11-23 0,-16 33 3,-1-1 0,1 0 1,0 1-1,-1-1 1,1 0-1,-1 0 0,0 1 1,0-1-1,1 0 0,-1 0 1,0 1-1,0-1 1,-1 0-1,1 0 0,0 0 1,-1 1-1,1-1 0,-1 0 1,1 1-1,-1-1 1,0 0-1,0 1 0,0-1 1,0 1-1,0-1 1,0 1-1,0 0 0,0-1 1,0 1-1,-1 0 0,1 0 1,0 0-1,-1 0 1,1 0-1,-1 0 0,0 0 1,1 0-1,-3 0 0,0 0-60,1 0-1,0 0 0,-1 1 0,1-1 0,-1 1 0,1 0 0,-1 0 0,1 0 0,0 0 1,-1 1-1,1-1 0,-1 1 0,1 0 0,0 0 0,0 0 0,-1 1 0,1-1 0,0 1 1,-3 2-1,-36 17-2581,29-10 485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4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227 25 140,'0'-1'101,"0"0"-1,0 0 1,0 0-1,0 0 1,0 0 0,0 0-1,0 0 1,0 0-1,0 1 1,-1-1 0,1 0-1,0 0 1,-1 0-1,1 0 1,-1 1 0,1-1-1,-1 0 1,1 0-1,-1 1 1,1-1 0,-1 0-1,0 1 1,1-1-1,-1 1 1,0-1 0,-1 0-1,0 0-31,0 1-1,0-1 0,0 1 1,0 0-1,0 0 0,0 0 1,1 0-1,-1 0 1,0 0-1,0 1 0,0-1 1,-2 1-1,-55 26 196,53-24-252,-1 0-4,1 0 1,0 1-1,-1-1 0,2 1 0,-1 1 0,0-1 1,1 1-1,-1 0 0,1 0 0,1 0 1,-1 1-1,1-1 0,0 1 0,-6 11 0,-3 10-14,12-26 5,0 1-1,-1-1 1,1 1 0,0 0 0,0-1-1,0 1 1,0 0 0,1 0-1,-1 0 1,0-1 0,1 1 0,-1 0-1,1 0 1,0 0 0,0 0-1,0 0 1,0 0 0,0 0 0,0 0-1,0 0 1,0 0 0,1 0-1,-1 0 1,1 0 0,0-1 0,-1 1-1,1 0 1,0 0 0,0 0-1,0-1 1,0 1 0,0-1-1,1 1 1,-1-1 0,0 1 0,1-1-1,2 2 1,40 37 17,-29-29-6,-2 0 0,1 2 1,-1-1-1,-1 2 0,0 0 0,-1 0 1,-1 1-1,12 21 0,-22-35 8,1 1-1,-1-1 1,0 0-1,1 0 1,-1 0-1,0 0 1,1 0-1,-1 0 1,0 0 0,0 0-1,0 1 1,0-1-1,0 0 1,0 0-1,-1 0 1,1 0-1,0 0 1,-1 0-1,1 1 1,0-1 0,-1 0-1,1 0 1,-1 0-1,0 0 1,1 0-1,-2 1 1,-1 0 43,1 0 0,-1 0 0,1 0 0,-1 0 0,0-1 0,0 1 0,1-1 1,-1 0-1,-6 2 0,-3 0 123,-1-1 0,1 0 1,-25 0-1,-46-7 67,83 5-280,-1 0-1,1 0 1,0 0 0,0 0 0,0 0-1,0 0 1,0-1 0,-1 1-1,1 0 1,0 0 0,0 0 0,0 0-1,0 0 1,0-1 0,0 1 0,-1 0-1,1 0 1,0 0 0,0 0-1,0-1 1,0 1 0,0 0 0,0 0-1,0 0 1,0 0 0,0-1 0,0 1-1,0 0 1,0 0 0,0 0 0,0-1-1,0 1 1,0 0 0,0 0-1,0 0 1,0-1 0,0 1 0,0 0-1,1 0 1,-1 0 0,0 0 0,0-1-1,0 1 1,0 0 0,0 0-1,0 0 1,1 0 0,-1 0 0,0 0-1,0-1 1,0 1 0,0 0 0,0 0-1,1 0 1,-1 0 0,0 0-1,8-8-1294,1-2-357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7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19 632,'0'-1'238,"0"0"-1,0 0 1,0 0-1,0 0 1,0 0-1,0 0 1,-1 0-1,1 1 1,0-1 0,-1 0-1,1 0 1,-1 0-1,1 0 1,-1 1-1,1-1 1,-1 0-1,0 0 1,1 1-1,-1-1 1,-1-1 0,-4 5 1139,3 14-1418,-8 59 279,5-41-166,-13 148 35,17-172-256,1-1 1,0 1-1,1-1 1,0 1-1,1-1 0,0 1 1,1-1-1,4 16 1,-4 1-3819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3.8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1 296,'0'5'1208,"0"0"-416,-9 6-252,9 5-164,-10-1-96,10-4-76,0 5-64,0 5-72,0-5-92,0-1-80,0 1-116,10 0-144,-10-5-276,9-1-536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0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48 244,'0'-11'1548,"-9"1"-636,9 4-424,0-4-268,0 5-168,9-1-132,10 6-452,-10 0 16,1 6-332,8-1-472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5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199 246 984,'0'0'903,"-9"-21"1884,9 20-2762,0 0 0,0 0 1,0 0-1,0 0 0,0 0 0,0 0 1,0 0-1,0 0 0,0 0 1,0 0-1,0 0 0,-1 1 0,1-1 1,0 0-1,-1 0 0,1 0 0,-1 0 1,1 1-1,-1-1 0,1 0 1,-1 0-1,0 1 0,1-1 0,-1 0 1,0 1-1,1-1 0,-1 1 0,0-1 1,0 1-1,0-1 0,1 1 1,-1-1-1,-1 1 0,-1 0-12,1 0 1,-1 0-1,1 0 0,-1 1 0,1-1 1,-1 1-1,1 0 0,-1 0 1,1 0-1,0 0 0,-1 0 0,-2 2 1,-3 2-24,0 1 0,0-1 0,0 2 1,1-1-1,0 1 0,-8 10 0,1 4-38,0 0 0,2 2 0,1 0 0,-13 36 0,23-57 26,1-1-1,-1 1 1,1 0 0,-1-1-1,1 1 1,0 0 0,-1-1-1,1 1 1,0 0-1,0-1 1,0 1 0,1 0-1,-1-1 1,0 1-1,1 0 1,-1-1 0,1 1-1,0 2 1,0-4-5,0 1 0,0 0 0,0 0 0,-1-1 0,1 1 0,0-1 0,0 1 0,0-1 1,0 1-1,0-1 0,0 0 0,0 1 0,0-1 0,0 0 0,0 0 0,0 0 0,0 1 0,0-1 0,0 0 0,0 0 0,2-1 0,2 0-78,1 0 0,-1-1 0,0 1 0,0-1 0,0 0 0,0-1 0,0 1 0,0-1 0,-1 0 0,6-4 0,-1-2-58,1-1 1,-2 0 0,1 0 0,-1-1 0,-1 0 0,0-1-1,-1 1 1,0-1 0,0-1 0,6-21 0,-8 18 215,0 0 0,0 0 0,-2 0 0,0 0 0,-1-1 0,-1 1 0,0-1 0,-4-24 1,-8 3 347,9 32-271,1 0 0,0 0-1,0 0 1,0 0 0,1-1-1,-1-8 1,-1-2 250,-4 15-58,6 4-305,0-1-1,0 0 1,0 1-1,0-1 1,1 1-1,-1 0 1,0-1-1,1 1 1,-1-1-1,1 1 1,-1 0-1,1 0 1,0-1-1,0 1 1,0 0-1,0 2 1,-1 41 336,0-13-85,2 0 0,8 60-1,-2-54-285,-5-21-543,1-1 0,1 1 0,0-1 0,1 1 0,1-1 0,13 24 0,-12-34-260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4.7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1 164 344,'7'-5'162,"-1"1"0,1-1 0,-1-1 0,0 0 0,0 1 0,0-2 0,-1 1 0,5-9 0,15-16 176,-22 27-247,1 0-1,-1-1 0,-1 1 1,1-1-1,-1 0 0,0 0 1,0 0-1,0 0 1,-1 0-1,1-1 0,-1 1 1,0-10-1,-1 14 53,-20 13 357,0 17-184,15-22-256,0 1 1,0-1-1,1 1 0,0 0 0,0 0 1,1 0-1,-3 9 0,4-12-48,1-1 0,-1 1-1,1 0 1,0-1-1,1 1 1,-1 0-1,1 0 1,0 0-1,0-1 1,1 1 0,-1 0-1,1 0 1,0-1-1,0 1 1,1 0-1,-1-1 1,1 1-1,0-1 1,0 0 0,1 1-1,-1-1 1,1 0-1,4 4 1,-5-7-37,0 1-1,0-2 1,1 1 0,-1 0 0,0 0-1,0-1 1,1 1 0,-1-1 0,0 0-1,1 1 1,-1-1 0,0 0 0,1-1-1,-1 1 1,0 0 0,1-1 0,-1 1-1,0-1 1,1 0 0,-1 0 0,3-1-1,45-25-2414,-31 12 794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2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 15 1532,'-1'-15'2887,"-2"23"-1715,-2 27-629,5 1-309,1-4-154,-2-1 0,-7 54 0,-1 29-477,6-87-40,3-24 364,0-1 0,0 1 0,0 0 0,-1-1-1,1 1 1,-1-1 0,1 1 0,-1-1 0,0 1 0,-2 2 0,-1 5-596,9-11 68,10-11-62,-14 10 665,38-39-517,8-8 260,-37 42 242,-2 0-1,0 1 1,0 0 0,1 0 0,0 1 0,13-6-1,-19 10 30,1 0 0,-1 0 0,0 0 0,0 1 0,0-1 0,0 1 0,1 0 0,-1 0 0,0 0 0,0 1 0,0-1 0,0 1 0,0-1-1,1 1 1,-1 0 0,0 0 0,-1 1 0,1-1 0,0 1 0,0-1 0,0 1 0,2 2 0,-3-1 11,0-1 1,0 0-1,0 1 0,0-1 1,0 1-1,-1-1 0,0 1 1,1 0-1,-1 0 0,0 0 1,0 0-1,-1 0 1,1 0-1,0 0 0,-1 0 1,0 0-1,0 0 0,0 3 1,0 3 70,-1 1 1,0-1 0,0 0 0,-4 14-1,3-18-45,0 0 0,0 0 0,0-1-1,0 1 1,-1-1 0,0 0-1,0 0 1,0 0 0,0 0 0,-1 0-1,1-1 1,-1 0 0,0 1 0,0-1-1,0-1 1,-1 1 0,1 0-1,-1-1 1,1 0 0,-1 0 0,0-1-1,0 1 1,0-1 0,0 0-1,0 0 1,0-1 0,0 1 0,0-1-1,0 0 1,0-1 0,0 1 0,0-1-1,0 0 1,0 0 0,-6-3 0,6 3-78,0 0 0,1-1 1,-1 0-1,0 0 1,0 0-1,1 0 0,0-1 1,-5-3-1,8 5-67,0 0 0,0-1 0,0 1 0,0 0 0,0-1 0,0 1 0,0-1 0,0 1 1,0-1-1,1 1 0,-1-1 0,1 0 0,-1 1 0,1-1 0,0 0 0,0 1 0,-1-1 0,1 0 0,0 0 0,1 1 0,-1-1 0,0 0 0,0 1 0,1-1 0,-1 0 0,1 1 0,1-3 0,5-8-1374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5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1 143 224,'0'4'254,"0"1"0,0-1 1,0 1-1,0-1 0,1 1 0,0-1 0,0 0 1,0 1-1,0-1 0,1 0 0,0 0 1,0 0-1,2 4 0,-1-5-273,0 0-1,0 0 1,1-1 0,-1 1 0,1-1-1,-1 0 1,1 0 0,0 0-1,-1-1 1,1 1 0,0-1 0,0 0-1,0 0 1,8 1 0,-8-2 0,0 0 0,0 0 1,0 0-1,0 0 0,1-1 1,-1 0-1,0 0 0,0 0 1,0 0-1,0 0 1,0-1-1,-1 0 0,1 0 1,0 0-1,-1 0 0,0-1 1,1 1-1,-1-1 0,0 0 1,0 0-1,0 0 0,-1 0 1,1 0-1,3-7 0,-1 3 154,-1 0 0,0 0 0,0-1 0,0 0 0,-1 0 0,0 0 0,-1 0 0,0 0 0,0-1 0,0 1 0,-1-9 0,-1 14-61,-1 0 0,1 0 1,-1 0-1,0 1 0,0-1 0,0 0 0,0 1 0,0-1 1,-1 0-1,1 1 0,-1 0 0,0-1 0,0 1 0,0 0 1,0 0-1,0 0 0,0 0 0,-4-2 0,-9-11-517,13 0-2796,2 9 1333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5.8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216 158 1400,'10'-136'2549,"-10"135"-2544,0 0 0,0 0 0,0 0-1,0 0 1,-1 1 0,1-1 0,0 0 0,0 0 0,-1 0-1,1 0 1,0 1 0,-1-1 0,1 0 0,-1 0-1,1 1 1,-1-1 0,1 0 0,-1 1 0,0-1 0,1 0-1,-1 1 1,0-1 0,1 1 0,-1-1 0,0 1 0,0-1-1,0 1 1,1 0 0,-1-1 0,0 1 0,0 0 0,0 0-1,0 0 1,0 0 0,1 0 0,-1-1 0,0 2 0,0-1-1,0 0 1,0 0 0,0 0 0,0 0 0,1 0 0,-1 1-1,0-1 1,0 0 0,0 1 0,0-1 0,-1 1 0,-1 1 9,-1-1 1,0 1 0,0 0 0,0 0 0,1 0 0,-1 0-1,1 1 1,0 0 0,0-1 0,-4 5 0,-2 9 107,0 0 0,2 0 0,0 1 1,0 0-1,2 0 0,0 0 0,1 1 0,-2 19 1,-10 38 328,-11 58 187,20-75-559,4-31-539,-1 1 1,-1-1 0,-13 40 0,15-53-750,-5-3-435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64 272,'9'-5'820,"1"-1"-332,8 6-212,-8-5-120,9-5-68,-1 4-60,-8 1-68,8 0-68,-8-1-76,9 1-92,-10 0-92,0 0-56,1 5 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3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0 212 84,'28'-11'1334,"-11"1"-983,-1-1-1,0-1 0,-1-1 1,0 0-1,-1-1 1,15-18-1,-27 29-355,0 0-1,0 0 1,0 0 0,-1 0-1,1 0 1,-1 0-1,0 0 1,0 0 0,0 0-1,0 0 1,0-1 0,-1 1-1,0 0 1,1-1-1,-1 1 1,-1 0 0,1-1-1,0 1 1,-1 0 0,0-1-1,1 1 1,-3-4-1,3 6 4,-1 0-1,1 0 1,-1 0-1,1 0 0,-1-1 1,0 2-1,1-1 1,-1 0-1,0 0 1,0 0-1,0 0 0,0 0 1,1 1-1,-1-1 1,0 0-1,0 1 0,-1-1 1,1 1-1,0-1 1,0 1-1,0-1 0,0 1 1,-2 0-1,1 0 2,0 0 0,0 0-1,-1 1 1,1 0 0,0-1 0,0 1-1,0 0 1,1 0 0,-1 0 0,0 0-1,0 0 1,0 0 0,1 1-1,-1-1 1,0 0 0,1 1 0,0 0-1,-3 2 1,0 1 14,-1 1 0,0 0 1,1 1-1,0-1 0,1 1 0,-1-1 0,1 1 1,1 0-1,-1 0 0,-1 12 0,1 1 190,1-1-1,1 34 0,2-29 9,-5 27 336,3-41-435,0 1-1,0-1 1,1 0 0,0 0 0,1 0 0,3 15 0,-2-16-82,-1 0 1,0 0 0,-1 0-1,0 0 1,-1 10-1,0 7-512,-7-16-501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6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0 199 616,'11'-9'1278,"26"-8"-583,-28 12-778,1 0-1,0 0 1,0 1-1,0 1 1,0 0-1,1 0 0,12-1 1,-9 2 252,0 1 1,0-2-1,-1 0 1,1 0-1,-1-1 0,1-1 1,23-12-1,-14 5 347,0-1 0,0-1 0,28-25 0,-51 39-490,1 0 0,-1 0-1,1 0 1,-1-1 0,1 1-1,-1 0 1,1 0-1,-1-1 1,0 1 0,1 0-1,-1-1 1,1 1-1,-1-1 1,0 1 0,1 0-1,-1-1 1,0 1-1,0-1 1,1 1 0,-1-1-1,0 1 1,0-1-1,0 1 1,0-1 0,1 1-1,-1-1 1,0 1-1,0-1 1,0 1 0,0-1-1,0 1 1,0-1 0,0 1-1,-1-1 1,1 1-1,0-1 1,0 1 0,0-1-1,0 1 1,-1-1-1,1 1 1,0-1 0,0 1-1,-1-1 1,1 1-1,0 0 1,-1-1 0,1 1-1,-1-1 1,1 1-1,-1-1 1,-1 1-4,1-1 1,-1 1-1,1-1 1,-1 1-1,1 0 1,-1 0-1,1 0 1,-1 0-1,1 0 1,-1 0-1,1 0 1,-1 0-1,1 0 1,-1 1-1,1-1 0,-1 1 1,1-1-1,-1 1 1,0 0-1,-4 3 14,0 0 0,0 0 0,1 0 0,0 1-1,0-1 1,0 1 0,1 1 0,-1-1 0,1 0 0,0 1-1,1 0 1,-1 0 0,1 0 0,0 1 0,1-1 0,0 1-1,0-1 1,0 1 0,1 0 0,0 0 0,0 0 0,0-1-1,1 1 1,0 0 0,1 0 0,1 9 0,-1-12-84,0-1 1,0 1-1,0-1 1,1 1 0,-1-1-1,1 0 1,0 0-1,0 1 1,0-1-1,0-1 1,1 1-1,-1 0 1,1 0 0,-1-1-1,1 0 1,0 1-1,0-1 1,0 0-1,0 0 1,7 2 0,-6-3-220,1 0 1,-1-1 0,0 1 0,1-1-1,-1 0 1,0 0 0,1-1 0,-1 1 0,0-1-1,1 0 1,-1 0 0,0 0 0,0-1 0,0 1-1,0-1 1,7-4 0,2-1-940,4-3-131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1:42:27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43 644,'-3'-20'2086,"3"17"-1074,6 6-396,10 6-521,-13-6-38,1 0-1,-1 1 1,0-1-1,-1 1 1,1-1-1,0 1 1,-1 0-1,0 0 1,0 0-1,0 0 1,0 0-1,-1 0 1,1 5-1,2 2 28,-2 0-1,1 0 0,-1 1 1,0 13-1,-2-8-5,1-12-60,-1 0 1,1 0 0,-1 0 0,-1 0-1,1-1 1,-1 1 0,0 0 0,0 0 0,0 0-1,0 0 1,-5 7 0,0-1 4,5-9-21,1-1 1,-1 0 0,0 0-1,1 1 1,-1-1 0,0 0-1,0 0 1,0 0 0,0 0 0,0 0-1,0 0 1,0 0 0,0 0-1,0 0 1,0-1 0,0 1-1,0 0 1,-1-1 0,1 1-1,0-1 1,-1 1 0,1-1-1,0 0 1,-1 1 0,-1-1 0,2 0-4,1-1 1,0 1-1,-1-1 1,1 1 0,0-1-1,0 1 1,0-1-1,-1 1 1,1-1 0,0 1-1,0-1 1,0 1-1,0-1 1,0 1-1,0-1 1,0 1 0,0-1-1,0 1 1,0-1-1,0 1 1,0-1 0,1 1-1,-1-1 1,0 1-1,0-1 1,0 1 0,1-1-1,-1 1 1,0 0-1,0-1 1,1 0 0,6-15-55,8-5-105,0 0 1,2 2-1,0-1 1,23-18-1,-20 19-895,0-1 1,32-43-1,-41 42-620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A494-7A47-FE8B-DDFD-42F58A608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705DD-75AF-D65E-707B-B99240EA0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FE596-1A22-E2C0-EF46-4ADC09BE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56FA5-C15F-9702-963E-DF789CF8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9446B-3108-4085-111D-8E543655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7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87CA-0B25-7B66-D7C5-86DE51E9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9A6C-1167-351A-3287-1EE1E3C1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D0870-3A56-D4A7-A5CB-A5A3536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AD19F-0D96-6F6A-4C97-C230F1BC6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B8543-B32B-7D94-E02F-36041E91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87A6-F228-782F-9900-83D2702D4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418FC-090C-8B88-ABF7-8FD505633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252EC-126A-BD61-31C8-FC3E1A71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15F95-D75D-C1BE-68FA-AF2330BC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9B60-50A3-353E-7B51-E61DCB14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7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F0E6-05C9-36C7-2009-E38A28E4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F346C-23F6-928E-DF75-34C2A9781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954A3-9CF6-44C1-5D32-6194DB712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83F7C-6A7C-649F-BB78-AED55362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33FE0-C868-A5F5-5156-C5A5F9C58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F2752-09CD-4C3C-23E5-70A2CE77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80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D022-75AA-50DF-38EF-5A3765F5E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E53A9-FBE7-6B92-619B-73AB4CF34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77152-DC2C-AB05-92FA-EA9534D57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3E252-6ED8-C1F3-9C17-EA26D1DCD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77EE0-74A2-42F5-8AA0-D4900791D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E6B72-3E15-5E4B-A02F-86CCB8F6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320B0-8D7B-D9C7-1C35-B70990A7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F4ACE-7A8D-D779-93CB-911A1DF9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4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F8D9-96C3-91F2-2AB9-69796B5E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2254F-49A4-2CB1-056D-FB04311A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27311-BF8F-057D-46F6-BA4261027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B3775-E13A-A581-B718-675E5349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7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0AA4B-EA00-C6DF-2A2D-30E035EB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F3FCC-1140-56C2-4439-0ECB284E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0ED72-316F-52E8-25B5-9FC05090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92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5257-D7F9-619A-2799-5D655F1E4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72328-3867-9663-8BD5-7E678F431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BBDBA-2265-D98F-C7EC-7347BA515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41ECF-A46F-039E-A85E-AEC8A5D5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0E90B-D5EC-7BB9-51B5-ED96117E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FA4A7-B8ED-2F17-A68E-A25A47B1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46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6968-6AA6-A2EA-35FE-D0FD2B7F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05262A-FC72-4E1C-7A83-ACD71DE50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F4E5-A1B2-7B2D-BBFA-82403A5B2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160A2-BD8F-0753-8CFF-82129F9F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B7AEE-F095-D62B-8ABE-B159A293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31E94-1B3C-0F55-DC9B-C6503BEF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7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8AAC-A8C7-237B-19BB-F435A9E6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D4D75-9D9D-17B8-EDEC-A208E5AEE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0856C-A98B-3E7F-6449-D2942DDA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C4466-412C-DEAE-41D1-01163FE25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E183A-6153-21C7-2632-4AD5ED86A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2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CC4C7-B816-02AE-3A0B-3D46FB5E27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0BC96-F384-1150-2860-B1E33B50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5F76B-A5AE-A3BE-713D-6547EBF66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10813-CDB3-897C-B940-64D528D2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2C255-7587-060E-7AC1-7D7BFA97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2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E8492A-8F68-34CB-763C-9BE24032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C1FC2-3B67-8D36-431C-ABBFAC11D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34B77-6AF1-21BD-5B56-FB3EDAA0B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6AA17-45F0-4D27-B1C6-2E20FC9E9B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32D01-0845-C472-2AF5-7266A8FE9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F2493-CEC2-283E-1FAF-1B312E44C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72F7A-C3A8-4142-A8A1-D5B4D5668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8" Type="http://schemas.openxmlformats.org/officeDocument/2006/relationships/customXml" Target="../ink/ink4.xml"/><Relationship Id="rId3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customXml" Target="../ink/ink28.xml"/><Relationship Id="rId26" Type="http://schemas.openxmlformats.org/officeDocument/2006/relationships/customXml" Target="../ink/ink32.xml"/><Relationship Id="rId39" Type="http://schemas.openxmlformats.org/officeDocument/2006/relationships/image" Target="../media/image38.png"/><Relationship Id="rId21" Type="http://schemas.openxmlformats.org/officeDocument/2006/relationships/image" Target="../media/image29.png"/><Relationship Id="rId34" Type="http://schemas.openxmlformats.org/officeDocument/2006/relationships/customXml" Target="../ink/ink36.xml"/><Relationship Id="rId42" Type="http://schemas.openxmlformats.org/officeDocument/2006/relationships/customXml" Target="../ink/ink40.xml"/><Relationship Id="rId7" Type="http://schemas.openxmlformats.org/officeDocument/2006/relationships/image" Target="../media/image22.png"/><Relationship Id="rId2" Type="http://schemas.openxmlformats.org/officeDocument/2006/relationships/customXml" Target="../ink/ink20.xml"/><Relationship Id="rId16" Type="http://schemas.openxmlformats.org/officeDocument/2006/relationships/customXml" Target="../ink/ink27.xml"/><Relationship Id="rId20" Type="http://schemas.openxmlformats.org/officeDocument/2006/relationships/customXml" Target="../ink/ink29.xml"/><Relationship Id="rId29" Type="http://schemas.openxmlformats.org/officeDocument/2006/relationships/image" Target="../media/image33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2.xml"/><Relationship Id="rId11" Type="http://schemas.openxmlformats.org/officeDocument/2006/relationships/image" Target="../media/image24.png"/><Relationship Id="rId24" Type="http://schemas.openxmlformats.org/officeDocument/2006/relationships/customXml" Target="../ink/ink31.xml"/><Relationship Id="rId32" Type="http://schemas.openxmlformats.org/officeDocument/2006/relationships/customXml" Target="../ink/ink35.xml"/><Relationship Id="rId37" Type="http://schemas.openxmlformats.org/officeDocument/2006/relationships/image" Target="../media/image37.png"/><Relationship Id="rId40" Type="http://schemas.openxmlformats.org/officeDocument/2006/relationships/customXml" Target="../ink/ink39.xml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23" Type="http://schemas.openxmlformats.org/officeDocument/2006/relationships/image" Target="../media/image30.png"/><Relationship Id="rId28" Type="http://schemas.openxmlformats.org/officeDocument/2006/relationships/customXml" Target="../ink/ink33.xml"/><Relationship Id="rId36" Type="http://schemas.openxmlformats.org/officeDocument/2006/relationships/customXml" Target="../ink/ink37.xml"/><Relationship Id="rId10" Type="http://schemas.openxmlformats.org/officeDocument/2006/relationships/customXml" Target="../ink/ink24.xml"/><Relationship Id="rId19" Type="http://schemas.openxmlformats.org/officeDocument/2006/relationships/image" Target="../media/image28.png"/><Relationship Id="rId31" Type="http://schemas.openxmlformats.org/officeDocument/2006/relationships/image" Target="../media/image34.png"/><Relationship Id="rId4" Type="http://schemas.openxmlformats.org/officeDocument/2006/relationships/customXml" Target="../ink/ink21.xml"/><Relationship Id="rId9" Type="http://schemas.openxmlformats.org/officeDocument/2006/relationships/image" Target="../media/image23.png"/><Relationship Id="rId14" Type="http://schemas.openxmlformats.org/officeDocument/2006/relationships/customXml" Target="../ink/ink26.xml"/><Relationship Id="rId22" Type="http://schemas.openxmlformats.org/officeDocument/2006/relationships/customXml" Target="../ink/ink30.xml"/><Relationship Id="rId27" Type="http://schemas.openxmlformats.org/officeDocument/2006/relationships/image" Target="../media/image32.png"/><Relationship Id="rId30" Type="http://schemas.openxmlformats.org/officeDocument/2006/relationships/customXml" Target="../ink/ink34.xml"/><Relationship Id="rId35" Type="http://schemas.openxmlformats.org/officeDocument/2006/relationships/image" Target="../media/image36.png"/><Relationship Id="rId43" Type="http://schemas.openxmlformats.org/officeDocument/2006/relationships/image" Target="../media/image40.png"/><Relationship Id="rId8" Type="http://schemas.openxmlformats.org/officeDocument/2006/relationships/customXml" Target="../ink/ink23.xml"/><Relationship Id="rId3" Type="http://schemas.openxmlformats.org/officeDocument/2006/relationships/image" Target="../media/image20.png"/><Relationship Id="rId12" Type="http://schemas.openxmlformats.org/officeDocument/2006/relationships/customXml" Target="../ink/ink25.xml"/><Relationship Id="rId17" Type="http://schemas.openxmlformats.org/officeDocument/2006/relationships/image" Target="../media/image27.png"/><Relationship Id="rId25" Type="http://schemas.openxmlformats.org/officeDocument/2006/relationships/image" Target="../media/image31.png"/><Relationship Id="rId33" Type="http://schemas.openxmlformats.org/officeDocument/2006/relationships/image" Target="../media/image35.png"/><Relationship Id="rId38" Type="http://schemas.openxmlformats.org/officeDocument/2006/relationships/customXml" Target="../ink/ink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13" Type="http://schemas.openxmlformats.org/officeDocument/2006/relationships/image" Target="../media/image46.png"/><Relationship Id="rId18" Type="http://schemas.openxmlformats.org/officeDocument/2006/relationships/customXml" Target="../ink/ink49.xml"/><Relationship Id="rId3" Type="http://schemas.openxmlformats.org/officeDocument/2006/relationships/image" Target="../media/image41.png"/><Relationship Id="rId21" Type="http://schemas.openxmlformats.org/officeDocument/2006/relationships/image" Target="../media/image50.png"/><Relationship Id="rId7" Type="http://schemas.openxmlformats.org/officeDocument/2006/relationships/image" Target="../media/image43.png"/><Relationship Id="rId12" Type="http://schemas.openxmlformats.org/officeDocument/2006/relationships/customXml" Target="../ink/ink46.xml"/><Relationship Id="rId17" Type="http://schemas.openxmlformats.org/officeDocument/2006/relationships/image" Target="../media/image48.png"/><Relationship Id="rId2" Type="http://schemas.openxmlformats.org/officeDocument/2006/relationships/customXml" Target="../ink/ink41.xml"/><Relationship Id="rId16" Type="http://schemas.openxmlformats.org/officeDocument/2006/relationships/customXml" Target="../ink/ink48.xml"/><Relationship Id="rId20" Type="http://schemas.openxmlformats.org/officeDocument/2006/relationships/customXml" Target="../ink/ink5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3.xml"/><Relationship Id="rId11" Type="http://schemas.openxmlformats.org/officeDocument/2006/relationships/image" Target="../media/image45.png"/><Relationship Id="rId5" Type="http://schemas.openxmlformats.org/officeDocument/2006/relationships/image" Target="../media/image42.png"/><Relationship Id="rId15" Type="http://schemas.openxmlformats.org/officeDocument/2006/relationships/image" Target="../media/image47.png"/><Relationship Id="rId23" Type="http://schemas.openxmlformats.org/officeDocument/2006/relationships/image" Target="../media/image51.png"/><Relationship Id="rId10" Type="http://schemas.openxmlformats.org/officeDocument/2006/relationships/customXml" Target="../ink/ink45.xml"/><Relationship Id="rId19" Type="http://schemas.openxmlformats.org/officeDocument/2006/relationships/image" Target="../media/image49.png"/><Relationship Id="rId4" Type="http://schemas.openxmlformats.org/officeDocument/2006/relationships/customXml" Target="../ink/ink42.xml"/><Relationship Id="rId9" Type="http://schemas.openxmlformats.org/officeDocument/2006/relationships/image" Target="../media/image44.png"/><Relationship Id="rId14" Type="http://schemas.openxmlformats.org/officeDocument/2006/relationships/customXml" Target="../ink/ink47.xml"/><Relationship Id="rId22" Type="http://schemas.openxmlformats.org/officeDocument/2006/relationships/customXml" Target="../ink/ink5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4.xml"/><Relationship Id="rId21" Type="http://schemas.openxmlformats.org/officeDocument/2006/relationships/image" Target="../media/image61.png"/><Relationship Id="rId34" Type="http://schemas.openxmlformats.org/officeDocument/2006/relationships/customXml" Target="../ink/ink68.xml"/><Relationship Id="rId42" Type="http://schemas.openxmlformats.org/officeDocument/2006/relationships/customXml" Target="../ink/ink72.xml"/><Relationship Id="rId47" Type="http://schemas.openxmlformats.org/officeDocument/2006/relationships/image" Target="../media/image74.png"/><Relationship Id="rId50" Type="http://schemas.openxmlformats.org/officeDocument/2006/relationships/customXml" Target="../ink/ink76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7" Type="http://schemas.openxmlformats.org/officeDocument/2006/relationships/image" Target="../media/image54.png"/><Relationship Id="rId2" Type="http://schemas.openxmlformats.org/officeDocument/2006/relationships/customXml" Target="../ink/ink52.xml"/><Relationship Id="rId16" Type="http://schemas.openxmlformats.org/officeDocument/2006/relationships/customXml" Target="../ink/ink59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63.xml"/><Relationship Id="rId32" Type="http://schemas.openxmlformats.org/officeDocument/2006/relationships/customXml" Target="../ink/ink67.xml"/><Relationship Id="rId37" Type="http://schemas.openxmlformats.org/officeDocument/2006/relationships/image" Target="../media/image69.png"/><Relationship Id="rId40" Type="http://schemas.openxmlformats.org/officeDocument/2006/relationships/customXml" Target="../ink/ink71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80.xml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19" Type="http://schemas.openxmlformats.org/officeDocument/2006/relationships/image" Target="../media/image60.png"/><Relationship Id="rId14" Type="http://schemas.openxmlformats.org/officeDocument/2006/relationships/customXml" Target="../ink/ink58.xml"/><Relationship Id="rId22" Type="http://schemas.openxmlformats.org/officeDocument/2006/relationships/customXml" Target="../ink/ink62.xml"/><Relationship Id="rId27" Type="http://schemas.openxmlformats.org/officeDocument/2006/relationships/image" Target="../media/image64.png"/><Relationship Id="rId30" Type="http://schemas.openxmlformats.org/officeDocument/2006/relationships/customXml" Target="../ink/ink66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75.xml"/><Relationship Id="rId56" Type="http://schemas.openxmlformats.org/officeDocument/2006/relationships/customXml" Target="../ink/ink79.xml"/><Relationship Id="rId64" Type="http://schemas.openxmlformats.org/officeDocument/2006/relationships/customXml" Target="../ink/ink83.xml"/><Relationship Id="rId8" Type="http://schemas.openxmlformats.org/officeDocument/2006/relationships/customXml" Target="../ink/ink55.xml"/><Relationship Id="rId51" Type="http://schemas.openxmlformats.org/officeDocument/2006/relationships/image" Target="../media/image76.png"/><Relationship Id="rId3" Type="http://schemas.openxmlformats.org/officeDocument/2006/relationships/image" Target="../media/image52.png"/><Relationship Id="rId12" Type="http://schemas.openxmlformats.org/officeDocument/2006/relationships/customXml" Target="../ink/ink57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70.xml"/><Relationship Id="rId46" Type="http://schemas.openxmlformats.org/officeDocument/2006/relationships/customXml" Target="../ink/ink74.xml"/><Relationship Id="rId59" Type="http://schemas.openxmlformats.org/officeDocument/2006/relationships/image" Target="../media/image80.png"/><Relationship Id="rId20" Type="http://schemas.openxmlformats.org/officeDocument/2006/relationships/customXml" Target="../ink/ink61.xml"/><Relationship Id="rId41" Type="http://schemas.openxmlformats.org/officeDocument/2006/relationships/image" Target="../media/image71.png"/><Relationship Id="rId54" Type="http://schemas.openxmlformats.org/officeDocument/2006/relationships/customXml" Target="../ink/ink78.xml"/><Relationship Id="rId62" Type="http://schemas.openxmlformats.org/officeDocument/2006/relationships/customXml" Target="../ink/ink8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4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65.xml"/><Relationship Id="rId36" Type="http://schemas.openxmlformats.org/officeDocument/2006/relationships/customXml" Target="../ink/ink69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56.xml"/><Relationship Id="rId31" Type="http://schemas.openxmlformats.org/officeDocument/2006/relationships/image" Target="../media/image66.png"/><Relationship Id="rId44" Type="http://schemas.openxmlformats.org/officeDocument/2006/relationships/customXml" Target="../ink/ink73.xml"/><Relationship Id="rId52" Type="http://schemas.openxmlformats.org/officeDocument/2006/relationships/customXml" Target="../ink/ink77.xml"/><Relationship Id="rId60" Type="http://schemas.openxmlformats.org/officeDocument/2006/relationships/customXml" Target="../ink/ink81.xml"/><Relationship Id="rId65" Type="http://schemas.openxmlformats.org/officeDocument/2006/relationships/image" Target="../media/image83.png"/><Relationship Id="rId4" Type="http://schemas.openxmlformats.org/officeDocument/2006/relationships/customXml" Target="../ink/ink53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60.xml"/><Relationship Id="rId39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6.xml"/><Relationship Id="rId21" Type="http://schemas.openxmlformats.org/officeDocument/2006/relationships/image" Target="../media/image610.png"/><Relationship Id="rId42" Type="http://schemas.openxmlformats.org/officeDocument/2006/relationships/customXml" Target="../ink/ink104.xml"/><Relationship Id="rId47" Type="http://schemas.openxmlformats.org/officeDocument/2006/relationships/image" Target="../media/image740.png"/><Relationship Id="rId63" Type="http://schemas.openxmlformats.org/officeDocument/2006/relationships/image" Target="../media/image820.png"/><Relationship Id="rId68" Type="http://schemas.openxmlformats.org/officeDocument/2006/relationships/customXml" Target="../ink/ink117.xml"/><Relationship Id="rId16" Type="http://schemas.openxmlformats.org/officeDocument/2006/relationships/customXml" Target="../ink/ink91.xml"/><Relationship Id="rId11" Type="http://schemas.openxmlformats.org/officeDocument/2006/relationships/image" Target="../media/image560.png"/><Relationship Id="rId32" Type="http://schemas.openxmlformats.org/officeDocument/2006/relationships/customXml" Target="../ink/ink99.xml"/><Relationship Id="rId37" Type="http://schemas.openxmlformats.org/officeDocument/2006/relationships/image" Target="../media/image690.png"/><Relationship Id="rId53" Type="http://schemas.openxmlformats.org/officeDocument/2006/relationships/image" Target="../media/image770.png"/><Relationship Id="rId58" Type="http://schemas.openxmlformats.org/officeDocument/2006/relationships/customXml" Target="../ink/ink112.xml"/><Relationship Id="rId74" Type="http://schemas.openxmlformats.org/officeDocument/2006/relationships/customXml" Target="../ink/ink120.xml"/><Relationship Id="rId79" Type="http://schemas.openxmlformats.org/officeDocument/2006/relationships/image" Target="../media/image90.png"/><Relationship Id="rId5" Type="http://schemas.openxmlformats.org/officeDocument/2006/relationships/image" Target="../media/image530.png"/><Relationship Id="rId61" Type="http://schemas.openxmlformats.org/officeDocument/2006/relationships/image" Target="../media/image810.png"/><Relationship Id="rId19" Type="http://schemas.openxmlformats.org/officeDocument/2006/relationships/image" Target="../media/image600.png"/><Relationship Id="rId14" Type="http://schemas.openxmlformats.org/officeDocument/2006/relationships/customXml" Target="../ink/ink90.xml"/><Relationship Id="rId22" Type="http://schemas.openxmlformats.org/officeDocument/2006/relationships/customXml" Target="../ink/ink94.xml"/><Relationship Id="rId27" Type="http://schemas.openxmlformats.org/officeDocument/2006/relationships/image" Target="../media/image640.png"/><Relationship Id="rId30" Type="http://schemas.openxmlformats.org/officeDocument/2006/relationships/customXml" Target="../ink/ink98.xml"/><Relationship Id="rId35" Type="http://schemas.openxmlformats.org/officeDocument/2006/relationships/image" Target="../media/image680.png"/><Relationship Id="rId43" Type="http://schemas.openxmlformats.org/officeDocument/2006/relationships/image" Target="../media/image720.png"/><Relationship Id="rId48" Type="http://schemas.openxmlformats.org/officeDocument/2006/relationships/customXml" Target="../ink/ink107.xml"/><Relationship Id="rId56" Type="http://schemas.openxmlformats.org/officeDocument/2006/relationships/customXml" Target="../ink/ink111.xml"/><Relationship Id="rId64" Type="http://schemas.openxmlformats.org/officeDocument/2006/relationships/customXml" Target="../ink/ink115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8" Type="http://schemas.openxmlformats.org/officeDocument/2006/relationships/customXml" Target="../ink/ink87.xml"/><Relationship Id="rId51" Type="http://schemas.openxmlformats.org/officeDocument/2006/relationships/image" Target="../media/image760.png"/><Relationship Id="rId72" Type="http://schemas.openxmlformats.org/officeDocument/2006/relationships/customXml" Target="../ink/ink119.xml"/><Relationship Id="rId80" Type="http://schemas.openxmlformats.org/officeDocument/2006/relationships/customXml" Target="../ink/ink123.xml"/><Relationship Id="rId3" Type="http://schemas.openxmlformats.org/officeDocument/2006/relationships/image" Target="../media/image520.png"/><Relationship Id="rId12" Type="http://schemas.openxmlformats.org/officeDocument/2006/relationships/customXml" Target="../ink/ink89.xml"/><Relationship Id="rId17" Type="http://schemas.openxmlformats.org/officeDocument/2006/relationships/image" Target="../media/image590.png"/><Relationship Id="rId25" Type="http://schemas.openxmlformats.org/officeDocument/2006/relationships/image" Target="../media/image630.png"/><Relationship Id="rId33" Type="http://schemas.openxmlformats.org/officeDocument/2006/relationships/image" Target="../media/image670.png"/><Relationship Id="rId38" Type="http://schemas.openxmlformats.org/officeDocument/2006/relationships/customXml" Target="../ink/ink102.xml"/><Relationship Id="rId46" Type="http://schemas.openxmlformats.org/officeDocument/2006/relationships/customXml" Target="../ink/ink106.xml"/><Relationship Id="rId59" Type="http://schemas.openxmlformats.org/officeDocument/2006/relationships/image" Target="../media/image800.png"/><Relationship Id="rId67" Type="http://schemas.openxmlformats.org/officeDocument/2006/relationships/image" Target="../media/image84.png"/><Relationship Id="rId20" Type="http://schemas.openxmlformats.org/officeDocument/2006/relationships/customXml" Target="../ink/ink93.xml"/><Relationship Id="rId41" Type="http://schemas.openxmlformats.org/officeDocument/2006/relationships/image" Target="../media/image710.png"/><Relationship Id="rId54" Type="http://schemas.openxmlformats.org/officeDocument/2006/relationships/customXml" Target="../ink/ink110.xml"/><Relationship Id="rId62" Type="http://schemas.openxmlformats.org/officeDocument/2006/relationships/customXml" Target="../ink/ink114.xml"/><Relationship Id="rId70" Type="http://schemas.openxmlformats.org/officeDocument/2006/relationships/customXml" Target="../ink/ink118.xml"/><Relationship Id="rId75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6.xml"/><Relationship Id="rId15" Type="http://schemas.openxmlformats.org/officeDocument/2006/relationships/image" Target="../media/image580.png"/><Relationship Id="rId23" Type="http://schemas.openxmlformats.org/officeDocument/2006/relationships/image" Target="../media/image620.png"/><Relationship Id="rId28" Type="http://schemas.openxmlformats.org/officeDocument/2006/relationships/customXml" Target="../ink/ink97.xml"/><Relationship Id="rId36" Type="http://schemas.openxmlformats.org/officeDocument/2006/relationships/customXml" Target="../ink/ink101.xml"/><Relationship Id="rId49" Type="http://schemas.openxmlformats.org/officeDocument/2006/relationships/image" Target="../media/image750.png"/><Relationship Id="rId57" Type="http://schemas.openxmlformats.org/officeDocument/2006/relationships/image" Target="../media/image790.png"/><Relationship Id="rId10" Type="http://schemas.openxmlformats.org/officeDocument/2006/relationships/customXml" Target="../ink/ink88.xml"/><Relationship Id="rId31" Type="http://schemas.openxmlformats.org/officeDocument/2006/relationships/image" Target="../media/image660.png"/><Relationship Id="rId44" Type="http://schemas.openxmlformats.org/officeDocument/2006/relationships/customXml" Target="../ink/ink105.xml"/><Relationship Id="rId52" Type="http://schemas.openxmlformats.org/officeDocument/2006/relationships/customXml" Target="../ink/ink109.xml"/><Relationship Id="rId60" Type="http://schemas.openxmlformats.org/officeDocument/2006/relationships/customXml" Target="../ink/ink113.xml"/><Relationship Id="rId65" Type="http://schemas.openxmlformats.org/officeDocument/2006/relationships/image" Target="../media/image830.png"/><Relationship Id="rId73" Type="http://schemas.openxmlformats.org/officeDocument/2006/relationships/image" Target="../media/image87.png"/><Relationship Id="rId78" Type="http://schemas.openxmlformats.org/officeDocument/2006/relationships/customXml" Target="../ink/ink122.xml"/><Relationship Id="rId81" Type="http://schemas.openxmlformats.org/officeDocument/2006/relationships/image" Target="../media/image91.png"/><Relationship Id="rId4" Type="http://schemas.openxmlformats.org/officeDocument/2006/relationships/customXml" Target="../ink/ink85.xml"/><Relationship Id="rId9" Type="http://schemas.openxmlformats.org/officeDocument/2006/relationships/image" Target="../media/image550.png"/><Relationship Id="rId13" Type="http://schemas.openxmlformats.org/officeDocument/2006/relationships/image" Target="../media/image570.png"/><Relationship Id="rId18" Type="http://schemas.openxmlformats.org/officeDocument/2006/relationships/customXml" Target="../ink/ink92.xml"/><Relationship Id="rId39" Type="http://schemas.openxmlformats.org/officeDocument/2006/relationships/image" Target="../media/image700.png"/><Relationship Id="rId34" Type="http://schemas.openxmlformats.org/officeDocument/2006/relationships/customXml" Target="../ink/ink100.xml"/><Relationship Id="rId50" Type="http://schemas.openxmlformats.org/officeDocument/2006/relationships/customXml" Target="../ink/ink108.xml"/><Relationship Id="rId55" Type="http://schemas.openxmlformats.org/officeDocument/2006/relationships/image" Target="../media/image780.png"/><Relationship Id="rId76" Type="http://schemas.openxmlformats.org/officeDocument/2006/relationships/customXml" Target="../ink/ink121.xml"/><Relationship Id="rId7" Type="http://schemas.openxmlformats.org/officeDocument/2006/relationships/image" Target="../media/image540.png"/><Relationship Id="rId71" Type="http://schemas.openxmlformats.org/officeDocument/2006/relationships/image" Target="../media/image86.png"/><Relationship Id="rId2" Type="http://schemas.openxmlformats.org/officeDocument/2006/relationships/customXml" Target="../ink/ink84.xml"/><Relationship Id="rId29" Type="http://schemas.openxmlformats.org/officeDocument/2006/relationships/image" Target="../media/image650.png"/><Relationship Id="rId24" Type="http://schemas.openxmlformats.org/officeDocument/2006/relationships/customXml" Target="../ink/ink95.xml"/><Relationship Id="rId40" Type="http://schemas.openxmlformats.org/officeDocument/2006/relationships/customXml" Target="../ink/ink103.xml"/><Relationship Id="rId45" Type="http://schemas.openxmlformats.org/officeDocument/2006/relationships/image" Target="../media/image730.png"/><Relationship Id="rId66" Type="http://schemas.openxmlformats.org/officeDocument/2006/relationships/customXml" Target="../ink/ink116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6.xml"/><Relationship Id="rId21" Type="http://schemas.openxmlformats.org/officeDocument/2006/relationships/image" Target="../media/image101.png"/><Relationship Id="rId42" Type="http://schemas.openxmlformats.org/officeDocument/2006/relationships/customXml" Target="../ink/ink144.xml"/><Relationship Id="rId47" Type="http://schemas.openxmlformats.org/officeDocument/2006/relationships/image" Target="../media/image114.png"/><Relationship Id="rId63" Type="http://schemas.openxmlformats.org/officeDocument/2006/relationships/image" Target="../media/image121.png"/><Relationship Id="rId68" Type="http://schemas.openxmlformats.org/officeDocument/2006/relationships/customXml" Target="../ink/ink157.xml"/><Relationship Id="rId16" Type="http://schemas.openxmlformats.org/officeDocument/2006/relationships/customXml" Target="../ink/ink131.xml"/><Relationship Id="rId11" Type="http://schemas.openxmlformats.org/officeDocument/2006/relationships/image" Target="../media/image96.png"/><Relationship Id="rId32" Type="http://schemas.openxmlformats.org/officeDocument/2006/relationships/customXml" Target="../ink/ink139.xml"/><Relationship Id="rId37" Type="http://schemas.openxmlformats.org/officeDocument/2006/relationships/image" Target="../media/image109.png"/><Relationship Id="rId53" Type="http://schemas.openxmlformats.org/officeDocument/2006/relationships/image" Target="../media/image117.png"/><Relationship Id="rId58" Type="http://schemas.openxmlformats.org/officeDocument/2006/relationships/customXml" Target="../ink/ink152.xml"/><Relationship Id="rId74" Type="http://schemas.openxmlformats.org/officeDocument/2006/relationships/customXml" Target="../ink/ink160.xml"/><Relationship Id="rId79" Type="http://schemas.openxmlformats.org/officeDocument/2006/relationships/image" Target="../media/image129.png"/><Relationship Id="rId5" Type="http://schemas.openxmlformats.org/officeDocument/2006/relationships/image" Target="../media/image93.png"/><Relationship Id="rId61" Type="http://schemas.openxmlformats.org/officeDocument/2006/relationships/image" Target="../media/image810.png"/><Relationship Id="rId19" Type="http://schemas.openxmlformats.org/officeDocument/2006/relationships/image" Target="../media/image100.png"/><Relationship Id="rId14" Type="http://schemas.openxmlformats.org/officeDocument/2006/relationships/customXml" Target="../ink/ink130.xml"/><Relationship Id="rId22" Type="http://schemas.openxmlformats.org/officeDocument/2006/relationships/customXml" Target="../ink/ink134.xml"/><Relationship Id="rId27" Type="http://schemas.openxmlformats.org/officeDocument/2006/relationships/image" Target="../media/image104.png"/><Relationship Id="rId30" Type="http://schemas.openxmlformats.org/officeDocument/2006/relationships/customXml" Target="../ink/ink138.xml"/><Relationship Id="rId35" Type="http://schemas.openxmlformats.org/officeDocument/2006/relationships/image" Target="../media/image108.png"/><Relationship Id="rId43" Type="http://schemas.openxmlformats.org/officeDocument/2006/relationships/image" Target="../media/image112.png"/><Relationship Id="rId48" Type="http://schemas.openxmlformats.org/officeDocument/2006/relationships/customXml" Target="../ink/ink147.xml"/><Relationship Id="rId56" Type="http://schemas.openxmlformats.org/officeDocument/2006/relationships/customXml" Target="../ink/ink151.xml"/><Relationship Id="rId64" Type="http://schemas.openxmlformats.org/officeDocument/2006/relationships/customXml" Target="../ink/ink155.xml"/><Relationship Id="rId69" Type="http://schemas.openxmlformats.org/officeDocument/2006/relationships/image" Target="../media/image124.png"/><Relationship Id="rId77" Type="http://schemas.openxmlformats.org/officeDocument/2006/relationships/image" Target="../media/image128.png"/><Relationship Id="rId8" Type="http://schemas.openxmlformats.org/officeDocument/2006/relationships/customXml" Target="../ink/ink127.xml"/><Relationship Id="rId51" Type="http://schemas.openxmlformats.org/officeDocument/2006/relationships/image" Target="../media/image116.png"/><Relationship Id="rId72" Type="http://schemas.openxmlformats.org/officeDocument/2006/relationships/customXml" Target="../ink/ink159.xml"/><Relationship Id="rId80" Type="http://schemas.openxmlformats.org/officeDocument/2006/relationships/customXml" Target="../ink/ink163.xml"/><Relationship Id="rId3" Type="http://schemas.openxmlformats.org/officeDocument/2006/relationships/image" Target="../media/image92.png"/><Relationship Id="rId12" Type="http://schemas.openxmlformats.org/officeDocument/2006/relationships/customXml" Target="../ink/ink129.xml"/><Relationship Id="rId17" Type="http://schemas.openxmlformats.org/officeDocument/2006/relationships/image" Target="../media/image99.png"/><Relationship Id="rId25" Type="http://schemas.openxmlformats.org/officeDocument/2006/relationships/image" Target="../media/image103.png"/><Relationship Id="rId33" Type="http://schemas.openxmlformats.org/officeDocument/2006/relationships/image" Target="../media/image107.png"/><Relationship Id="rId38" Type="http://schemas.openxmlformats.org/officeDocument/2006/relationships/customXml" Target="../ink/ink142.xml"/><Relationship Id="rId46" Type="http://schemas.openxmlformats.org/officeDocument/2006/relationships/customXml" Target="../ink/ink146.xml"/><Relationship Id="rId59" Type="http://schemas.openxmlformats.org/officeDocument/2006/relationships/image" Target="../media/image120.png"/><Relationship Id="rId67" Type="http://schemas.openxmlformats.org/officeDocument/2006/relationships/image" Target="../media/image123.png"/><Relationship Id="rId20" Type="http://schemas.openxmlformats.org/officeDocument/2006/relationships/customXml" Target="../ink/ink133.xml"/><Relationship Id="rId41" Type="http://schemas.openxmlformats.org/officeDocument/2006/relationships/image" Target="../media/image111.png"/><Relationship Id="rId54" Type="http://schemas.openxmlformats.org/officeDocument/2006/relationships/customXml" Target="../ink/ink150.xml"/><Relationship Id="rId62" Type="http://schemas.openxmlformats.org/officeDocument/2006/relationships/customXml" Target="../ink/ink154.xml"/><Relationship Id="rId70" Type="http://schemas.openxmlformats.org/officeDocument/2006/relationships/customXml" Target="../ink/ink158.xml"/><Relationship Id="rId75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6.xml"/><Relationship Id="rId15" Type="http://schemas.openxmlformats.org/officeDocument/2006/relationships/image" Target="../media/image98.png"/><Relationship Id="rId23" Type="http://schemas.openxmlformats.org/officeDocument/2006/relationships/image" Target="../media/image102.png"/><Relationship Id="rId28" Type="http://schemas.openxmlformats.org/officeDocument/2006/relationships/customXml" Target="../ink/ink137.xml"/><Relationship Id="rId36" Type="http://schemas.openxmlformats.org/officeDocument/2006/relationships/customXml" Target="../ink/ink141.xml"/><Relationship Id="rId49" Type="http://schemas.openxmlformats.org/officeDocument/2006/relationships/image" Target="../media/image115.png"/><Relationship Id="rId57" Type="http://schemas.openxmlformats.org/officeDocument/2006/relationships/image" Target="../media/image119.png"/><Relationship Id="rId10" Type="http://schemas.openxmlformats.org/officeDocument/2006/relationships/customXml" Target="../ink/ink128.xml"/><Relationship Id="rId31" Type="http://schemas.openxmlformats.org/officeDocument/2006/relationships/image" Target="../media/image106.png"/><Relationship Id="rId44" Type="http://schemas.openxmlformats.org/officeDocument/2006/relationships/customXml" Target="../ink/ink145.xml"/><Relationship Id="rId52" Type="http://schemas.openxmlformats.org/officeDocument/2006/relationships/customXml" Target="../ink/ink149.xml"/><Relationship Id="rId60" Type="http://schemas.openxmlformats.org/officeDocument/2006/relationships/customXml" Target="../ink/ink153.xml"/><Relationship Id="rId65" Type="http://schemas.openxmlformats.org/officeDocument/2006/relationships/image" Target="../media/image122.png"/><Relationship Id="rId73" Type="http://schemas.openxmlformats.org/officeDocument/2006/relationships/image" Target="../media/image126.png"/><Relationship Id="rId78" Type="http://schemas.openxmlformats.org/officeDocument/2006/relationships/customXml" Target="../ink/ink162.xml"/><Relationship Id="rId81" Type="http://schemas.openxmlformats.org/officeDocument/2006/relationships/image" Target="../media/image130.png"/><Relationship Id="rId4" Type="http://schemas.openxmlformats.org/officeDocument/2006/relationships/customXml" Target="../ink/ink125.xml"/><Relationship Id="rId9" Type="http://schemas.openxmlformats.org/officeDocument/2006/relationships/image" Target="../media/image95.png"/><Relationship Id="rId13" Type="http://schemas.openxmlformats.org/officeDocument/2006/relationships/image" Target="../media/image97.png"/><Relationship Id="rId18" Type="http://schemas.openxmlformats.org/officeDocument/2006/relationships/customXml" Target="../ink/ink132.xml"/><Relationship Id="rId39" Type="http://schemas.openxmlformats.org/officeDocument/2006/relationships/image" Target="../media/image110.png"/><Relationship Id="rId34" Type="http://schemas.openxmlformats.org/officeDocument/2006/relationships/customXml" Target="../ink/ink140.xml"/><Relationship Id="rId50" Type="http://schemas.openxmlformats.org/officeDocument/2006/relationships/customXml" Target="../ink/ink148.xml"/><Relationship Id="rId55" Type="http://schemas.openxmlformats.org/officeDocument/2006/relationships/image" Target="../media/image118.png"/><Relationship Id="rId76" Type="http://schemas.openxmlformats.org/officeDocument/2006/relationships/customXml" Target="../ink/ink161.xml"/><Relationship Id="rId7" Type="http://schemas.openxmlformats.org/officeDocument/2006/relationships/image" Target="../media/image94.png"/><Relationship Id="rId71" Type="http://schemas.openxmlformats.org/officeDocument/2006/relationships/image" Target="../media/image125.png"/><Relationship Id="rId2" Type="http://schemas.openxmlformats.org/officeDocument/2006/relationships/customXml" Target="../ink/ink124.xml"/><Relationship Id="rId29" Type="http://schemas.openxmlformats.org/officeDocument/2006/relationships/image" Target="../media/image105.png"/><Relationship Id="rId24" Type="http://schemas.openxmlformats.org/officeDocument/2006/relationships/customXml" Target="../ink/ink135.xml"/><Relationship Id="rId40" Type="http://schemas.openxmlformats.org/officeDocument/2006/relationships/customXml" Target="../ink/ink143.xml"/><Relationship Id="rId45" Type="http://schemas.openxmlformats.org/officeDocument/2006/relationships/image" Target="../media/image113.png"/><Relationship Id="rId66" Type="http://schemas.openxmlformats.org/officeDocument/2006/relationships/customXml" Target="../ink/ink156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8.png"/><Relationship Id="rId21" Type="http://schemas.openxmlformats.org/officeDocument/2006/relationships/image" Target="../media/image101.png"/><Relationship Id="rId42" Type="http://schemas.openxmlformats.org/officeDocument/2006/relationships/customXml" Target="../ink/ink184.xml"/><Relationship Id="rId63" Type="http://schemas.openxmlformats.org/officeDocument/2006/relationships/image" Target="../media/image121.png"/><Relationship Id="rId84" Type="http://schemas.openxmlformats.org/officeDocument/2006/relationships/customXml" Target="../ink/ink205.xml"/><Relationship Id="rId138" Type="http://schemas.openxmlformats.org/officeDocument/2006/relationships/customXml" Target="../ink/ink232.xml"/><Relationship Id="rId107" Type="http://schemas.openxmlformats.org/officeDocument/2006/relationships/image" Target="../media/image143.png"/><Relationship Id="rId11" Type="http://schemas.openxmlformats.org/officeDocument/2006/relationships/image" Target="../media/image96.png"/><Relationship Id="rId32" Type="http://schemas.openxmlformats.org/officeDocument/2006/relationships/customXml" Target="../ink/ink179.xml"/><Relationship Id="rId53" Type="http://schemas.openxmlformats.org/officeDocument/2006/relationships/image" Target="../media/image117.png"/><Relationship Id="rId74" Type="http://schemas.openxmlformats.org/officeDocument/2006/relationships/customXml" Target="../ink/ink200.xml"/><Relationship Id="rId128" Type="http://schemas.openxmlformats.org/officeDocument/2006/relationships/customXml" Target="../ink/ink227.xml"/><Relationship Id="rId149" Type="http://schemas.openxmlformats.org/officeDocument/2006/relationships/image" Target="../media/image164.png"/><Relationship Id="rId5" Type="http://schemas.openxmlformats.org/officeDocument/2006/relationships/image" Target="../media/image93.png"/><Relationship Id="rId95" Type="http://schemas.openxmlformats.org/officeDocument/2006/relationships/image" Target="../media/image137.png"/><Relationship Id="rId22" Type="http://schemas.openxmlformats.org/officeDocument/2006/relationships/customXml" Target="../ink/ink174.xml"/><Relationship Id="rId27" Type="http://schemas.openxmlformats.org/officeDocument/2006/relationships/image" Target="../media/image104.png"/><Relationship Id="rId43" Type="http://schemas.openxmlformats.org/officeDocument/2006/relationships/image" Target="../media/image112.png"/><Relationship Id="rId48" Type="http://schemas.openxmlformats.org/officeDocument/2006/relationships/customXml" Target="../ink/ink187.xml"/><Relationship Id="rId64" Type="http://schemas.openxmlformats.org/officeDocument/2006/relationships/customXml" Target="../ink/ink195.xml"/><Relationship Id="rId69" Type="http://schemas.openxmlformats.org/officeDocument/2006/relationships/image" Target="../media/image124.png"/><Relationship Id="rId113" Type="http://schemas.openxmlformats.org/officeDocument/2006/relationships/image" Target="../media/image146.png"/><Relationship Id="rId118" Type="http://schemas.openxmlformats.org/officeDocument/2006/relationships/customXml" Target="../ink/ink222.xml"/><Relationship Id="rId134" Type="http://schemas.openxmlformats.org/officeDocument/2006/relationships/customXml" Target="../ink/ink230.xml"/><Relationship Id="rId139" Type="http://schemas.openxmlformats.org/officeDocument/2006/relationships/image" Target="../media/image159.png"/><Relationship Id="rId80" Type="http://schemas.openxmlformats.org/officeDocument/2006/relationships/customXml" Target="../ink/ink203.xml"/><Relationship Id="rId85" Type="http://schemas.openxmlformats.org/officeDocument/2006/relationships/image" Target="../media/image132.png"/><Relationship Id="rId12" Type="http://schemas.openxmlformats.org/officeDocument/2006/relationships/customXml" Target="../ink/ink169.xml"/><Relationship Id="rId17" Type="http://schemas.openxmlformats.org/officeDocument/2006/relationships/image" Target="../media/image99.png"/><Relationship Id="rId33" Type="http://schemas.openxmlformats.org/officeDocument/2006/relationships/image" Target="../media/image107.png"/><Relationship Id="rId38" Type="http://schemas.openxmlformats.org/officeDocument/2006/relationships/customXml" Target="../ink/ink182.xml"/><Relationship Id="rId59" Type="http://schemas.openxmlformats.org/officeDocument/2006/relationships/image" Target="../media/image120.png"/><Relationship Id="rId103" Type="http://schemas.openxmlformats.org/officeDocument/2006/relationships/image" Target="../media/image141.png"/><Relationship Id="rId108" Type="http://schemas.openxmlformats.org/officeDocument/2006/relationships/customXml" Target="../ink/ink217.xml"/><Relationship Id="rId124" Type="http://schemas.openxmlformats.org/officeDocument/2006/relationships/customXml" Target="../ink/ink225.xml"/><Relationship Id="rId129" Type="http://schemas.openxmlformats.org/officeDocument/2006/relationships/image" Target="../media/image154.png"/><Relationship Id="rId54" Type="http://schemas.openxmlformats.org/officeDocument/2006/relationships/customXml" Target="../ink/ink190.xml"/><Relationship Id="rId70" Type="http://schemas.openxmlformats.org/officeDocument/2006/relationships/customXml" Target="../ink/ink198.xml"/><Relationship Id="rId75" Type="http://schemas.openxmlformats.org/officeDocument/2006/relationships/image" Target="../media/image127.png"/><Relationship Id="rId91" Type="http://schemas.openxmlformats.org/officeDocument/2006/relationships/image" Target="../media/image135.png"/><Relationship Id="rId96" Type="http://schemas.openxmlformats.org/officeDocument/2006/relationships/customXml" Target="../ink/ink211.xml"/><Relationship Id="rId140" Type="http://schemas.openxmlformats.org/officeDocument/2006/relationships/customXml" Target="../ink/ink233.xml"/><Relationship Id="rId145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6.xml"/><Relationship Id="rId23" Type="http://schemas.openxmlformats.org/officeDocument/2006/relationships/image" Target="../media/image102.png"/><Relationship Id="rId28" Type="http://schemas.openxmlformats.org/officeDocument/2006/relationships/customXml" Target="../ink/ink177.xml"/><Relationship Id="rId49" Type="http://schemas.openxmlformats.org/officeDocument/2006/relationships/image" Target="../media/image115.png"/><Relationship Id="rId114" Type="http://schemas.openxmlformats.org/officeDocument/2006/relationships/customXml" Target="../ink/ink220.xml"/><Relationship Id="rId119" Type="http://schemas.openxmlformats.org/officeDocument/2006/relationships/image" Target="../media/image149.png"/><Relationship Id="rId44" Type="http://schemas.openxmlformats.org/officeDocument/2006/relationships/customXml" Target="../ink/ink185.xml"/><Relationship Id="rId60" Type="http://schemas.openxmlformats.org/officeDocument/2006/relationships/customXml" Target="../ink/ink193.xml"/><Relationship Id="rId65" Type="http://schemas.openxmlformats.org/officeDocument/2006/relationships/image" Target="../media/image122.png"/><Relationship Id="rId81" Type="http://schemas.openxmlformats.org/officeDocument/2006/relationships/image" Target="../media/image130.png"/><Relationship Id="rId86" Type="http://schemas.openxmlformats.org/officeDocument/2006/relationships/customXml" Target="../ink/ink206.xml"/><Relationship Id="rId130" Type="http://schemas.openxmlformats.org/officeDocument/2006/relationships/customXml" Target="../ink/ink228.xml"/><Relationship Id="rId135" Type="http://schemas.openxmlformats.org/officeDocument/2006/relationships/image" Target="../media/image157.png"/><Relationship Id="rId13" Type="http://schemas.openxmlformats.org/officeDocument/2006/relationships/image" Target="../media/image97.png"/><Relationship Id="rId18" Type="http://schemas.openxmlformats.org/officeDocument/2006/relationships/customXml" Target="../ink/ink172.xml"/><Relationship Id="rId39" Type="http://schemas.openxmlformats.org/officeDocument/2006/relationships/image" Target="../media/image110.png"/><Relationship Id="rId109" Type="http://schemas.openxmlformats.org/officeDocument/2006/relationships/image" Target="../media/image144.png"/><Relationship Id="rId34" Type="http://schemas.openxmlformats.org/officeDocument/2006/relationships/customXml" Target="../ink/ink180.xml"/><Relationship Id="rId50" Type="http://schemas.openxmlformats.org/officeDocument/2006/relationships/customXml" Target="../ink/ink188.xml"/><Relationship Id="rId55" Type="http://schemas.openxmlformats.org/officeDocument/2006/relationships/image" Target="../media/image118.png"/><Relationship Id="rId76" Type="http://schemas.openxmlformats.org/officeDocument/2006/relationships/customXml" Target="../ink/ink201.xml"/><Relationship Id="rId97" Type="http://schemas.openxmlformats.org/officeDocument/2006/relationships/image" Target="../media/image138.png"/><Relationship Id="rId104" Type="http://schemas.openxmlformats.org/officeDocument/2006/relationships/customXml" Target="../ink/ink215.xml"/><Relationship Id="rId120" Type="http://schemas.openxmlformats.org/officeDocument/2006/relationships/customXml" Target="../ink/ink223.xml"/><Relationship Id="rId125" Type="http://schemas.openxmlformats.org/officeDocument/2006/relationships/image" Target="../media/image152.png"/><Relationship Id="rId141" Type="http://schemas.openxmlformats.org/officeDocument/2006/relationships/image" Target="../media/image160.png"/><Relationship Id="rId146" Type="http://schemas.openxmlformats.org/officeDocument/2006/relationships/customXml" Target="../ink/ink236.xml"/><Relationship Id="rId7" Type="http://schemas.openxmlformats.org/officeDocument/2006/relationships/image" Target="../media/image94.png"/><Relationship Id="rId71" Type="http://schemas.openxmlformats.org/officeDocument/2006/relationships/image" Target="../media/image125.png"/><Relationship Id="rId92" Type="http://schemas.openxmlformats.org/officeDocument/2006/relationships/customXml" Target="../ink/ink209.xml"/><Relationship Id="rId2" Type="http://schemas.openxmlformats.org/officeDocument/2006/relationships/customXml" Target="../ink/ink164.xml"/><Relationship Id="rId29" Type="http://schemas.openxmlformats.org/officeDocument/2006/relationships/image" Target="../media/image105.png"/><Relationship Id="rId24" Type="http://schemas.openxmlformats.org/officeDocument/2006/relationships/customXml" Target="../ink/ink175.xml"/><Relationship Id="rId40" Type="http://schemas.openxmlformats.org/officeDocument/2006/relationships/customXml" Target="../ink/ink183.xml"/><Relationship Id="rId45" Type="http://schemas.openxmlformats.org/officeDocument/2006/relationships/image" Target="../media/image113.png"/><Relationship Id="rId66" Type="http://schemas.openxmlformats.org/officeDocument/2006/relationships/customXml" Target="../ink/ink196.xml"/><Relationship Id="rId87" Type="http://schemas.openxmlformats.org/officeDocument/2006/relationships/image" Target="../media/image133.png"/><Relationship Id="rId110" Type="http://schemas.openxmlformats.org/officeDocument/2006/relationships/customXml" Target="../ink/ink218.xml"/><Relationship Id="rId115" Type="http://schemas.openxmlformats.org/officeDocument/2006/relationships/image" Target="../media/image147.png"/><Relationship Id="rId131" Type="http://schemas.openxmlformats.org/officeDocument/2006/relationships/image" Target="../media/image155.png"/><Relationship Id="rId136" Type="http://schemas.openxmlformats.org/officeDocument/2006/relationships/customXml" Target="../ink/ink231.xml"/><Relationship Id="rId61" Type="http://schemas.openxmlformats.org/officeDocument/2006/relationships/image" Target="../media/image810.png"/><Relationship Id="rId82" Type="http://schemas.openxmlformats.org/officeDocument/2006/relationships/customXml" Target="../ink/ink204.xml"/><Relationship Id="rId19" Type="http://schemas.openxmlformats.org/officeDocument/2006/relationships/image" Target="../media/image100.png"/><Relationship Id="rId14" Type="http://schemas.openxmlformats.org/officeDocument/2006/relationships/customXml" Target="../ink/ink170.xml"/><Relationship Id="rId30" Type="http://schemas.openxmlformats.org/officeDocument/2006/relationships/customXml" Target="../ink/ink178.xml"/><Relationship Id="rId35" Type="http://schemas.openxmlformats.org/officeDocument/2006/relationships/image" Target="../media/image108.png"/><Relationship Id="rId56" Type="http://schemas.openxmlformats.org/officeDocument/2006/relationships/customXml" Target="../ink/ink191.xml"/><Relationship Id="rId77" Type="http://schemas.openxmlformats.org/officeDocument/2006/relationships/image" Target="../media/image128.png"/><Relationship Id="rId100" Type="http://schemas.openxmlformats.org/officeDocument/2006/relationships/customXml" Target="../ink/ink213.xml"/><Relationship Id="rId105" Type="http://schemas.openxmlformats.org/officeDocument/2006/relationships/image" Target="../media/image142.png"/><Relationship Id="rId126" Type="http://schemas.openxmlformats.org/officeDocument/2006/relationships/customXml" Target="../ink/ink226.xml"/><Relationship Id="rId147" Type="http://schemas.openxmlformats.org/officeDocument/2006/relationships/image" Target="../media/image163.png"/><Relationship Id="rId8" Type="http://schemas.openxmlformats.org/officeDocument/2006/relationships/customXml" Target="../ink/ink167.xml"/><Relationship Id="rId51" Type="http://schemas.openxmlformats.org/officeDocument/2006/relationships/image" Target="../media/image116.png"/><Relationship Id="rId72" Type="http://schemas.openxmlformats.org/officeDocument/2006/relationships/customXml" Target="../ink/ink199.xml"/><Relationship Id="rId93" Type="http://schemas.openxmlformats.org/officeDocument/2006/relationships/image" Target="../media/image136.png"/><Relationship Id="rId98" Type="http://schemas.openxmlformats.org/officeDocument/2006/relationships/customXml" Target="../ink/ink212.xml"/><Relationship Id="rId121" Type="http://schemas.openxmlformats.org/officeDocument/2006/relationships/image" Target="../media/image150.png"/><Relationship Id="rId142" Type="http://schemas.openxmlformats.org/officeDocument/2006/relationships/customXml" Target="../ink/ink234.xml"/><Relationship Id="rId3" Type="http://schemas.openxmlformats.org/officeDocument/2006/relationships/image" Target="../media/image92.png"/><Relationship Id="rId25" Type="http://schemas.openxmlformats.org/officeDocument/2006/relationships/image" Target="../media/image103.png"/><Relationship Id="rId46" Type="http://schemas.openxmlformats.org/officeDocument/2006/relationships/customXml" Target="../ink/ink186.xml"/><Relationship Id="rId67" Type="http://schemas.openxmlformats.org/officeDocument/2006/relationships/image" Target="../media/image123.png"/><Relationship Id="rId116" Type="http://schemas.openxmlformats.org/officeDocument/2006/relationships/customXml" Target="../ink/ink221.xml"/><Relationship Id="rId137" Type="http://schemas.openxmlformats.org/officeDocument/2006/relationships/image" Target="../media/image158.png"/><Relationship Id="rId20" Type="http://schemas.openxmlformats.org/officeDocument/2006/relationships/customXml" Target="../ink/ink173.xml"/><Relationship Id="rId41" Type="http://schemas.openxmlformats.org/officeDocument/2006/relationships/image" Target="../media/image111.png"/><Relationship Id="rId62" Type="http://schemas.openxmlformats.org/officeDocument/2006/relationships/customXml" Target="../ink/ink194.xml"/><Relationship Id="rId83" Type="http://schemas.openxmlformats.org/officeDocument/2006/relationships/image" Target="../media/image131.png"/><Relationship Id="rId88" Type="http://schemas.openxmlformats.org/officeDocument/2006/relationships/customXml" Target="../ink/ink207.xml"/><Relationship Id="rId111" Type="http://schemas.openxmlformats.org/officeDocument/2006/relationships/image" Target="../media/image145.png"/><Relationship Id="rId132" Type="http://schemas.openxmlformats.org/officeDocument/2006/relationships/customXml" Target="../ink/ink229.xml"/><Relationship Id="rId15" Type="http://schemas.openxmlformats.org/officeDocument/2006/relationships/image" Target="../media/image98.png"/><Relationship Id="rId36" Type="http://schemas.openxmlformats.org/officeDocument/2006/relationships/customXml" Target="../ink/ink181.xml"/><Relationship Id="rId57" Type="http://schemas.openxmlformats.org/officeDocument/2006/relationships/image" Target="../media/image119.png"/><Relationship Id="rId106" Type="http://schemas.openxmlformats.org/officeDocument/2006/relationships/customXml" Target="../ink/ink216.xml"/><Relationship Id="rId127" Type="http://schemas.openxmlformats.org/officeDocument/2006/relationships/image" Target="../media/image153.png"/><Relationship Id="rId10" Type="http://schemas.openxmlformats.org/officeDocument/2006/relationships/customXml" Target="../ink/ink168.xml"/><Relationship Id="rId31" Type="http://schemas.openxmlformats.org/officeDocument/2006/relationships/image" Target="../media/image106.png"/><Relationship Id="rId52" Type="http://schemas.openxmlformats.org/officeDocument/2006/relationships/customXml" Target="../ink/ink189.xml"/><Relationship Id="rId73" Type="http://schemas.openxmlformats.org/officeDocument/2006/relationships/image" Target="../media/image126.png"/><Relationship Id="rId78" Type="http://schemas.openxmlformats.org/officeDocument/2006/relationships/customXml" Target="../ink/ink202.xml"/><Relationship Id="rId94" Type="http://schemas.openxmlformats.org/officeDocument/2006/relationships/customXml" Target="../ink/ink210.xml"/><Relationship Id="rId99" Type="http://schemas.openxmlformats.org/officeDocument/2006/relationships/image" Target="../media/image139.png"/><Relationship Id="rId101" Type="http://schemas.openxmlformats.org/officeDocument/2006/relationships/image" Target="../media/image140.png"/><Relationship Id="rId122" Type="http://schemas.openxmlformats.org/officeDocument/2006/relationships/customXml" Target="../ink/ink224.xml"/><Relationship Id="rId143" Type="http://schemas.openxmlformats.org/officeDocument/2006/relationships/image" Target="../media/image161.png"/><Relationship Id="rId148" Type="http://schemas.openxmlformats.org/officeDocument/2006/relationships/customXml" Target="../ink/ink237.xml"/><Relationship Id="rId4" Type="http://schemas.openxmlformats.org/officeDocument/2006/relationships/customXml" Target="../ink/ink165.xml"/><Relationship Id="rId9" Type="http://schemas.openxmlformats.org/officeDocument/2006/relationships/image" Target="../media/image95.png"/><Relationship Id="rId26" Type="http://schemas.openxmlformats.org/officeDocument/2006/relationships/customXml" Target="../ink/ink176.xml"/><Relationship Id="rId47" Type="http://schemas.openxmlformats.org/officeDocument/2006/relationships/image" Target="../media/image114.png"/><Relationship Id="rId68" Type="http://schemas.openxmlformats.org/officeDocument/2006/relationships/customXml" Target="../ink/ink197.xml"/><Relationship Id="rId89" Type="http://schemas.openxmlformats.org/officeDocument/2006/relationships/image" Target="../media/image134.png"/><Relationship Id="rId112" Type="http://schemas.openxmlformats.org/officeDocument/2006/relationships/customXml" Target="../ink/ink219.xml"/><Relationship Id="rId133" Type="http://schemas.openxmlformats.org/officeDocument/2006/relationships/image" Target="../media/image156.png"/><Relationship Id="rId16" Type="http://schemas.openxmlformats.org/officeDocument/2006/relationships/customXml" Target="../ink/ink171.xml"/><Relationship Id="rId37" Type="http://schemas.openxmlformats.org/officeDocument/2006/relationships/image" Target="../media/image109.png"/><Relationship Id="rId58" Type="http://schemas.openxmlformats.org/officeDocument/2006/relationships/customXml" Target="../ink/ink192.xml"/><Relationship Id="rId79" Type="http://schemas.openxmlformats.org/officeDocument/2006/relationships/image" Target="../media/image129.png"/><Relationship Id="rId102" Type="http://schemas.openxmlformats.org/officeDocument/2006/relationships/customXml" Target="../ink/ink214.xml"/><Relationship Id="rId123" Type="http://schemas.openxmlformats.org/officeDocument/2006/relationships/image" Target="../media/image151.png"/><Relationship Id="rId144" Type="http://schemas.openxmlformats.org/officeDocument/2006/relationships/customXml" Target="../ink/ink235.xml"/><Relationship Id="rId90" Type="http://schemas.openxmlformats.org/officeDocument/2006/relationships/customXml" Target="../ink/ink20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1.xml"/><Relationship Id="rId13" Type="http://schemas.openxmlformats.org/officeDocument/2006/relationships/image" Target="../media/image170.png"/><Relationship Id="rId18" Type="http://schemas.openxmlformats.org/officeDocument/2006/relationships/customXml" Target="../ink/ink246.xml"/><Relationship Id="rId26" Type="http://schemas.openxmlformats.org/officeDocument/2006/relationships/customXml" Target="../ink/ink250.xml"/><Relationship Id="rId3" Type="http://schemas.openxmlformats.org/officeDocument/2006/relationships/image" Target="../media/image165.png"/><Relationship Id="rId21" Type="http://schemas.openxmlformats.org/officeDocument/2006/relationships/image" Target="../media/image174.png"/><Relationship Id="rId7" Type="http://schemas.openxmlformats.org/officeDocument/2006/relationships/image" Target="../media/image167.png"/><Relationship Id="rId12" Type="http://schemas.openxmlformats.org/officeDocument/2006/relationships/customXml" Target="../ink/ink243.xml"/><Relationship Id="rId17" Type="http://schemas.openxmlformats.org/officeDocument/2006/relationships/image" Target="../media/image172.png"/><Relationship Id="rId25" Type="http://schemas.openxmlformats.org/officeDocument/2006/relationships/image" Target="../media/image176.png"/><Relationship Id="rId2" Type="http://schemas.openxmlformats.org/officeDocument/2006/relationships/customXml" Target="../ink/ink238.xml"/><Relationship Id="rId16" Type="http://schemas.openxmlformats.org/officeDocument/2006/relationships/customXml" Target="../ink/ink245.xml"/><Relationship Id="rId20" Type="http://schemas.openxmlformats.org/officeDocument/2006/relationships/customXml" Target="../ink/ink24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40.xml"/><Relationship Id="rId11" Type="http://schemas.openxmlformats.org/officeDocument/2006/relationships/image" Target="../media/image169.png"/><Relationship Id="rId24" Type="http://schemas.openxmlformats.org/officeDocument/2006/relationships/customXml" Target="../ink/ink249.xml"/><Relationship Id="rId5" Type="http://schemas.openxmlformats.org/officeDocument/2006/relationships/image" Target="../media/image166.png"/><Relationship Id="rId15" Type="http://schemas.openxmlformats.org/officeDocument/2006/relationships/image" Target="../media/image171.png"/><Relationship Id="rId23" Type="http://schemas.openxmlformats.org/officeDocument/2006/relationships/image" Target="../media/image175.png"/><Relationship Id="rId10" Type="http://schemas.openxmlformats.org/officeDocument/2006/relationships/customXml" Target="../ink/ink242.xml"/><Relationship Id="rId19" Type="http://schemas.openxmlformats.org/officeDocument/2006/relationships/image" Target="../media/image173.png"/><Relationship Id="rId4" Type="http://schemas.openxmlformats.org/officeDocument/2006/relationships/customXml" Target="../ink/ink239.xml"/><Relationship Id="rId9" Type="http://schemas.openxmlformats.org/officeDocument/2006/relationships/image" Target="../media/image168.png"/><Relationship Id="rId14" Type="http://schemas.openxmlformats.org/officeDocument/2006/relationships/customXml" Target="../ink/ink244.xml"/><Relationship Id="rId22" Type="http://schemas.openxmlformats.org/officeDocument/2006/relationships/customXml" Target="../ink/ink248.xml"/><Relationship Id="rId27" Type="http://schemas.openxmlformats.org/officeDocument/2006/relationships/image" Target="../media/image17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4.xml"/><Relationship Id="rId13" Type="http://schemas.openxmlformats.org/officeDocument/2006/relationships/image" Target="../media/image183.png"/><Relationship Id="rId18" Type="http://schemas.openxmlformats.org/officeDocument/2006/relationships/customXml" Target="../ink/ink259.xml"/><Relationship Id="rId26" Type="http://schemas.openxmlformats.org/officeDocument/2006/relationships/customXml" Target="../ink/ink263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256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251.xml"/><Relationship Id="rId16" Type="http://schemas.openxmlformats.org/officeDocument/2006/relationships/customXml" Target="../ink/ink258.xml"/><Relationship Id="rId20" Type="http://schemas.openxmlformats.org/officeDocument/2006/relationships/customXml" Target="../ink/ink26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53.xml"/><Relationship Id="rId11" Type="http://schemas.openxmlformats.org/officeDocument/2006/relationships/image" Target="../media/image182.png"/><Relationship Id="rId24" Type="http://schemas.openxmlformats.org/officeDocument/2006/relationships/customXml" Target="../ink/ink262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10" Type="http://schemas.openxmlformats.org/officeDocument/2006/relationships/customXml" Target="../ink/ink255.xml"/><Relationship Id="rId19" Type="http://schemas.openxmlformats.org/officeDocument/2006/relationships/image" Target="../media/image186.png"/><Relationship Id="rId4" Type="http://schemas.openxmlformats.org/officeDocument/2006/relationships/customXml" Target="../ink/ink252.xml"/><Relationship Id="rId9" Type="http://schemas.openxmlformats.org/officeDocument/2006/relationships/image" Target="../media/image181.png"/><Relationship Id="rId14" Type="http://schemas.openxmlformats.org/officeDocument/2006/relationships/customXml" Target="../ink/ink257.xml"/><Relationship Id="rId22" Type="http://schemas.openxmlformats.org/officeDocument/2006/relationships/customXml" Target="../ink/ink261.xml"/><Relationship Id="rId27" Type="http://schemas.openxmlformats.org/officeDocument/2006/relationships/image" Target="../media/image1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7.xml"/><Relationship Id="rId13" Type="http://schemas.openxmlformats.org/officeDocument/2006/relationships/image" Target="../media/image183.png"/><Relationship Id="rId18" Type="http://schemas.openxmlformats.org/officeDocument/2006/relationships/customXml" Target="../ink/ink272.xml"/><Relationship Id="rId26" Type="http://schemas.openxmlformats.org/officeDocument/2006/relationships/customXml" Target="../ink/ink276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269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264.xml"/><Relationship Id="rId16" Type="http://schemas.openxmlformats.org/officeDocument/2006/relationships/customXml" Target="../ink/ink271.xml"/><Relationship Id="rId20" Type="http://schemas.openxmlformats.org/officeDocument/2006/relationships/customXml" Target="../ink/ink27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6.xml"/><Relationship Id="rId11" Type="http://schemas.openxmlformats.org/officeDocument/2006/relationships/image" Target="../media/image182.png"/><Relationship Id="rId24" Type="http://schemas.openxmlformats.org/officeDocument/2006/relationships/customXml" Target="../ink/ink275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10" Type="http://schemas.openxmlformats.org/officeDocument/2006/relationships/customXml" Target="../ink/ink268.xml"/><Relationship Id="rId19" Type="http://schemas.openxmlformats.org/officeDocument/2006/relationships/image" Target="../media/image186.png"/><Relationship Id="rId4" Type="http://schemas.openxmlformats.org/officeDocument/2006/relationships/customXml" Target="../ink/ink265.xml"/><Relationship Id="rId9" Type="http://schemas.openxmlformats.org/officeDocument/2006/relationships/image" Target="../media/image181.png"/><Relationship Id="rId14" Type="http://schemas.openxmlformats.org/officeDocument/2006/relationships/customXml" Target="../ink/ink270.xml"/><Relationship Id="rId22" Type="http://schemas.openxmlformats.org/officeDocument/2006/relationships/customXml" Target="../ink/ink274.xml"/><Relationship Id="rId27" Type="http://schemas.openxmlformats.org/officeDocument/2006/relationships/image" Target="../media/image19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0.xml"/><Relationship Id="rId13" Type="http://schemas.openxmlformats.org/officeDocument/2006/relationships/image" Target="../media/image183.png"/><Relationship Id="rId18" Type="http://schemas.openxmlformats.org/officeDocument/2006/relationships/customXml" Target="../ink/ink285.xml"/><Relationship Id="rId26" Type="http://schemas.openxmlformats.org/officeDocument/2006/relationships/customXml" Target="../ink/ink289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282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277.xml"/><Relationship Id="rId16" Type="http://schemas.openxmlformats.org/officeDocument/2006/relationships/customXml" Target="../ink/ink284.xml"/><Relationship Id="rId20" Type="http://schemas.openxmlformats.org/officeDocument/2006/relationships/customXml" Target="../ink/ink28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79.xml"/><Relationship Id="rId11" Type="http://schemas.openxmlformats.org/officeDocument/2006/relationships/image" Target="../media/image182.png"/><Relationship Id="rId24" Type="http://schemas.openxmlformats.org/officeDocument/2006/relationships/customXml" Target="../ink/ink288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10" Type="http://schemas.openxmlformats.org/officeDocument/2006/relationships/customXml" Target="../ink/ink281.xml"/><Relationship Id="rId19" Type="http://schemas.openxmlformats.org/officeDocument/2006/relationships/image" Target="../media/image186.png"/><Relationship Id="rId4" Type="http://schemas.openxmlformats.org/officeDocument/2006/relationships/customXml" Target="../ink/ink278.xml"/><Relationship Id="rId9" Type="http://schemas.openxmlformats.org/officeDocument/2006/relationships/image" Target="../media/image181.png"/><Relationship Id="rId14" Type="http://schemas.openxmlformats.org/officeDocument/2006/relationships/customXml" Target="../ink/ink283.xml"/><Relationship Id="rId22" Type="http://schemas.openxmlformats.org/officeDocument/2006/relationships/customXml" Target="../ink/ink287.xml"/><Relationship Id="rId27" Type="http://schemas.openxmlformats.org/officeDocument/2006/relationships/image" Target="../media/image19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3.xml"/><Relationship Id="rId13" Type="http://schemas.openxmlformats.org/officeDocument/2006/relationships/image" Target="../media/image183.png"/><Relationship Id="rId18" Type="http://schemas.openxmlformats.org/officeDocument/2006/relationships/customXml" Target="../ink/ink298.xml"/><Relationship Id="rId26" Type="http://schemas.openxmlformats.org/officeDocument/2006/relationships/customXml" Target="../ink/ink302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295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290.xml"/><Relationship Id="rId16" Type="http://schemas.openxmlformats.org/officeDocument/2006/relationships/customXml" Target="../ink/ink297.xml"/><Relationship Id="rId20" Type="http://schemas.openxmlformats.org/officeDocument/2006/relationships/customXml" Target="../ink/ink299.xml"/><Relationship Id="rId29" Type="http://schemas.openxmlformats.org/officeDocument/2006/relationships/image" Target="../media/image19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92.xml"/><Relationship Id="rId11" Type="http://schemas.openxmlformats.org/officeDocument/2006/relationships/image" Target="../media/image182.png"/><Relationship Id="rId24" Type="http://schemas.openxmlformats.org/officeDocument/2006/relationships/customXml" Target="../ink/ink301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303.xml"/><Relationship Id="rId10" Type="http://schemas.openxmlformats.org/officeDocument/2006/relationships/customXml" Target="../ink/ink294.xml"/><Relationship Id="rId19" Type="http://schemas.openxmlformats.org/officeDocument/2006/relationships/image" Target="../media/image186.png"/><Relationship Id="rId31" Type="http://schemas.openxmlformats.org/officeDocument/2006/relationships/image" Target="../media/image192.png"/><Relationship Id="rId4" Type="http://schemas.openxmlformats.org/officeDocument/2006/relationships/customXml" Target="../ink/ink291.xml"/><Relationship Id="rId9" Type="http://schemas.openxmlformats.org/officeDocument/2006/relationships/image" Target="../media/image181.png"/><Relationship Id="rId14" Type="http://schemas.openxmlformats.org/officeDocument/2006/relationships/customXml" Target="../ink/ink296.xml"/><Relationship Id="rId22" Type="http://schemas.openxmlformats.org/officeDocument/2006/relationships/customXml" Target="../ink/ink300.xml"/><Relationship Id="rId27" Type="http://schemas.openxmlformats.org/officeDocument/2006/relationships/image" Target="../media/image190.png"/><Relationship Id="rId30" Type="http://schemas.openxmlformats.org/officeDocument/2006/relationships/customXml" Target="../ink/ink304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customXml" Target="../ink/ink313.xml"/><Relationship Id="rId26" Type="http://schemas.openxmlformats.org/officeDocument/2006/relationships/customXml" Target="../ink/ink317.xml"/><Relationship Id="rId39" Type="http://schemas.openxmlformats.org/officeDocument/2006/relationships/image" Target="../media/image198.png"/><Relationship Id="rId21" Type="http://schemas.openxmlformats.org/officeDocument/2006/relationships/image" Target="../media/image187.png"/><Relationship Id="rId34" Type="http://schemas.openxmlformats.org/officeDocument/2006/relationships/customXml" Target="../ink/ink321.xml"/><Relationship Id="rId42" Type="http://schemas.openxmlformats.org/officeDocument/2006/relationships/customXml" Target="../ink/ink325.xml"/><Relationship Id="rId47" Type="http://schemas.openxmlformats.org/officeDocument/2006/relationships/image" Target="../media/image202.png"/><Relationship Id="rId7" Type="http://schemas.openxmlformats.org/officeDocument/2006/relationships/image" Target="../media/image180.png"/><Relationship Id="rId2" Type="http://schemas.openxmlformats.org/officeDocument/2006/relationships/customXml" Target="../ink/ink305.xml"/><Relationship Id="rId16" Type="http://schemas.openxmlformats.org/officeDocument/2006/relationships/customXml" Target="../ink/ink312.xml"/><Relationship Id="rId29" Type="http://schemas.openxmlformats.org/officeDocument/2006/relationships/image" Target="../media/image19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07.xml"/><Relationship Id="rId11" Type="http://schemas.openxmlformats.org/officeDocument/2006/relationships/image" Target="../media/image182.png"/><Relationship Id="rId24" Type="http://schemas.openxmlformats.org/officeDocument/2006/relationships/customXml" Target="../ink/ink316.xml"/><Relationship Id="rId32" Type="http://schemas.openxmlformats.org/officeDocument/2006/relationships/customXml" Target="../ink/ink320.xml"/><Relationship Id="rId37" Type="http://schemas.openxmlformats.org/officeDocument/2006/relationships/image" Target="../media/image197.png"/><Relationship Id="rId40" Type="http://schemas.openxmlformats.org/officeDocument/2006/relationships/customXml" Target="../ink/ink324.xml"/><Relationship Id="rId45" Type="http://schemas.openxmlformats.org/officeDocument/2006/relationships/image" Target="../media/image201.png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318.xml"/><Relationship Id="rId36" Type="http://schemas.openxmlformats.org/officeDocument/2006/relationships/customXml" Target="../ink/ink322.xml"/><Relationship Id="rId10" Type="http://schemas.openxmlformats.org/officeDocument/2006/relationships/customXml" Target="../ink/ink309.xml"/><Relationship Id="rId19" Type="http://schemas.openxmlformats.org/officeDocument/2006/relationships/image" Target="../media/image186.png"/><Relationship Id="rId31" Type="http://schemas.openxmlformats.org/officeDocument/2006/relationships/image" Target="../media/image194.png"/><Relationship Id="rId44" Type="http://schemas.openxmlformats.org/officeDocument/2006/relationships/customXml" Target="../ink/ink326.xml"/><Relationship Id="rId4" Type="http://schemas.openxmlformats.org/officeDocument/2006/relationships/customXml" Target="../ink/ink306.xml"/><Relationship Id="rId9" Type="http://schemas.openxmlformats.org/officeDocument/2006/relationships/image" Target="../media/image181.png"/><Relationship Id="rId14" Type="http://schemas.openxmlformats.org/officeDocument/2006/relationships/customXml" Target="../ink/ink311.xml"/><Relationship Id="rId22" Type="http://schemas.openxmlformats.org/officeDocument/2006/relationships/customXml" Target="../ink/ink315.xml"/><Relationship Id="rId27" Type="http://schemas.openxmlformats.org/officeDocument/2006/relationships/image" Target="../media/image190.png"/><Relationship Id="rId30" Type="http://schemas.openxmlformats.org/officeDocument/2006/relationships/customXml" Target="../ink/ink319.xml"/><Relationship Id="rId35" Type="http://schemas.openxmlformats.org/officeDocument/2006/relationships/image" Target="../media/image196.png"/><Relationship Id="rId43" Type="http://schemas.openxmlformats.org/officeDocument/2006/relationships/image" Target="../media/image200.png"/><Relationship Id="rId8" Type="http://schemas.openxmlformats.org/officeDocument/2006/relationships/customXml" Target="../ink/ink308.xml"/><Relationship Id="rId3" Type="http://schemas.openxmlformats.org/officeDocument/2006/relationships/image" Target="../media/image178.png"/><Relationship Id="rId12" Type="http://schemas.openxmlformats.org/officeDocument/2006/relationships/customXml" Target="../ink/ink310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195.png"/><Relationship Id="rId38" Type="http://schemas.openxmlformats.org/officeDocument/2006/relationships/customXml" Target="../ink/ink323.xml"/><Relationship Id="rId46" Type="http://schemas.openxmlformats.org/officeDocument/2006/relationships/customXml" Target="../ink/ink327.xml"/><Relationship Id="rId20" Type="http://schemas.openxmlformats.org/officeDocument/2006/relationships/customXml" Target="../ink/ink314.xml"/><Relationship Id="rId41" Type="http://schemas.openxmlformats.org/officeDocument/2006/relationships/image" Target="../media/image199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0.xml"/><Relationship Id="rId21" Type="http://schemas.openxmlformats.org/officeDocument/2006/relationships/image" Target="../media/image187.png"/><Relationship Id="rId42" Type="http://schemas.openxmlformats.org/officeDocument/2006/relationships/customXml" Target="../ink/ink348.xml"/><Relationship Id="rId47" Type="http://schemas.openxmlformats.org/officeDocument/2006/relationships/image" Target="../media/image210.png"/><Relationship Id="rId63" Type="http://schemas.openxmlformats.org/officeDocument/2006/relationships/image" Target="../media/image218.png"/><Relationship Id="rId68" Type="http://schemas.openxmlformats.org/officeDocument/2006/relationships/customXml" Target="../ink/ink361.xml"/><Relationship Id="rId16" Type="http://schemas.openxmlformats.org/officeDocument/2006/relationships/customXml" Target="../ink/ink335.xml"/><Relationship Id="rId11" Type="http://schemas.openxmlformats.org/officeDocument/2006/relationships/image" Target="../media/image182.png"/><Relationship Id="rId24" Type="http://schemas.openxmlformats.org/officeDocument/2006/relationships/customXml" Target="../ink/ink339.xml"/><Relationship Id="rId32" Type="http://schemas.openxmlformats.org/officeDocument/2006/relationships/customXml" Target="../ink/ink343.xml"/><Relationship Id="rId37" Type="http://schemas.openxmlformats.org/officeDocument/2006/relationships/image" Target="../media/image205.png"/><Relationship Id="rId40" Type="http://schemas.openxmlformats.org/officeDocument/2006/relationships/customXml" Target="../ink/ink347.xml"/><Relationship Id="rId45" Type="http://schemas.openxmlformats.org/officeDocument/2006/relationships/image" Target="../media/image209.png"/><Relationship Id="rId53" Type="http://schemas.openxmlformats.org/officeDocument/2006/relationships/image" Target="../media/image213.png"/><Relationship Id="rId58" Type="http://schemas.openxmlformats.org/officeDocument/2006/relationships/customXml" Target="../ink/ink356.xml"/><Relationship Id="rId66" Type="http://schemas.openxmlformats.org/officeDocument/2006/relationships/customXml" Target="../ink/ink360.xml"/><Relationship Id="rId74" Type="http://schemas.openxmlformats.org/officeDocument/2006/relationships/customXml" Target="../ink/ink364.xml"/><Relationship Id="rId5" Type="http://schemas.openxmlformats.org/officeDocument/2006/relationships/image" Target="../media/image179.png"/><Relationship Id="rId61" Type="http://schemas.openxmlformats.org/officeDocument/2006/relationships/image" Target="../media/image217.png"/><Relationship Id="rId19" Type="http://schemas.openxmlformats.org/officeDocument/2006/relationships/image" Target="../media/image186.png"/><Relationship Id="rId14" Type="http://schemas.openxmlformats.org/officeDocument/2006/relationships/customXml" Target="../ink/ink334.xml"/><Relationship Id="rId22" Type="http://schemas.openxmlformats.org/officeDocument/2006/relationships/customXml" Target="../ink/ink338.xml"/><Relationship Id="rId27" Type="http://schemas.openxmlformats.org/officeDocument/2006/relationships/image" Target="../media/image190.png"/><Relationship Id="rId30" Type="http://schemas.openxmlformats.org/officeDocument/2006/relationships/customXml" Target="../ink/ink342.xml"/><Relationship Id="rId35" Type="http://schemas.openxmlformats.org/officeDocument/2006/relationships/image" Target="../media/image204.png"/><Relationship Id="rId43" Type="http://schemas.openxmlformats.org/officeDocument/2006/relationships/image" Target="../media/image208.png"/><Relationship Id="rId48" Type="http://schemas.openxmlformats.org/officeDocument/2006/relationships/customXml" Target="../ink/ink351.xml"/><Relationship Id="rId56" Type="http://schemas.openxmlformats.org/officeDocument/2006/relationships/customXml" Target="../ink/ink355.xml"/><Relationship Id="rId64" Type="http://schemas.openxmlformats.org/officeDocument/2006/relationships/customXml" Target="../ink/ink359.xml"/><Relationship Id="rId69" Type="http://schemas.openxmlformats.org/officeDocument/2006/relationships/image" Target="../media/image221.png"/><Relationship Id="rId77" Type="http://schemas.openxmlformats.org/officeDocument/2006/relationships/image" Target="../media/image225.png"/><Relationship Id="rId8" Type="http://schemas.openxmlformats.org/officeDocument/2006/relationships/customXml" Target="../ink/ink331.xml"/><Relationship Id="rId51" Type="http://schemas.openxmlformats.org/officeDocument/2006/relationships/image" Target="../media/image212.png"/><Relationship Id="rId72" Type="http://schemas.openxmlformats.org/officeDocument/2006/relationships/customXml" Target="../ink/ink363.xml"/><Relationship Id="rId3" Type="http://schemas.openxmlformats.org/officeDocument/2006/relationships/image" Target="../media/image178.png"/><Relationship Id="rId12" Type="http://schemas.openxmlformats.org/officeDocument/2006/relationships/customXml" Target="../ink/ink333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203.png"/><Relationship Id="rId38" Type="http://schemas.openxmlformats.org/officeDocument/2006/relationships/customXml" Target="../ink/ink346.xml"/><Relationship Id="rId46" Type="http://schemas.openxmlformats.org/officeDocument/2006/relationships/customXml" Target="../ink/ink350.xml"/><Relationship Id="rId59" Type="http://schemas.openxmlformats.org/officeDocument/2006/relationships/image" Target="../media/image216.png"/><Relationship Id="rId67" Type="http://schemas.openxmlformats.org/officeDocument/2006/relationships/image" Target="../media/image220.png"/><Relationship Id="rId20" Type="http://schemas.openxmlformats.org/officeDocument/2006/relationships/customXml" Target="../ink/ink337.xml"/><Relationship Id="rId41" Type="http://schemas.openxmlformats.org/officeDocument/2006/relationships/image" Target="../media/image207.png"/><Relationship Id="rId54" Type="http://schemas.openxmlformats.org/officeDocument/2006/relationships/customXml" Target="../ink/ink354.xml"/><Relationship Id="rId62" Type="http://schemas.openxmlformats.org/officeDocument/2006/relationships/customXml" Target="../ink/ink358.xml"/><Relationship Id="rId70" Type="http://schemas.openxmlformats.org/officeDocument/2006/relationships/customXml" Target="../ink/ink362.xml"/><Relationship Id="rId75" Type="http://schemas.openxmlformats.org/officeDocument/2006/relationships/image" Target="../media/image22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30.xml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341.xml"/><Relationship Id="rId36" Type="http://schemas.openxmlformats.org/officeDocument/2006/relationships/customXml" Target="../ink/ink345.xml"/><Relationship Id="rId49" Type="http://schemas.openxmlformats.org/officeDocument/2006/relationships/image" Target="../media/image211.png"/><Relationship Id="rId57" Type="http://schemas.openxmlformats.org/officeDocument/2006/relationships/image" Target="../media/image215.png"/><Relationship Id="rId10" Type="http://schemas.openxmlformats.org/officeDocument/2006/relationships/customXml" Target="../ink/ink332.xml"/><Relationship Id="rId31" Type="http://schemas.openxmlformats.org/officeDocument/2006/relationships/image" Target="../media/image194.png"/><Relationship Id="rId44" Type="http://schemas.openxmlformats.org/officeDocument/2006/relationships/customXml" Target="../ink/ink349.xml"/><Relationship Id="rId52" Type="http://schemas.openxmlformats.org/officeDocument/2006/relationships/customXml" Target="../ink/ink353.xml"/><Relationship Id="rId60" Type="http://schemas.openxmlformats.org/officeDocument/2006/relationships/customXml" Target="../ink/ink357.xml"/><Relationship Id="rId65" Type="http://schemas.openxmlformats.org/officeDocument/2006/relationships/image" Target="../media/image219.png"/><Relationship Id="rId73" Type="http://schemas.openxmlformats.org/officeDocument/2006/relationships/image" Target="../media/image223.png"/><Relationship Id="rId4" Type="http://schemas.openxmlformats.org/officeDocument/2006/relationships/customXml" Target="../ink/ink329.xml"/><Relationship Id="rId9" Type="http://schemas.openxmlformats.org/officeDocument/2006/relationships/image" Target="../media/image181.png"/><Relationship Id="rId13" Type="http://schemas.openxmlformats.org/officeDocument/2006/relationships/image" Target="../media/image183.png"/><Relationship Id="rId18" Type="http://schemas.openxmlformats.org/officeDocument/2006/relationships/customXml" Target="../ink/ink336.xml"/><Relationship Id="rId39" Type="http://schemas.openxmlformats.org/officeDocument/2006/relationships/image" Target="../media/image206.png"/><Relationship Id="rId34" Type="http://schemas.openxmlformats.org/officeDocument/2006/relationships/customXml" Target="../ink/ink344.xml"/><Relationship Id="rId50" Type="http://schemas.openxmlformats.org/officeDocument/2006/relationships/customXml" Target="../ink/ink352.xml"/><Relationship Id="rId55" Type="http://schemas.openxmlformats.org/officeDocument/2006/relationships/image" Target="../media/image214.png"/><Relationship Id="rId76" Type="http://schemas.openxmlformats.org/officeDocument/2006/relationships/customXml" Target="../ink/ink365.xml"/><Relationship Id="rId7" Type="http://schemas.openxmlformats.org/officeDocument/2006/relationships/image" Target="../media/image180.png"/><Relationship Id="rId71" Type="http://schemas.openxmlformats.org/officeDocument/2006/relationships/image" Target="../media/image222.png"/><Relationship Id="rId2" Type="http://schemas.openxmlformats.org/officeDocument/2006/relationships/customXml" Target="../ink/ink328.xml"/><Relationship Id="rId29" Type="http://schemas.openxmlformats.org/officeDocument/2006/relationships/image" Target="../media/image193.png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8.xml"/><Relationship Id="rId21" Type="http://schemas.openxmlformats.org/officeDocument/2006/relationships/image" Target="../media/image187.png"/><Relationship Id="rId42" Type="http://schemas.openxmlformats.org/officeDocument/2006/relationships/customXml" Target="../ink/ink386.xml"/><Relationship Id="rId47" Type="http://schemas.openxmlformats.org/officeDocument/2006/relationships/image" Target="../media/image210.png"/><Relationship Id="rId63" Type="http://schemas.openxmlformats.org/officeDocument/2006/relationships/image" Target="../media/image233.png"/><Relationship Id="rId68" Type="http://schemas.openxmlformats.org/officeDocument/2006/relationships/customXml" Target="../ink/ink399.xml"/><Relationship Id="rId84" Type="http://schemas.openxmlformats.org/officeDocument/2006/relationships/customXml" Target="../ink/ink407.xml"/><Relationship Id="rId89" Type="http://schemas.openxmlformats.org/officeDocument/2006/relationships/image" Target="../media/image246.png"/><Relationship Id="rId16" Type="http://schemas.openxmlformats.org/officeDocument/2006/relationships/customXml" Target="../ink/ink373.xml"/><Relationship Id="rId11" Type="http://schemas.openxmlformats.org/officeDocument/2006/relationships/image" Target="../media/image182.png"/><Relationship Id="rId32" Type="http://schemas.openxmlformats.org/officeDocument/2006/relationships/customXml" Target="../ink/ink381.xml"/><Relationship Id="rId37" Type="http://schemas.openxmlformats.org/officeDocument/2006/relationships/image" Target="../media/image205.png"/><Relationship Id="rId53" Type="http://schemas.openxmlformats.org/officeDocument/2006/relationships/image" Target="../media/image228.png"/><Relationship Id="rId58" Type="http://schemas.openxmlformats.org/officeDocument/2006/relationships/customXml" Target="../ink/ink394.xml"/><Relationship Id="rId74" Type="http://schemas.openxmlformats.org/officeDocument/2006/relationships/customXml" Target="../ink/ink402.xml"/><Relationship Id="rId79" Type="http://schemas.openxmlformats.org/officeDocument/2006/relationships/image" Target="../media/image241.png"/><Relationship Id="rId5" Type="http://schemas.openxmlformats.org/officeDocument/2006/relationships/image" Target="../media/image179.png"/><Relationship Id="rId90" Type="http://schemas.openxmlformats.org/officeDocument/2006/relationships/customXml" Target="../ink/ink410.xml"/><Relationship Id="rId95" Type="http://schemas.openxmlformats.org/officeDocument/2006/relationships/image" Target="../media/image249.png"/><Relationship Id="rId22" Type="http://schemas.openxmlformats.org/officeDocument/2006/relationships/customXml" Target="../ink/ink376.xml"/><Relationship Id="rId27" Type="http://schemas.openxmlformats.org/officeDocument/2006/relationships/image" Target="../media/image190.png"/><Relationship Id="rId43" Type="http://schemas.openxmlformats.org/officeDocument/2006/relationships/image" Target="../media/image208.png"/><Relationship Id="rId48" Type="http://schemas.openxmlformats.org/officeDocument/2006/relationships/customXml" Target="../ink/ink389.xml"/><Relationship Id="rId64" Type="http://schemas.openxmlformats.org/officeDocument/2006/relationships/customXml" Target="../ink/ink397.xml"/><Relationship Id="rId69" Type="http://schemas.openxmlformats.org/officeDocument/2006/relationships/image" Target="../media/image236.png"/><Relationship Id="rId80" Type="http://schemas.openxmlformats.org/officeDocument/2006/relationships/customXml" Target="../ink/ink405.xml"/><Relationship Id="rId85" Type="http://schemas.openxmlformats.org/officeDocument/2006/relationships/image" Target="../media/image244.png"/><Relationship Id="rId3" Type="http://schemas.openxmlformats.org/officeDocument/2006/relationships/image" Target="../media/image178.png"/><Relationship Id="rId12" Type="http://schemas.openxmlformats.org/officeDocument/2006/relationships/customXml" Target="../ink/ink371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203.png"/><Relationship Id="rId38" Type="http://schemas.openxmlformats.org/officeDocument/2006/relationships/customXml" Target="../ink/ink384.xml"/><Relationship Id="rId46" Type="http://schemas.openxmlformats.org/officeDocument/2006/relationships/customXml" Target="../ink/ink388.xml"/><Relationship Id="rId59" Type="http://schemas.openxmlformats.org/officeDocument/2006/relationships/image" Target="../media/image231.png"/><Relationship Id="rId67" Type="http://schemas.openxmlformats.org/officeDocument/2006/relationships/image" Target="../media/image235.png"/><Relationship Id="rId20" Type="http://schemas.openxmlformats.org/officeDocument/2006/relationships/customXml" Target="../ink/ink375.xml"/><Relationship Id="rId41" Type="http://schemas.openxmlformats.org/officeDocument/2006/relationships/image" Target="../media/image207.png"/><Relationship Id="rId54" Type="http://schemas.openxmlformats.org/officeDocument/2006/relationships/customXml" Target="../ink/ink392.xml"/><Relationship Id="rId62" Type="http://schemas.openxmlformats.org/officeDocument/2006/relationships/customXml" Target="../ink/ink396.xml"/><Relationship Id="rId70" Type="http://schemas.openxmlformats.org/officeDocument/2006/relationships/customXml" Target="../ink/ink400.xml"/><Relationship Id="rId75" Type="http://schemas.openxmlformats.org/officeDocument/2006/relationships/image" Target="../media/image239.png"/><Relationship Id="rId83" Type="http://schemas.openxmlformats.org/officeDocument/2006/relationships/image" Target="../media/image243.png"/><Relationship Id="rId88" Type="http://schemas.openxmlformats.org/officeDocument/2006/relationships/customXml" Target="../ink/ink409.xml"/><Relationship Id="rId91" Type="http://schemas.openxmlformats.org/officeDocument/2006/relationships/image" Target="../media/image247.png"/><Relationship Id="rId96" Type="http://schemas.openxmlformats.org/officeDocument/2006/relationships/customXml" Target="../ink/ink4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68.xml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379.xml"/><Relationship Id="rId36" Type="http://schemas.openxmlformats.org/officeDocument/2006/relationships/customXml" Target="../ink/ink383.xml"/><Relationship Id="rId49" Type="http://schemas.openxmlformats.org/officeDocument/2006/relationships/image" Target="../media/image226.png"/><Relationship Id="rId57" Type="http://schemas.openxmlformats.org/officeDocument/2006/relationships/image" Target="../media/image230.png"/><Relationship Id="rId10" Type="http://schemas.openxmlformats.org/officeDocument/2006/relationships/customXml" Target="../ink/ink370.xml"/><Relationship Id="rId31" Type="http://schemas.openxmlformats.org/officeDocument/2006/relationships/image" Target="../media/image194.png"/><Relationship Id="rId44" Type="http://schemas.openxmlformats.org/officeDocument/2006/relationships/customXml" Target="../ink/ink387.xml"/><Relationship Id="rId52" Type="http://schemas.openxmlformats.org/officeDocument/2006/relationships/customXml" Target="../ink/ink391.xml"/><Relationship Id="rId60" Type="http://schemas.openxmlformats.org/officeDocument/2006/relationships/customXml" Target="../ink/ink395.xml"/><Relationship Id="rId65" Type="http://schemas.openxmlformats.org/officeDocument/2006/relationships/image" Target="../media/image234.png"/><Relationship Id="rId73" Type="http://schemas.openxmlformats.org/officeDocument/2006/relationships/image" Target="../media/image238.png"/><Relationship Id="rId78" Type="http://schemas.openxmlformats.org/officeDocument/2006/relationships/customXml" Target="../ink/ink404.xml"/><Relationship Id="rId81" Type="http://schemas.openxmlformats.org/officeDocument/2006/relationships/image" Target="../media/image242.png"/><Relationship Id="rId86" Type="http://schemas.openxmlformats.org/officeDocument/2006/relationships/customXml" Target="../ink/ink408.xml"/><Relationship Id="rId94" Type="http://schemas.openxmlformats.org/officeDocument/2006/relationships/customXml" Target="../ink/ink412.xml"/><Relationship Id="rId4" Type="http://schemas.openxmlformats.org/officeDocument/2006/relationships/customXml" Target="../ink/ink367.xml"/><Relationship Id="rId9" Type="http://schemas.openxmlformats.org/officeDocument/2006/relationships/image" Target="../media/image181.png"/><Relationship Id="rId13" Type="http://schemas.openxmlformats.org/officeDocument/2006/relationships/image" Target="../media/image183.png"/><Relationship Id="rId18" Type="http://schemas.openxmlformats.org/officeDocument/2006/relationships/customXml" Target="../ink/ink374.xml"/><Relationship Id="rId39" Type="http://schemas.openxmlformats.org/officeDocument/2006/relationships/image" Target="../media/image206.png"/><Relationship Id="rId34" Type="http://schemas.openxmlformats.org/officeDocument/2006/relationships/customXml" Target="../ink/ink382.xml"/><Relationship Id="rId50" Type="http://schemas.openxmlformats.org/officeDocument/2006/relationships/customXml" Target="../ink/ink390.xml"/><Relationship Id="rId55" Type="http://schemas.openxmlformats.org/officeDocument/2006/relationships/image" Target="../media/image229.png"/><Relationship Id="rId76" Type="http://schemas.openxmlformats.org/officeDocument/2006/relationships/customXml" Target="../ink/ink403.xml"/><Relationship Id="rId97" Type="http://schemas.openxmlformats.org/officeDocument/2006/relationships/image" Target="../media/image250.png"/><Relationship Id="rId7" Type="http://schemas.openxmlformats.org/officeDocument/2006/relationships/image" Target="../media/image180.png"/><Relationship Id="rId71" Type="http://schemas.openxmlformats.org/officeDocument/2006/relationships/image" Target="../media/image237.png"/><Relationship Id="rId92" Type="http://schemas.openxmlformats.org/officeDocument/2006/relationships/customXml" Target="../ink/ink411.xml"/><Relationship Id="rId2" Type="http://schemas.openxmlformats.org/officeDocument/2006/relationships/customXml" Target="../ink/ink366.xml"/><Relationship Id="rId29" Type="http://schemas.openxmlformats.org/officeDocument/2006/relationships/image" Target="../media/image193.png"/><Relationship Id="rId24" Type="http://schemas.openxmlformats.org/officeDocument/2006/relationships/customXml" Target="../ink/ink377.xml"/><Relationship Id="rId40" Type="http://schemas.openxmlformats.org/officeDocument/2006/relationships/customXml" Target="../ink/ink385.xml"/><Relationship Id="rId45" Type="http://schemas.openxmlformats.org/officeDocument/2006/relationships/image" Target="../media/image209.png"/><Relationship Id="rId66" Type="http://schemas.openxmlformats.org/officeDocument/2006/relationships/customXml" Target="../ink/ink398.xml"/><Relationship Id="rId87" Type="http://schemas.openxmlformats.org/officeDocument/2006/relationships/image" Target="../media/image245.png"/><Relationship Id="rId61" Type="http://schemas.openxmlformats.org/officeDocument/2006/relationships/image" Target="../media/image232.png"/><Relationship Id="rId82" Type="http://schemas.openxmlformats.org/officeDocument/2006/relationships/customXml" Target="../ink/ink406.xml"/><Relationship Id="rId19" Type="http://schemas.openxmlformats.org/officeDocument/2006/relationships/image" Target="../media/image186.png"/><Relationship Id="rId14" Type="http://schemas.openxmlformats.org/officeDocument/2006/relationships/customXml" Target="../ink/ink372.xml"/><Relationship Id="rId30" Type="http://schemas.openxmlformats.org/officeDocument/2006/relationships/customXml" Target="../ink/ink380.xml"/><Relationship Id="rId35" Type="http://schemas.openxmlformats.org/officeDocument/2006/relationships/image" Target="../media/image204.png"/><Relationship Id="rId56" Type="http://schemas.openxmlformats.org/officeDocument/2006/relationships/customXml" Target="../ink/ink393.xml"/><Relationship Id="rId77" Type="http://schemas.openxmlformats.org/officeDocument/2006/relationships/image" Target="../media/image240.png"/><Relationship Id="rId8" Type="http://schemas.openxmlformats.org/officeDocument/2006/relationships/customXml" Target="../ink/ink369.xml"/><Relationship Id="rId51" Type="http://schemas.openxmlformats.org/officeDocument/2006/relationships/image" Target="../media/image227.png"/><Relationship Id="rId72" Type="http://schemas.openxmlformats.org/officeDocument/2006/relationships/customXml" Target="../ink/ink401.xml"/><Relationship Id="rId93" Type="http://schemas.openxmlformats.org/officeDocument/2006/relationships/image" Target="../media/image248.png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26.xml"/><Relationship Id="rId21" Type="http://schemas.openxmlformats.org/officeDocument/2006/relationships/image" Target="../media/image187.png"/><Relationship Id="rId42" Type="http://schemas.openxmlformats.org/officeDocument/2006/relationships/customXml" Target="../ink/ink434.xml"/><Relationship Id="rId47" Type="http://schemas.openxmlformats.org/officeDocument/2006/relationships/image" Target="../media/image260.png"/><Relationship Id="rId63" Type="http://schemas.openxmlformats.org/officeDocument/2006/relationships/image" Target="../media/image268.png"/><Relationship Id="rId68" Type="http://schemas.openxmlformats.org/officeDocument/2006/relationships/customXml" Target="../ink/ink447.xml"/><Relationship Id="rId2" Type="http://schemas.openxmlformats.org/officeDocument/2006/relationships/customXml" Target="../ink/ink414.xml"/><Relationship Id="rId16" Type="http://schemas.openxmlformats.org/officeDocument/2006/relationships/customXml" Target="../ink/ink421.xml"/><Relationship Id="rId29" Type="http://schemas.openxmlformats.org/officeDocument/2006/relationships/image" Target="../media/image251.png"/><Relationship Id="rId11" Type="http://schemas.openxmlformats.org/officeDocument/2006/relationships/image" Target="../media/image182.png"/><Relationship Id="rId24" Type="http://schemas.openxmlformats.org/officeDocument/2006/relationships/customXml" Target="../ink/ink425.xml"/><Relationship Id="rId32" Type="http://schemas.openxmlformats.org/officeDocument/2006/relationships/customXml" Target="../ink/ink429.xml"/><Relationship Id="rId37" Type="http://schemas.openxmlformats.org/officeDocument/2006/relationships/image" Target="../media/image255.png"/><Relationship Id="rId40" Type="http://schemas.openxmlformats.org/officeDocument/2006/relationships/customXml" Target="../ink/ink433.xml"/><Relationship Id="rId45" Type="http://schemas.openxmlformats.org/officeDocument/2006/relationships/image" Target="../media/image259.png"/><Relationship Id="rId53" Type="http://schemas.openxmlformats.org/officeDocument/2006/relationships/image" Target="../media/image263.png"/><Relationship Id="rId58" Type="http://schemas.openxmlformats.org/officeDocument/2006/relationships/customXml" Target="../ink/ink442.xml"/><Relationship Id="rId66" Type="http://schemas.openxmlformats.org/officeDocument/2006/relationships/customXml" Target="../ink/ink446.xml"/><Relationship Id="rId74" Type="http://schemas.openxmlformats.org/officeDocument/2006/relationships/customXml" Target="../ink/ink450.xml"/><Relationship Id="rId5" Type="http://schemas.openxmlformats.org/officeDocument/2006/relationships/image" Target="../media/image179.png"/><Relationship Id="rId61" Type="http://schemas.openxmlformats.org/officeDocument/2006/relationships/image" Target="../media/image267.png"/><Relationship Id="rId19" Type="http://schemas.openxmlformats.org/officeDocument/2006/relationships/image" Target="../media/image186.png"/><Relationship Id="rId14" Type="http://schemas.openxmlformats.org/officeDocument/2006/relationships/customXml" Target="../ink/ink420.xml"/><Relationship Id="rId22" Type="http://schemas.openxmlformats.org/officeDocument/2006/relationships/customXml" Target="../ink/ink424.xml"/><Relationship Id="rId27" Type="http://schemas.openxmlformats.org/officeDocument/2006/relationships/image" Target="../media/image190.png"/><Relationship Id="rId30" Type="http://schemas.openxmlformats.org/officeDocument/2006/relationships/customXml" Target="../ink/ink428.xml"/><Relationship Id="rId35" Type="http://schemas.openxmlformats.org/officeDocument/2006/relationships/image" Target="../media/image254.png"/><Relationship Id="rId43" Type="http://schemas.openxmlformats.org/officeDocument/2006/relationships/image" Target="../media/image258.png"/><Relationship Id="rId48" Type="http://schemas.openxmlformats.org/officeDocument/2006/relationships/customXml" Target="../ink/ink437.xml"/><Relationship Id="rId56" Type="http://schemas.openxmlformats.org/officeDocument/2006/relationships/customXml" Target="../ink/ink441.xml"/><Relationship Id="rId64" Type="http://schemas.openxmlformats.org/officeDocument/2006/relationships/customXml" Target="../ink/ink445.xml"/><Relationship Id="rId69" Type="http://schemas.openxmlformats.org/officeDocument/2006/relationships/image" Target="../media/image271.png"/><Relationship Id="rId8" Type="http://schemas.openxmlformats.org/officeDocument/2006/relationships/customXml" Target="../ink/ink417.xml"/><Relationship Id="rId51" Type="http://schemas.openxmlformats.org/officeDocument/2006/relationships/image" Target="../media/image262.png"/><Relationship Id="rId72" Type="http://schemas.openxmlformats.org/officeDocument/2006/relationships/customXml" Target="../ink/ink449.xml"/><Relationship Id="rId3" Type="http://schemas.openxmlformats.org/officeDocument/2006/relationships/image" Target="../media/image178.png"/><Relationship Id="rId12" Type="http://schemas.openxmlformats.org/officeDocument/2006/relationships/customXml" Target="../ink/ink419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253.png"/><Relationship Id="rId38" Type="http://schemas.openxmlformats.org/officeDocument/2006/relationships/customXml" Target="../ink/ink432.xml"/><Relationship Id="rId46" Type="http://schemas.openxmlformats.org/officeDocument/2006/relationships/customXml" Target="../ink/ink436.xml"/><Relationship Id="rId59" Type="http://schemas.openxmlformats.org/officeDocument/2006/relationships/image" Target="../media/image266.png"/><Relationship Id="rId67" Type="http://schemas.openxmlformats.org/officeDocument/2006/relationships/image" Target="../media/image270.png"/><Relationship Id="rId20" Type="http://schemas.openxmlformats.org/officeDocument/2006/relationships/customXml" Target="../ink/ink423.xml"/><Relationship Id="rId41" Type="http://schemas.openxmlformats.org/officeDocument/2006/relationships/image" Target="../media/image257.png"/><Relationship Id="rId54" Type="http://schemas.openxmlformats.org/officeDocument/2006/relationships/customXml" Target="../ink/ink440.xml"/><Relationship Id="rId62" Type="http://schemas.openxmlformats.org/officeDocument/2006/relationships/customXml" Target="../ink/ink444.xml"/><Relationship Id="rId70" Type="http://schemas.openxmlformats.org/officeDocument/2006/relationships/customXml" Target="../ink/ink448.xml"/><Relationship Id="rId75" Type="http://schemas.openxmlformats.org/officeDocument/2006/relationships/image" Target="../media/image27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16.xml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427.xml"/><Relationship Id="rId36" Type="http://schemas.openxmlformats.org/officeDocument/2006/relationships/customXml" Target="../ink/ink431.xml"/><Relationship Id="rId49" Type="http://schemas.openxmlformats.org/officeDocument/2006/relationships/image" Target="../media/image261.png"/><Relationship Id="rId57" Type="http://schemas.openxmlformats.org/officeDocument/2006/relationships/image" Target="../media/image265.png"/><Relationship Id="rId10" Type="http://schemas.openxmlformats.org/officeDocument/2006/relationships/customXml" Target="../ink/ink418.xml"/><Relationship Id="rId31" Type="http://schemas.openxmlformats.org/officeDocument/2006/relationships/image" Target="../media/image252.png"/><Relationship Id="rId44" Type="http://schemas.openxmlformats.org/officeDocument/2006/relationships/customXml" Target="../ink/ink435.xml"/><Relationship Id="rId52" Type="http://schemas.openxmlformats.org/officeDocument/2006/relationships/customXml" Target="../ink/ink439.xml"/><Relationship Id="rId60" Type="http://schemas.openxmlformats.org/officeDocument/2006/relationships/customXml" Target="../ink/ink443.xml"/><Relationship Id="rId65" Type="http://schemas.openxmlformats.org/officeDocument/2006/relationships/image" Target="../media/image269.png"/><Relationship Id="rId73" Type="http://schemas.openxmlformats.org/officeDocument/2006/relationships/image" Target="../media/image273.png"/><Relationship Id="rId4" Type="http://schemas.openxmlformats.org/officeDocument/2006/relationships/customXml" Target="../ink/ink415.xml"/><Relationship Id="rId9" Type="http://schemas.openxmlformats.org/officeDocument/2006/relationships/image" Target="../media/image181.png"/><Relationship Id="rId13" Type="http://schemas.openxmlformats.org/officeDocument/2006/relationships/image" Target="../media/image183.png"/><Relationship Id="rId18" Type="http://schemas.openxmlformats.org/officeDocument/2006/relationships/customXml" Target="../ink/ink422.xml"/><Relationship Id="rId39" Type="http://schemas.openxmlformats.org/officeDocument/2006/relationships/image" Target="../media/image256.png"/><Relationship Id="rId34" Type="http://schemas.openxmlformats.org/officeDocument/2006/relationships/customXml" Target="../ink/ink430.xml"/><Relationship Id="rId50" Type="http://schemas.openxmlformats.org/officeDocument/2006/relationships/customXml" Target="../ink/ink438.xml"/><Relationship Id="rId55" Type="http://schemas.openxmlformats.org/officeDocument/2006/relationships/image" Target="../media/image264.png"/><Relationship Id="rId7" Type="http://schemas.openxmlformats.org/officeDocument/2006/relationships/image" Target="../media/image180.png"/><Relationship Id="rId71" Type="http://schemas.openxmlformats.org/officeDocument/2006/relationships/image" Target="../media/image27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4.xml"/><Relationship Id="rId13" Type="http://schemas.openxmlformats.org/officeDocument/2006/relationships/image" Target="../media/image183.png"/><Relationship Id="rId18" Type="http://schemas.openxmlformats.org/officeDocument/2006/relationships/customXml" Target="../ink/ink459.xml"/><Relationship Id="rId26" Type="http://schemas.openxmlformats.org/officeDocument/2006/relationships/customXml" Target="../ink/ink463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456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451.xml"/><Relationship Id="rId16" Type="http://schemas.openxmlformats.org/officeDocument/2006/relationships/customXml" Target="../ink/ink458.xml"/><Relationship Id="rId20" Type="http://schemas.openxmlformats.org/officeDocument/2006/relationships/customXml" Target="../ink/ink46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53.xml"/><Relationship Id="rId11" Type="http://schemas.openxmlformats.org/officeDocument/2006/relationships/image" Target="../media/image182.png"/><Relationship Id="rId24" Type="http://schemas.openxmlformats.org/officeDocument/2006/relationships/customXml" Target="../ink/ink462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10" Type="http://schemas.openxmlformats.org/officeDocument/2006/relationships/customXml" Target="../ink/ink455.xml"/><Relationship Id="rId19" Type="http://schemas.openxmlformats.org/officeDocument/2006/relationships/image" Target="../media/image186.png"/><Relationship Id="rId4" Type="http://schemas.openxmlformats.org/officeDocument/2006/relationships/customXml" Target="../ink/ink452.xml"/><Relationship Id="rId9" Type="http://schemas.openxmlformats.org/officeDocument/2006/relationships/image" Target="../media/image181.png"/><Relationship Id="rId14" Type="http://schemas.openxmlformats.org/officeDocument/2006/relationships/customXml" Target="../ink/ink457.xml"/><Relationship Id="rId22" Type="http://schemas.openxmlformats.org/officeDocument/2006/relationships/customXml" Target="../ink/ink461.xml"/><Relationship Id="rId27" Type="http://schemas.openxmlformats.org/officeDocument/2006/relationships/image" Target="../media/image19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7.xml"/><Relationship Id="rId13" Type="http://schemas.openxmlformats.org/officeDocument/2006/relationships/image" Target="../media/image183.png"/><Relationship Id="rId18" Type="http://schemas.openxmlformats.org/officeDocument/2006/relationships/customXml" Target="../ink/ink472.xml"/><Relationship Id="rId26" Type="http://schemas.openxmlformats.org/officeDocument/2006/relationships/customXml" Target="../ink/ink476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469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464.xml"/><Relationship Id="rId16" Type="http://schemas.openxmlformats.org/officeDocument/2006/relationships/customXml" Target="../ink/ink471.xml"/><Relationship Id="rId20" Type="http://schemas.openxmlformats.org/officeDocument/2006/relationships/customXml" Target="../ink/ink47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66.xml"/><Relationship Id="rId11" Type="http://schemas.openxmlformats.org/officeDocument/2006/relationships/image" Target="../media/image182.png"/><Relationship Id="rId24" Type="http://schemas.openxmlformats.org/officeDocument/2006/relationships/customXml" Target="../ink/ink475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10" Type="http://schemas.openxmlformats.org/officeDocument/2006/relationships/customXml" Target="../ink/ink468.xml"/><Relationship Id="rId19" Type="http://schemas.openxmlformats.org/officeDocument/2006/relationships/image" Target="../media/image186.png"/><Relationship Id="rId4" Type="http://schemas.openxmlformats.org/officeDocument/2006/relationships/customXml" Target="../ink/ink465.xml"/><Relationship Id="rId9" Type="http://schemas.openxmlformats.org/officeDocument/2006/relationships/image" Target="../media/image181.png"/><Relationship Id="rId14" Type="http://schemas.openxmlformats.org/officeDocument/2006/relationships/customXml" Target="../ink/ink470.xml"/><Relationship Id="rId22" Type="http://schemas.openxmlformats.org/officeDocument/2006/relationships/customXml" Target="../ink/ink474.xml"/><Relationship Id="rId27" Type="http://schemas.openxmlformats.org/officeDocument/2006/relationships/image" Target="../media/image19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0.xml"/><Relationship Id="rId13" Type="http://schemas.openxmlformats.org/officeDocument/2006/relationships/image" Target="../media/image183.png"/><Relationship Id="rId18" Type="http://schemas.openxmlformats.org/officeDocument/2006/relationships/customXml" Target="../ink/ink485.xml"/><Relationship Id="rId26" Type="http://schemas.openxmlformats.org/officeDocument/2006/relationships/customXml" Target="../ink/ink489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482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477.xml"/><Relationship Id="rId16" Type="http://schemas.openxmlformats.org/officeDocument/2006/relationships/customXml" Target="../ink/ink484.xml"/><Relationship Id="rId20" Type="http://schemas.openxmlformats.org/officeDocument/2006/relationships/customXml" Target="../ink/ink486.xml"/><Relationship Id="rId29" Type="http://schemas.openxmlformats.org/officeDocument/2006/relationships/image" Target="../media/image27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79.xml"/><Relationship Id="rId11" Type="http://schemas.openxmlformats.org/officeDocument/2006/relationships/image" Target="../media/image182.png"/><Relationship Id="rId24" Type="http://schemas.openxmlformats.org/officeDocument/2006/relationships/customXml" Target="../ink/ink488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490.xml"/><Relationship Id="rId10" Type="http://schemas.openxmlformats.org/officeDocument/2006/relationships/customXml" Target="../ink/ink481.xml"/><Relationship Id="rId19" Type="http://schemas.openxmlformats.org/officeDocument/2006/relationships/image" Target="../media/image186.png"/><Relationship Id="rId31" Type="http://schemas.openxmlformats.org/officeDocument/2006/relationships/image" Target="../media/image276.png"/><Relationship Id="rId4" Type="http://schemas.openxmlformats.org/officeDocument/2006/relationships/customXml" Target="../ink/ink478.xml"/><Relationship Id="rId9" Type="http://schemas.openxmlformats.org/officeDocument/2006/relationships/image" Target="../media/image181.png"/><Relationship Id="rId14" Type="http://schemas.openxmlformats.org/officeDocument/2006/relationships/customXml" Target="../ink/ink483.xml"/><Relationship Id="rId22" Type="http://schemas.openxmlformats.org/officeDocument/2006/relationships/customXml" Target="../ink/ink487.xml"/><Relationship Id="rId27" Type="http://schemas.openxmlformats.org/officeDocument/2006/relationships/image" Target="../media/image190.png"/><Relationship Id="rId30" Type="http://schemas.openxmlformats.org/officeDocument/2006/relationships/customXml" Target="../ink/ink491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customXml" Target="../ink/ink500.xml"/><Relationship Id="rId26" Type="http://schemas.openxmlformats.org/officeDocument/2006/relationships/customXml" Target="../ink/ink504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497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279.png"/><Relationship Id="rId2" Type="http://schemas.openxmlformats.org/officeDocument/2006/relationships/customXml" Target="../ink/ink492.xml"/><Relationship Id="rId16" Type="http://schemas.openxmlformats.org/officeDocument/2006/relationships/customXml" Target="../ink/ink499.xml"/><Relationship Id="rId20" Type="http://schemas.openxmlformats.org/officeDocument/2006/relationships/customXml" Target="../ink/ink501.xml"/><Relationship Id="rId29" Type="http://schemas.openxmlformats.org/officeDocument/2006/relationships/image" Target="../media/image27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94.xml"/><Relationship Id="rId11" Type="http://schemas.openxmlformats.org/officeDocument/2006/relationships/image" Target="../media/image182.png"/><Relationship Id="rId24" Type="http://schemas.openxmlformats.org/officeDocument/2006/relationships/customXml" Target="../ink/ink503.xml"/><Relationship Id="rId32" Type="http://schemas.openxmlformats.org/officeDocument/2006/relationships/customXml" Target="../ink/ink507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505.xml"/><Relationship Id="rId10" Type="http://schemas.openxmlformats.org/officeDocument/2006/relationships/customXml" Target="../ink/ink496.xml"/><Relationship Id="rId19" Type="http://schemas.openxmlformats.org/officeDocument/2006/relationships/image" Target="../media/image186.png"/><Relationship Id="rId31" Type="http://schemas.openxmlformats.org/officeDocument/2006/relationships/image" Target="../media/image278.png"/><Relationship Id="rId4" Type="http://schemas.openxmlformats.org/officeDocument/2006/relationships/customXml" Target="../ink/ink493.xml"/><Relationship Id="rId9" Type="http://schemas.openxmlformats.org/officeDocument/2006/relationships/image" Target="../media/image181.png"/><Relationship Id="rId14" Type="http://schemas.openxmlformats.org/officeDocument/2006/relationships/customXml" Target="../ink/ink498.xml"/><Relationship Id="rId22" Type="http://schemas.openxmlformats.org/officeDocument/2006/relationships/customXml" Target="../ink/ink502.xml"/><Relationship Id="rId27" Type="http://schemas.openxmlformats.org/officeDocument/2006/relationships/image" Target="../media/image190.png"/><Relationship Id="rId30" Type="http://schemas.openxmlformats.org/officeDocument/2006/relationships/customXml" Target="../ink/ink506.xml"/><Relationship Id="rId8" Type="http://schemas.openxmlformats.org/officeDocument/2006/relationships/customXml" Target="../ink/ink495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customXml" Target="../ink/ink516.xml"/><Relationship Id="rId26" Type="http://schemas.openxmlformats.org/officeDocument/2006/relationships/customXml" Target="../ink/ink520.xml"/><Relationship Id="rId39" Type="http://schemas.openxmlformats.org/officeDocument/2006/relationships/image" Target="../media/image285.png"/><Relationship Id="rId21" Type="http://schemas.openxmlformats.org/officeDocument/2006/relationships/image" Target="../media/image187.png"/><Relationship Id="rId34" Type="http://schemas.openxmlformats.org/officeDocument/2006/relationships/customXml" Target="../ink/ink524.xml"/><Relationship Id="rId42" Type="http://schemas.openxmlformats.org/officeDocument/2006/relationships/customXml" Target="../ink/ink528.xml"/><Relationship Id="rId7" Type="http://schemas.openxmlformats.org/officeDocument/2006/relationships/image" Target="../media/image180.png"/><Relationship Id="rId2" Type="http://schemas.openxmlformats.org/officeDocument/2006/relationships/customXml" Target="../ink/ink508.xml"/><Relationship Id="rId16" Type="http://schemas.openxmlformats.org/officeDocument/2006/relationships/customXml" Target="../ink/ink515.xml"/><Relationship Id="rId29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10.xml"/><Relationship Id="rId11" Type="http://schemas.openxmlformats.org/officeDocument/2006/relationships/image" Target="../media/image182.png"/><Relationship Id="rId24" Type="http://schemas.openxmlformats.org/officeDocument/2006/relationships/customXml" Target="../ink/ink519.xml"/><Relationship Id="rId32" Type="http://schemas.openxmlformats.org/officeDocument/2006/relationships/customXml" Target="../ink/ink523.xml"/><Relationship Id="rId37" Type="http://schemas.openxmlformats.org/officeDocument/2006/relationships/image" Target="../media/image284.png"/><Relationship Id="rId40" Type="http://schemas.openxmlformats.org/officeDocument/2006/relationships/customXml" Target="../ink/ink527.xml"/><Relationship Id="rId45" Type="http://schemas.openxmlformats.org/officeDocument/2006/relationships/image" Target="../media/image288.png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521.xml"/><Relationship Id="rId36" Type="http://schemas.openxmlformats.org/officeDocument/2006/relationships/customXml" Target="../ink/ink525.xml"/><Relationship Id="rId10" Type="http://schemas.openxmlformats.org/officeDocument/2006/relationships/customXml" Target="../ink/ink512.xml"/><Relationship Id="rId19" Type="http://schemas.openxmlformats.org/officeDocument/2006/relationships/image" Target="../media/image186.png"/><Relationship Id="rId31" Type="http://schemas.openxmlformats.org/officeDocument/2006/relationships/image" Target="../media/image281.png"/><Relationship Id="rId44" Type="http://schemas.openxmlformats.org/officeDocument/2006/relationships/customXml" Target="../ink/ink529.xml"/><Relationship Id="rId4" Type="http://schemas.openxmlformats.org/officeDocument/2006/relationships/customXml" Target="../ink/ink509.xml"/><Relationship Id="rId9" Type="http://schemas.openxmlformats.org/officeDocument/2006/relationships/image" Target="../media/image181.png"/><Relationship Id="rId14" Type="http://schemas.openxmlformats.org/officeDocument/2006/relationships/customXml" Target="../ink/ink514.xml"/><Relationship Id="rId22" Type="http://schemas.openxmlformats.org/officeDocument/2006/relationships/customXml" Target="../ink/ink518.xml"/><Relationship Id="rId27" Type="http://schemas.openxmlformats.org/officeDocument/2006/relationships/image" Target="../media/image190.png"/><Relationship Id="rId30" Type="http://schemas.openxmlformats.org/officeDocument/2006/relationships/customXml" Target="../ink/ink522.xml"/><Relationship Id="rId35" Type="http://schemas.openxmlformats.org/officeDocument/2006/relationships/image" Target="../media/image283.png"/><Relationship Id="rId43" Type="http://schemas.openxmlformats.org/officeDocument/2006/relationships/image" Target="../media/image287.png"/><Relationship Id="rId8" Type="http://schemas.openxmlformats.org/officeDocument/2006/relationships/customXml" Target="../ink/ink511.xml"/><Relationship Id="rId3" Type="http://schemas.openxmlformats.org/officeDocument/2006/relationships/image" Target="../media/image178.png"/><Relationship Id="rId12" Type="http://schemas.openxmlformats.org/officeDocument/2006/relationships/customXml" Target="../ink/ink513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282.png"/><Relationship Id="rId38" Type="http://schemas.openxmlformats.org/officeDocument/2006/relationships/customXml" Target="../ink/ink526.xml"/><Relationship Id="rId20" Type="http://schemas.openxmlformats.org/officeDocument/2006/relationships/customXml" Target="../ink/ink517.xml"/><Relationship Id="rId41" Type="http://schemas.openxmlformats.org/officeDocument/2006/relationships/image" Target="../media/image286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customXml" Target="../ink/ink538.xml"/><Relationship Id="rId26" Type="http://schemas.openxmlformats.org/officeDocument/2006/relationships/customXml" Target="../ink/ink542.xml"/><Relationship Id="rId39" Type="http://schemas.openxmlformats.org/officeDocument/2006/relationships/image" Target="../media/image294.png"/><Relationship Id="rId21" Type="http://schemas.openxmlformats.org/officeDocument/2006/relationships/image" Target="../media/image187.png"/><Relationship Id="rId34" Type="http://schemas.openxmlformats.org/officeDocument/2006/relationships/customXml" Target="../ink/ink546.xml"/><Relationship Id="rId42" Type="http://schemas.openxmlformats.org/officeDocument/2006/relationships/customXml" Target="../ink/ink550.xml"/><Relationship Id="rId47" Type="http://schemas.openxmlformats.org/officeDocument/2006/relationships/image" Target="../media/image298.png"/><Relationship Id="rId50" Type="http://schemas.openxmlformats.org/officeDocument/2006/relationships/customXml" Target="../ink/ink554.xml"/><Relationship Id="rId55" Type="http://schemas.openxmlformats.org/officeDocument/2006/relationships/image" Target="../media/image302.png"/><Relationship Id="rId7" Type="http://schemas.openxmlformats.org/officeDocument/2006/relationships/image" Target="../media/image180.png"/><Relationship Id="rId2" Type="http://schemas.openxmlformats.org/officeDocument/2006/relationships/customXml" Target="../ink/ink530.xml"/><Relationship Id="rId16" Type="http://schemas.openxmlformats.org/officeDocument/2006/relationships/customXml" Target="../ink/ink537.xml"/><Relationship Id="rId29" Type="http://schemas.openxmlformats.org/officeDocument/2006/relationships/image" Target="../media/image289.png"/><Relationship Id="rId11" Type="http://schemas.openxmlformats.org/officeDocument/2006/relationships/image" Target="../media/image182.png"/><Relationship Id="rId24" Type="http://schemas.openxmlformats.org/officeDocument/2006/relationships/customXml" Target="../ink/ink541.xml"/><Relationship Id="rId32" Type="http://schemas.openxmlformats.org/officeDocument/2006/relationships/customXml" Target="../ink/ink545.xml"/><Relationship Id="rId37" Type="http://schemas.openxmlformats.org/officeDocument/2006/relationships/image" Target="../media/image293.png"/><Relationship Id="rId40" Type="http://schemas.openxmlformats.org/officeDocument/2006/relationships/customXml" Target="../ink/ink549.xml"/><Relationship Id="rId45" Type="http://schemas.openxmlformats.org/officeDocument/2006/relationships/image" Target="../media/image297.png"/><Relationship Id="rId53" Type="http://schemas.openxmlformats.org/officeDocument/2006/relationships/image" Target="../media/image301.png"/><Relationship Id="rId58" Type="http://schemas.openxmlformats.org/officeDocument/2006/relationships/customXml" Target="../ink/ink558.xml"/><Relationship Id="rId5" Type="http://schemas.openxmlformats.org/officeDocument/2006/relationships/image" Target="../media/image179.png"/><Relationship Id="rId19" Type="http://schemas.openxmlformats.org/officeDocument/2006/relationships/image" Target="../media/image186.png"/><Relationship Id="rId4" Type="http://schemas.openxmlformats.org/officeDocument/2006/relationships/customXml" Target="../ink/ink531.xml"/><Relationship Id="rId9" Type="http://schemas.openxmlformats.org/officeDocument/2006/relationships/image" Target="../media/image181.png"/><Relationship Id="rId14" Type="http://schemas.openxmlformats.org/officeDocument/2006/relationships/customXml" Target="../ink/ink536.xml"/><Relationship Id="rId22" Type="http://schemas.openxmlformats.org/officeDocument/2006/relationships/customXml" Target="../ink/ink540.xml"/><Relationship Id="rId27" Type="http://schemas.openxmlformats.org/officeDocument/2006/relationships/image" Target="../media/image190.png"/><Relationship Id="rId30" Type="http://schemas.openxmlformats.org/officeDocument/2006/relationships/customXml" Target="../ink/ink544.xml"/><Relationship Id="rId35" Type="http://schemas.openxmlformats.org/officeDocument/2006/relationships/image" Target="../media/image292.png"/><Relationship Id="rId43" Type="http://schemas.openxmlformats.org/officeDocument/2006/relationships/image" Target="../media/image296.png"/><Relationship Id="rId48" Type="http://schemas.openxmlformats.org/officeDocument/2006/relationships/customXml" Target="../ink/ink553.xml"/><Relationship Id="rId56" Type="http://schemas.openxmlformats.org/officeDocument/2006/relationships/customXml" Target="../ink/ink557.xml"/><Relationship Id="rId8" Type="http://schemas.openxmlformats.org/officeDocument/2006/relationships/customXml" Target="../ink/ink533.xml"/><Relationship Id="rId51" Type="http://schemas.openxmlformats.org/officeDocument/2006/relationships/image" Target="../media/image300.png"/><Relationship Id="rId3" Type="http://schemas.openxmlformats.org/officeDocument/2006/relationships/image" Target="../media/image178.png"/><Relationship Id="rId12" Type="http://schemas.openxmlformats.org/officeDocument/2006/relationships/customXml" Target="../ink/ink535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291.png"/><Relationship Id="rId38" Type="http://schemas.openxmlformats.org/officeDocument/2006/relationships/customXml" Target="../ink/ink548.xml"/><Relationship Id="rId46" Type="http://schemas.openxmlformats.org/officeDocument/2006/relationships/customXml" Target="../ink/ink552.xml"/><Relationship Id="rId59" Type="http://schemas.openxmlformats.org/officeDocument/2006/relationships/image" Target="../media/image304.png"/><Relationship Id="rId20" Type="http://schemas.openxmlformats.org/officeDocument/2006/relationships/customXml" Target="../ink/ink539.xml"/><Relationship Id="rId41" Type="http://schemas.openxmlformats.org/officeDocument/2006/relationships/image" Target="../media/image295.png"/><Relationship Id="rId54" Type="http://schemas.openxmlformats.org/officeDocument/2006/relationships/customXml" Target="../ink/ink55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32.xml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543.xml"/><Relationship Id="rId36" Type="http://schemas.openxmlformats.org/officeDocument/2006/relationships/customXml" Target="../ink/ink547.xml"/><Relationship Id="rId49" Type="http://schemas.openxmlformats.org/officeDocument/2006/relationships/image" Target="../media/image299.png"/><Relationship Id="rId57" Type="http://schemas.openxmlformats.org/officeDocument/2006/relationships/image" Target="../media/image303.png"/><Relationship Id="rId10" Type="http://schemas.openxmlformats.org/officeDocument/2006/relationships/customXml" Target="../ink/ink534.xml"/><Relationship Id="rId31" Type="http://schemas.openxmlformats.org/officeDocument/2006/relationships/image" Target="../media/image290.png"/><Relationship Id="rId44" Type="http://schemas.openxmlformats.org/officeDocument/2006/relationships/customXml" Target="../ink/ink551.xml"/><Relationship Id="rId52" Type="http://schemas.openxmlformats.org/officeDocument/2006/relationships/customXml" Target="../ink/ink555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customXml" Target="../ink/ink567.xml"/><Relationship Id="rId26" Type="http://schemas.openxmlformats.org/officeDocument/2006/relationships/customXml" Target="../ink/ink571.xml"/><Relationship Id="rId39" Type="http://schemas.openxmlformats.org/officeDocument/2006/relationships/image" Target="../media/image308.png"/><Relationship Id="rId21" Type="http://schemas.openxmlformats.org/officeDocument/2006/relationships/image" Target="../media/image187.png"/><Relationship Id="rId34" Type="http://schemas.openxmlformats.org/officeDocument/2006/relationships/customXml" Target="../ink/ink575.xml"/><Relationship Id="rId42" Type="http://schemas.openxmlformats.org/officeDocument/2006/relationships/customXml" Target="../ink/ink579.xml"/><Relationship Id="rId47" Type="http://schemas.openxmlformats.org/officeDocument/2006/relationships/image" Target="../media/image312.png"/><Relationship Id="rId50" Type="http://schemas.openxmlformats.org/officeDocument/2006/relationships/customXml" Target="../ink/ink583.xml"/><Relationship Id="rId55" Type="http://schemas.openxmlformats.org/officeDocument/2006/relationships/image" Target="../media/image316.png"/><Relationship Id="rId63" Type="http://schemas.openxmlformats.org/officeDocument/2006/relationships/image" Target="../media/image320.png"/><Relationship Id="rId7" Type="http://schemas.openxmlformats.org/officeDocument/2006/relationships/image" Target="../media/image180.png"/><Relationship Id="rId2" Type="http://schemas.openxmlformats.org/officeDocument/2006/relationships/customXml" Target="../ink/ink559.xml"/><Relationship Id="rId16" Type="http://schemas.openxmlformats.org/officeDocument/2006/relationships/customXml" Target="../ink/ink566.xml"/><Relationship Id="rId29" Type="http://schemas.openxmlformats.org/officeDocument/2006/relationships/image" Target="../media/image289.png"/><Relationship Id="rId11" Type="http://schemas.openxmlformats.org/officeDocument/2006/relationships/image" Target="../media/image182.png"/><Relationship Id="rId24" Type="http://schemas.openxmlformats.org/officeDocument/2006/relationships/customXml" Target="../ink/ink570.xml"/><Relationship Id="rId32" Type="http://schemas.openxmlformats.org/officeDocument/2006/relationships/customXml" Target="../ink/ink574.xml"/><Relationship Id="rId37" Type="http://schemas.openxmlformats.org/officeDocument/2006/relationships/image" Target="../media/image307.png"/><Relationship Id="rId40" Type="http://schemas.openxmlformats.org/officeDocument/2006/relationships/customXml" Target="../ink/ink578.xml"/><Relationship Id="rId45" Type="http://schemas.openxmlformats.org/officeDocument/2006/relationships/image" Target="../media/image311.png"/><Relationship Id="rId53" Type="http://schemas.openxmlformats.org/officeDocument/2006/relationships/image" Target="../media/image315.png"/><Relationship Id="rId58" Type="http://schemas.openxmlformats.org/officeDocument/2006/relationships/customXml" Target="../ink/ink587.xml"/><Relationship Id="rId5" Type="http://schemas.openxmlformats.org/officeDocument/2006/relationships/image" Target="../media/image179.png"/><Relationship Id="rId61" Type="http://schemas.openxmlformats.org/officeDocument/2006/relationships/image" Target="../media/image319.png"/><Relationship Id="rId19" Type="http://schemas.openxmlformats.org/officeDocument/2006/relationships/image" Target="../media/image186.png"/><Relationship Id="rId14" Type="http://schemas.openxmlformats.org/officeDocument/2006/relationships/customXml" Target="../ink/ink565.xml"/><Relationship Id="rId22" Type="http://schemas.openxmlformats.org/officeDocument/2006/relationships/customXml" Target="../ink/ink569.xml"/><Relationship Id="rId27" Type="http://schemas.openxmlformats.org/officeDocument/2006/relationships/image" Target="../media/image190.png"/><Relationship Id="rId30" Type="http://schemas.openxmlformats.org/officeDocument/2006/relationships/customXml" Target="../ink/ink573.xml"/><Relationship Id="rId35" Type="http://schemas.openxmlformats.org/officeDocument/2006/relationships/image" Target="../media/image306.png"/><Relationship Id="rId43" Type="http://schemas.openxmlformats.org/officeDocument/2006/relationships/image" Target="../media/image310.png"/><Relationship Id="rId48" Type="http://schemas.openxmlformats.org/officeDocument/2006/relationships/customXml" Target="../ink/ink582.xml"/><Relationship Id="rId56" Type="http://schemas.openxmlformats.org/officeDocument/2006/relationships/customXml" Target="../ink/ink586.xml"/><Relationship Id="rId8" Type="http://schemas.openxmlformats.org/officeDocument/2006/relationships/customXml" Target="../ink/ink562.xml"/><Relationship Id="rId51" Type="http://schemas.openxmlformats.org/officeDocument/2006/relationships/image" Target="../media/image314.png"/><Relationship Id="rId3" Type="http://schemas.openxmlformats.org/officeDocument/2006/relationships/image" Target="../media/image178.png"/><Relationship Id="rId12" Type="http://schemas.openxmlformats.org/officeDocument/2006/relationships/customXml" Target="../ink/ink564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305.png"/><Relationship Id="rId38" Type="http://schemas.openxmlformats.org/officeDocument/2006/relationships/customXml" Target="../ink/ink577.xml"/><Relationship Id="rId46" Type="http://schemas.openxmlformats.org/officeDocument/2006/relationships/customXml" Target="../ink/ink581.xml"/><Relationship Id="rId59" Type="http://schemas.openxmlformats.org/officeDocument/2006/relationships/image" Target="../media/image318.png"/><Relationship Id="rId20" Type="http://schemas.openxmlformats.org/officeDocument/2006/relationships/customXml" Target="../ink/ink568.xml"/><Relationship Id="rId41" Type="http://schemas.openxmlformats.org/officeDocument/2006/relationships/image" Target="../media/image309.png"/><Relationship Id="rId54" Type="http://schemas.openxmlformats.org/officeDocument/2006/relationships/customXml" Target="../ink/ink585.xml"/><Relationship Id="rId62" Type="http://schemas.openxmlformats.org/officeDocument/2006/relationships/customXml" Target="../ink/ink58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61.xml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572.xml"/><Relationship Id="rId36" Type="http://schemas.openxmlformats.org/officeDocument/2006/relationships/customXml" Target="../ink/ink576.xml"/><Relationship Id="rId49" Type="http://schemas.openxmlformats.org/officeDocument/2006/relationships/image" Target="../media/image313.png"/><Relationship Id="rId57" Type="http://schemas.openxmlformats.org/officeDocument/2006/relationships/image" Target="../media/image317.png"/><Relationship Id="rId10" Type="http://schemas.openxmlformats.org/officeDocument/2006/relationships/customXml" Target="../ink/ink563.xml"/><Relationship Id="rId31" Type="http://schemas.openxmlformats.org/officeDocument/2006/relationships/image" Target="../media/image290.png"/><Relationship Id="rId44" Type="http://schemas.openxmlformats.org/officeDocument/2006/relationships/customXml" Target="../ink/ink580.xml"/><Relationship Id="rId52" Type="http://schemas.openxmlformats.org/officeDocument/2006/relationships/customXml" Target="../ink/ink584.xml"/><Relationship Id="rId60" Type="http://schemas.openxmlformats.org/officeDocument/2006/relationships/customXml" Target="../ink/ink588.xml"/><Relationship Id="rId4" Type="http://schemas.openxmlformats.org/officeDocument/2006/relationships/customXml" Target="../ink/ink560.xml"/><Relationship Id="rId9" Type="http://schemas.openxmlformats.org/officeDocument/2006/relationships/image" Target="../media/image18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3.xml"/><Relationship Id="rId13" Type="http://schemas.openxmlformats.org/officeDocument/2006/relationships/image" Target="../media/image183.png"/><Relationship Id="rId18" Type="http://schemas.openxmlformats.org/officeDocument/2006/relationships/customXml" Target="../ink/ink598.xml"/><Relationship Id="rId26" Type="http://schemas.openxmlformats.org/officeDocument/2006/relationships/customXml" Target="../ink/ink602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595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590.xml"/><Relationship Id="rId16" Type="http://schemas.openxmlformats.org/officeDocument/2006/relationships/customXml" Target="../ink/ink597.xml"/><Relationship Id="rId20" Type="http://schemas.openxmlformats.org/officeDocument/2006/relationships/customXml" Target="../ink/ink59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92.xml"/><Relationship Id="rId11" Type="http://schemas.openxmlformats.org/officeDocument/2006/relationships/image" Target="../media/image182.png"/><Relationship Id="rId24" Type="http://schemas.openxmlformats.org/officeDocument/2006/relationships/customXml" Target="../ink/ink601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10" Type="http://schemas.openxmlformats.org/officeDocument/2006/relationships/customXml" Target="../ink/ink594.xml"/><Relationship Id="rId19" Type="http://schemas.openxmlformats.org/officeDocument/2006/relationships/image" Target="../media/image186.png"/><Relationship Id="rId4" Type="http://schemas.openxmlformats.org/officeDocument/2006/relationships/customXml" Target="../ink/ink591.xml"/><Relationship Id="rId9" Type="http://schemas.openxmlformats.org/officeDocument/2006/relationships/image" Target="../media/image181.png"/><Relationship Id="rId14" Type="http://schemas.openxmlformats.org/officeDocument/2006/relationships/customXml" Target="../ink/ink596.xml"/><Relationship Id="rId22" Type="http://schemas.openxmlformats.org/officeDocument/2006/relationships/customXml" Target="../ink/ink600.xml"/><Relationship Id="rId27" Type="http://schemas.openxmlformats.org/officeDocument/2006/relationships/image" Target="../media/image190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customXml" Target="../ink/ink611.xml"/><Relationship Id="rId26" Type="http://schemas.openxmlformats.org/officeDocument/2006/relationships/customXml" Target="../ink/ink615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608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323.png"/><Relationship Id="rId2" Type="http://schemas.openxmlformats.org/officeDocument/2006/relationships/customXml" Target="../ink/ink603.xml"/><Relationship Id="rId16" Type="http://schemas.openxmlformats.org/officeDocument/2006/relationships/customXml" Target="../ink/ink610.xml"/><Relationship Id="rId20" Type="http://schemas.openxmlformats.org/officeDocument/2006/relationships/customXml" Target="../ink/ink612.xml"/><Relationship Id="rId29" Type="http://schemas.openxmlformats.org/officeDocument/2006/relationships/image" Target="../media/image32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05.xml"/><Relationship Id="rId11" Type="http://schemas.openxmlformats.org/officeDocument/2006/relationships/image" Target="../media/image182.png"/><Relationship Id="rId24" Type="http://schemas.openxmlformats.org/officeDocument/2006/relationships/customXml" Target="../ink/ink614.xml"/><Relationship Id="rId32" Type="http://schemas.openxmlformats.org/officeDocument/2006/relationships/customXml" Target="../ink/ink618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616.xml"/><Relationship Id="rId10" Type="http://schemas.openxmlformats.org/officeDocument/2006/relationships/customXml" Target="../ink/ink607.xml"/><Relationship Id="rId19" Type="http://schemas.openxmlformats.org/officeDocument/2006/relationships/image" Target="../media/image186.png"/><Relationship Id="rId31" Type="http://schemas.openxmlformats.org/officeDocument/2006/relationships/image" Target="../media/image322.png"/><Relationship Id="rId4" Type="http://schemas.openxmlformats.org/officeDocument/2006/relationships/customXml" Target="../ink/ink604.xml"/><Relationship Id="rId9" Type="http://schemas.openxmlformats.org/officeDocument/2006/relationships/image" Target="../media/image181.png"/><Relationship Id="rId14" Type="http://schemas.openxmlformats.org/officeDocument/2006/relationships/customXml" Target="../ink/ink609.xml"/><Relationship Id="rId22" Type="http://schemas.openxmlformats.org/officeDocument/2006/relationships/customXml" Target="../ink/ink613.xml"/><Relationship Id="rId27" Type="http://schemas.openxmlformats.org/officeDocument/2006/relationships/image" Target="../media/image190.png"/><Relationship Id="rId30" Type="http://schemas.openxmlformats.org/officeDocument/2006/relationships/customXml" Target="../ink/ink617.xml"/><Relationship Id="rId8" Type="http://schemas.openxmlformats.org/officeDocument/2006/relationships/customXml" Target="../ink/ink606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customXml" Target="../ink/ink627.xml"/><Relationship Id="rId26" Type="http://schemas.openxmlformats.org/officeDocument/2006/relationships/customXml" Target="../ink/ink631.xml"/><Relationship Id="rId39" Type="http://schemas.openxmlformats.org/officeDocument/2006/relationships/image" Target="../media/image329.png"/><Relationship Id="rId21" Type="http://schemas.openxmlformats.org/officeDocument/2006/relationships/image" Target="../media/image187.png"/><Relationship Id="rId34" Type="http://schemas.openxmlformats.org/officeDocument/2006/relationships/customXml" Target="../ink/ink635.xml"/><Relationship Id="rId42" Type="http://schemas.openxmlformats.org/officeDocument/2006/relationships/customXml" Target="../ink/ink639.xml"/><Relationship Id="rId47" Type="http://schemas.openxmlformats.org/officeDocument/2006/relationships/image" Target="../media/image333.png"/><Relationship Id="rId7" Type="http://schemas.openxmlformats.org/officeDocument/2006/relationships/image" Target="../media/image180.png"/><Relationship Id="rId2" Type="http://schemas.openxmlformats.org/officeDocument/2006/relationships/customXml" Target="../ink/ink619.xml"/><Relationship Id="rId16" Type="http://schemas.openxmlformats.org/officeDocument/2006/relationships/customXml" Target="../ink/ink626.xml"/><Relationship Id="rId29" Type="http://schemas.openxmlformats.org/officeDocument/2006/relationships/image" Target="../media/image324.png"/><Relationship Id="rId11" Type="http://schemas.openxmlformats.org/officeDocument/2006/relationships/image" Target="../media/image182.png"/><Relationship Id="rId24" Type="http://schemas.openxmlformats.org/officeDocument/2006/relationships/customXml" Target="../ink/ink630.xml"/><Relationship Id="rId32" Type="http://schemas.openxmlformats.org/officeDocument/2006/relationships/customXml" Target="../ink/ink634.xml"/><Relationship Id="rId37" Type="http://schemas.openxmlformats.org/officeDocument/2006/relationships/image" Target="../media/image328.png"/><Relationship Id="rId40" Type="http://schemas.openxmlformats.org/officeDocument/2006/relationships/customXml" Target="../ink/ink638.xml"/><Relationship Id="rId45" Type="http://schemas.openxmlformats.org/officeDocument/2006/relationships/image" Target="../media/image332.png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632.xml"/><Relationship Id="rId36" Type="http://schemas.openxmlformats.org/officeDocument/2006/relationships/customXml" Target="../ink/ink636.xml"/><Relationship Id="rId49" Type="http://schemas.openxmlformats.org/officeDocument/2006/relationships/image" Target="../media/image334.png"/><Relationship Id="rId10" Type="http://schemas.openxmlformats.org/officeDocument/2006/relationships/customXml" Target="../ink/ink623.xml"/><Relationship Id="rId19" Type="http://schemas.openxmlformats.org/officeDocument/2006/relationships/image" Target="../media/image186.png"/><Relationship Id="rId31" Type="http://schemas.openxmlformats.org/officeDocument/2006/relationships/image" Target="../media/image325.png"/><Relationship Id="rId44" Type="http://schemas.openxmlformats.org/officeDocument/2006/relationships/customXml" Target="../ink/ink640.xml"/><Relationship Id="rId4" Type="http://schemas.openxmlformats.org/officeDocument/2006/relationships/customXml" Target="../ink/ink620.xml"/><Relationship Id="rId9" Type="http://schemas.openxmlformats.org/officeDocument/2006/relationships/image" Target="../media/image181.png"/><Relationship Id="rId14" Type="http://schemas.openxmlformats.org/officeDocument/2006/relationships/customXml" Target="../ink/ink625.xml"/><Relationship Id="rId22" Type="http://schemas.openxmlformats.org/officeDocument/2006/relationships/customXml" Target="../ink/ink629.xml"/><Relationship Id="rId27" Type="http://schemas.openxmlformats.org/officeDocument/2006/relationships/image" Target="../media/image190.png"/><Relationship Id="rId30" Type="http://schemas.openxmlformats.org/officeDocument/2006/relationships/customXml" Target="../ink/ink633.xml"/><Relationship Id="rId35" Type="http://schemas.openxmlformats.org/officeDocument/2006/relationships/image" Target="../media/image327.png"/><Relationship Id="rId43" Type="http://schemas.openxmlformats.org/officeDocument/2006/relationships/image" Target="../media/image331.png"/><Relationship Id="rId48" Type="http://schemas.openxmlformats.org/officeDocument/2006/relationships/customXml" Target="../ink/ink642.xml"/><Relationship Id="rId8" Type="http://schemas.openxmlformats.org/officeDocument/2006/relationships/customXml" Target="../ink/ink622.xml"/><Relationship Id="rId3" Type="http://schemas.openxmlformats.org/officeDocument/2006/relationships/image" Target="../media/image178.png"/><Relationship Id="rId12" Type="http://schemas.openxmlformats.org/officeDocument/2006/relationships/customXml" Target="../ink/ink624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326.png"/><Relationship Id="rId38" Type="http://schemas.openxmlformats.org/officeDocument/2006/relationships/customXml" Target="../ink/ink637.xml"/><Relationship Id="rId46" Type="http://schemas.openxmlformats.org/officeDocument/2006/relationships/customXml" Target="../ink/ink641.xml"/><Relationship Id="rId20" Type="http://schemas.openxmlformats.org/officeDocument/2006/relationships/customXml" Target="../ink/ink628.xml"/><Relationship Id="rId41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21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customXml" Target="../ink/ink651.xml"/><Relationship Id="rId26" Type="http://schemas.openxmlformats.org/officeDocument/2006/relationships/customXml" Target="../ink/ink655.xml"/><Relationship Id="rId39" Type="http://schemas.openxmlformats.org/officeDocument/2006/relationships/image" Target="../media/image337.png"/><Relationship Id="rId21" Type="http://schemas.openxmlformats.org/officeDocument/2006/relationships/image" Target="../media/image187.png"/><Relationship Id="rId34" Type="http://schemas.openxmlformats.org/officeDocument/2006/relationships/customXml" Target="../ink/ink659.xml"/><Relationship Id="rId42" Type="http://schemas.openxmlformats.org/officeDocument/2006/relationships/customXml" Target="../ink/ink663.xml"/><Relationship Id="rId47" Type="http://schemas.openxmlformats.org/officeDocument/2006/relationships/image" Target="../media/image341.png"/><Relationship Id="rId50" Type="http://schemas.openxmlformats.org/officeDocument/2006/relationships/customXml" Target="../ink/ink667.xml"/><Relationship Id="rId55" Type="http://schemas.openxmlformats.org/officeDocument/2006/relationships/image" Target="../media/image345.png"/><Relationship Id="rId7" Type="http://schemas.openxmlformats.org/officeDocument/2006/relationships/image" Target="../media/image180.png"/><Relationship Id="rId2" Type="http://schemas.openxmlformats.org/officeDocument/2006/relationships/customXml" Target="../ink/ink643.xml"/><Relationship Id="rId16" Type="http://schemas.openxmlformats.org/officeDocument/2006/relationships/customXml" Target="../ink/ink650.xml"/><Relationship Id="rId29" Type="http://schemas.openxmlformats.org/officeDocument/2006/relationships/image" Target="../media/image324.png"/><Relationship Id="rId11" Type="http://schemas.openxmlformats.org/officeDocument/2006/relationships/image" Target="../media/image182.png"/><Relationship Id="rId24" Type="http://schemas.openxmlformats.org/officeDocument/2006/relationships/customXml" Target="../ink/ink654.xml"/><Relationship Id="rId32" Type="http://schemas.openxmlformats.org/officeDocument/2006/relationships/customXml" Target="../ink/ink658.xml"/><Relationship Id="rId37" Type="http://schemas.openxmlformats.org/officeDocument/2006/relationships/image" Target="../media/image336.png"/><Relationship Id="rId40" Type="http://schemas.openxmlformats.org/officeDocument/2006/relationships/customXml" Target="../ink/ink662.xml"/><Relationship Id="rId45" Type="http://schemas.openxmlformats.org/officeDocument/2006/relationships/image" Target="../media/image340.png"/><Relationship Id="rId53" Type="http://schemas.openxmlformats.org/officeDocument/2006/relationships/image" Target="../media/image344.png"/><Relationship Id="rId5" Type="http://schemas.openxmlformats.org/officeDocument/2006/relationships/image" Target="../media/image179.png"/><Relationship Id="rId10" Type="http://schemas.openxmlformats.org/officeDocument/2006/relationships/customXml" Target="../ink/ink647.xml"/><Relationship Id="rId19" Type="http://schemas.openxmlformats.org/officeDocument/2006/relationships/image" Target="../media/image186.png"/><Relationship Id="rId31" Type="http://schemas.openxmlformats.org/officeDocument/2006/relationships/image" Target="../media/image325.png"/><Relationship Id="rId44" Type="http://schemas.openxmlformats.org/officeDocument/2006/relationships/customXml" Target="../ink/ink664.xml"/><Relationship Id="rId52" Type="http://schemas.openxmlformats.org/officeDocument/2006/relationships/customXml" Target="../ink/ink668.xml"/><Relationship Id="rId4" Type="http://schemas.openxmlformats.org/officeDocument/2006/relationships/customXml" Target="../ink/ink644.xml"/><Relationship Id="rId9" Type="http://schemas.openxmlformats.org/officeDocument/2006/relationships/image" Target="../media/image181.png"/><Relationship Id="rId14" Type="http://schemas.openxmlformats.org/officeDocument/2006/relationships/customXml" Target="../ink/ink649.xml"/><Relationship Id="rId22" Type="http://schemas.openxmlformats.org/officeDocument/2006/relationships/customXml" Target="../ink/ink653.xml"/><Relationship Id="rId27" Type="http://schemas.openxmlformats.org/officeDocument/2006/relationships/image" Target="../media/image190.png"/><Relationship Id="rId30" Type="http://schemas.openxmlformats.org/officeDocument/2006/relationships/customXml" Target="../ink/ink657.xml"/><Relationship Id="rId35" Type="http://schemas.openxmlformats.org/officeDocument/2006/relationships/image" Target="../media/image335.png"/><Relationship Id="rId43" Type="http://schemas.openxmlformats.org/officeDocument/2006/relationships/image" Target="../media/image339.png"/><Relationship Id="rId48" Type="http://schemas.openxmlformats.org/officeDocument/2006/relationships/customXml" Target="../ink/ink666.xml"/><Relationship Id="rId8" Type="http://schemas.openxmlformats.org/officeDocument/2006/relationships/customXml" Target="../ink/ink646.xml"/><Relationship Id="rId51" Type="http://schemas.openxmlformats.org/officeDocument/2006/relationships/image" Target="../media/image343.png"/><Relationship Id="rId3" Type="http://schemas.openxmlformats.org/officeDocument/2006/relationships/image" Target="../media/image178.png"/><Relationship Id="rId12" Type="http://schemas.openxmlformats.org/officeDocument/2006/relationships/customXml" Target="../ink/ink648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326.png"/><Relationship Id="rId38" Type="http://schemas.openxmlformats.org/officeDocument/2006/relationships/customXml" Target="../ink/ink661.xml"/><Relationship Id="rId46" Type="http://schemas.openxmlformats.org/officeDocument/2006/relationships/customXml" Target="../ink/ink665.xml"/><Relationship Id="rId20" Type="http://schemas.openxmlformats.org/officeDocument/2006/relationships/customXml" Target="../ink/ink652.xml"/><Relationship Id="rId41" Type="http://schemas.openxmlformats.org/officeDocument/2006/relationships/image" Target="../media/image338.png"/><Relationship Id="rId54" Type="http://schemas.openxmlformats.org/officeDocument/2006/relationships/customXml" Target="../ink/ink66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45.xml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656.xml"/><Relationship Id="rId36" Type="http://schemas.openxmlformats.org/officeDocument/2006/relationships/customXml" Target="../ink/ink660.xml"/><Relationship Id="rId49" Type="http://schemas.openxmlformats.org/officeDocument/2006/relationships/image" Target="../media/image34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3.xml"/><Relationship Id="rId13" Type="http://schemas.openxmlformats.org/officeDocument/2006/relationships/image" Target="../media/image183.png"/><Relationship Id="rId18" Type="http://schemas.openxmlformats.org/officeDocument/2006/relationships/customXml" Target="../ink/ink678.xml"/><Relationship Id="rId26" Type="http://schemas.openxmlformats.org/officeDocument/2006/relationships/customXml" Target="../ink/ink682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675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670.xml"/><Relationship Id="rId16" Type="http://schemas.openxmlformats.org/officeDocument/2006/relationships/customXml" Target="../ink/ink677.xml"/><Relationship Id="rId20" Type="http://schemas.openxmlformats.org/officeDocument/2006/relationships/customXml" Target="../ink/ink67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72.xml"/><Relationship Id="rId11" Type="http://schemas.openxmlformats.org/officeDocument/2006/relationships/image" Target="../media/image182.png"/><Relationship Id="rId24" Type="http://schemas.openxmlformats.org/officeDocument/2006/relationships/customXml" Target="../ink/ink681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10" Type="http://schemas.openxmlformats.org/officeDocument/2006/relationships/customXml" Target="../ink/ink674.xml"/><Relationship Id="rId19" Type="http://schemas.openxmlformats.org/officeDocument/2006/relationships/image" Target="../media/image186.png"/><Relationship Id="rId4" Type="http://schemas.openxmlformats.org/officeDocument/2006/relationships/customXml" Target="../ink/ink671.xml"/><Relationship Id="rId9" Type="http://schemas.openxmlformats.org/officeDocument/2006/relationships/image" Target="../media/image181.png"/><Relationship Id="rId14" Type="http://schemas.openxmlformats.org/officeDocument/2006/relationships/customXml" Target="../ink/ink676.xml"/><Relationship Id="rId22" Type="http://schemas.openxmlformats.org/officeDocument/2006/relationships/customXml" Target="../ink/ink680.xml"/><Relationship Id="rId27" Type="http://schemas.openxmlformats.org/officeDocument/2006/relationships/image" Target="../media/image19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6.xml"/><Relationship Id="rId13" Type="http://schemas.openxmlformats.org/officeDocument/2006/relationships/image" Target="../media/image183.png"/><Relationship Id="rId18" Type="http://schemas.openxmlformats.org/officeDocument/2006/relationships/customXml" Target="../ink/ink691.xml"/><Relationship Id="rId26" Type="http://schemas.openxmlformats.org/officeDocument/2006/relationships/customXml" Target="../ink/ink695.xml"/><Relationship Id="rId3" Type="http://schemas.openxmlformats.org/officeDocument/2006/relationships/image" Target="../media/image178.png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12" Type="http://schemas.openxmlformats.org/officeDocument/2006/relationships/customXml" Target="../ink/ink688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2" Type="http://schemas.openxmlformats.org/officeDocument/2006/relationships/customXml" Target="../ink/ink683.xml"/><Relationship Id="rId16" Type="http://schemas.openxmlformats.org/officeDocument/2006/relationships/customXml" Target="../ink/ink690.xml"/><Relationship Id="rId20" Type="http://schemas.openxmlformats.org/officeDocument/2006/relationships/customXml" Target="../ink/ink69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85.xml"/><Relationship Id="rId11" Type="http://schemas.openxmlformats.org/officeDocument/2006/relationships/image" Target="../media/image182.png"/><Relationship Id="rId24" Type="http://schemas.openxmlformats.org/officeDocument/2006/relationships/customXml" Target="../ink/ink694.xml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10" Type="http://schemas.openxmlformats.org/officeDocument/2006/relationships/customXml" Target="../ink/ink687.xml"/><Relationship Id="rId19" Type="http://schemas.openxmlformats.org/officeDocument/2006/relationships/image" Target="../media/image186.png"/><Relationship Id="rId4" Type="http://schemas.openxmlformats.org/officeDocument/2006/relationships/customXml" Target="../ink/ink684.xml"/><Relationship Id="rId9" Type="http://schemas.openxmlformats.org/officeDocument/2006/relationships/image" Target="../media/image181.png"/><Relationship Id="rId14" Type="http://schemas.openxmlformats.org/officeDocument/2006/relationships/customXml" Target="../ink/ink689.xml"/><Relationship Id="rId22" Type="http://schemas.openxmlformats.org/officeDocument/2006/relationships/customXml" Target="../ink/ink693.xml"/><Relationship Id="rId27" Type="http://schemas.openxmlformats.org/officeDocument/2006/relationships/image" Target="../media/image19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2DDA09-541F-7F63-7115-8A3B7D7F2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287758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431D9F-B2F9-77F6-8434-80FB22E4A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368203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2D5198-9889-7E14-4B66-B94A4C4B9E73}"/>
              </a:ext>
            </a:extLst>
          </p:cNvPr>
          <p:cNvGraphicFramePr>
            <a:graphicFrameLocks noGrp="1"/>
          </p:cNvGraphicFramePr>
          <p:nvPr/>
        </p:nvGraphicFramePr>
        <p:xfrm>
          <a:off x="310896" y="3106250"/>
          <a:ext cx="11559808" cy="1895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44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4864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7624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1D9ADB0-F859-61C9-5A43-9BA0DC0C0A56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EDDBD-B689-8E5E-5EE7-C708D7CE07F9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962E7C-CBA8-8388-27DD-C441A79DA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068235"/>
              </p:ext>
            </p:extLst>
          </p:nvPr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E5A23D-5626-165B-AD74-9D9D48DFD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145787"/>
              </p:ext>
            </p:extLst>
          </p:nvPr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C4A8A3E-7F7E-0E1A-7F25-673F2723EF09}"/>
              </a:ext>
            </a:extLst>
          </p:cNvPr>
          <p:cNvSpPr txBox="1"/>
          <p:nvPr/>
        </p:nvSpPr>
        <p:spPr>
          <a:xfrm>
            <a:off x="310896" y="5384623"/>
            <a:ext cx="1139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set of 5 reads.</a:t>
            </a:r>
          </a:p>
        </p:txBody>
      </p:sp>
    </p:spTree>
    <p:extLst>
      <p:ext uri="{BB962C8B-B14F-4D97-AF65-F5344CB8AC3E}">
        <p14:creationId xmlns:p14="http://schemas.microsoft.com/office/powerpoint/2010/main" val="213038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CB38-BC8B-FD1D-24D3-E81B0790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05CED2-B8B0-025F-AAC4-3F29B3505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789233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41B3F0-FA17-8C99-630D-B2AD971777A8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7A34BF-35AF-111C-02F7-0853B53CBFEF}"/>
              </a:ext>
            </a:extLst>
          </p:cNvPr>
          <p:cNvGraphicFramePr>
            <a:graphicFrameLocks noGrp="1"/>
          </p:cNvGraphicFramePr>
          <p:nvPr/>
        </p:nvGraphicFramePr>
        <p:xfrm>
          <a:off x="310896" y="3106250"/>
          <a:ext cx="11559808" cy="1895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44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4864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7624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8721A37-47AD-B555-1121-67A123DA4FB0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9A22C-5CDB-340E-B78B-B47B1A545866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0EADF-B7CD-9ADE-9D33-3C1679757192}"/>
              </a:ext>
            </a:extLst>
          </p:cNvPr>
          <p:cNvSpPr txBox="1"/>
          <p:nvPr/>
        </p:nvSpPr>
        <p:spPr>
          <a:xfrm>
            <a:off x="310896" y="5384623"/>
            <a:ext cx="1139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set of 5 reads.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8267D5-FFAD-2E36-1A3F-52D93B426934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025A4F-4160-A610-CDDA-AF47825547AF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17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11E-57DC-0DDD-4D09-658810ACD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5DAF9B-0D66-4817-B8CF-D20DFC2E6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163999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6784F2-4A6D-E188-05E0-25604C976A97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A77D0B-EE2E-D75C-668F-0C0BCF71C910}"/>
              </a:ext>
            </a:extLst>
          </p:cNvPr>
          <p:cNvGraphicFramePr>
            <a:graphicFrameLocks noGrp="1"/>
          </p:cNvGraphicFramePr>
          <p:nvPr/>
        </p:nvGraphicFramePr>
        <p:xfrm>
          <a:off x="310896" y="3106250"/>
          <a:ext cx="11559808" cy="1895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44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4864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7624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96F617-2D64-0202-29AD-A5EBDA46BDF1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DED63D-DA9A-F27D-E401-A0B99EFC2111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853B4-D3FF-942A-0217-7C975371E010}"/>
              </a:ext>
            </a:extLst>
          </p:cNvPr>
          <p:cNvSpPr txBox="1"/>
          <p:nvPr/>
        </p:nvSpPr>
        <p:spPr>
          <a:xfrm>
            <a:off x="310896" y="5384623"/>
            <a:ext cx="1139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set of 5 reads.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FCAC10-64E9-1CDC-D6A7-6EA6C922F1DB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C0E0F3-75EE-E24F-1D71-64FEE18432C2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472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78F8-A3DA-E956-54AF-C445C339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B647A6-D95C-8E0D-B108-01F0571E3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097470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7AE095-A8A4-326F-0EC0-52BB04750FF8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FBCC0C-6529-75A8-0874-B09B734B3EC6}"/>
              </a:ext>
            </a:extLst>
          </p:cNvPr>
          <p:cNvGraphicFramePr>
            <a:graphicFrameLocks noGrp="1"/>
          </p:cNvGraphicFramePr>
          <p:nvPr/>
        </p:nvGraphicFramePr>
        <p:xfrm>
          <a:off x="310896" y="3106250"/>
          <a:ext cx="11559808" cy="1895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44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4864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7624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36F8C1-F32B-D2D2-8D1C-78BF76A0739D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8E4CA2-1BB9-C45F-C1FC-5061B0E60B3E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8D56E-C75A-A053-7844-5B06CC375C41}"/>
              </a:ext>
            </a:extLst>
          </p:cNvPr>
          <p:cNvSpPr txBox="1"/>
          <p:nvPr/>
        </p:nvSpPr>
        <p:spPr>
          <a:xfrm>
            <a:off x="310896" y="5384623"/>
            <a:ext cx="1139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set of 5 reads.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4A7EE1-0CFC-1504-1F72-47410174F974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3847A8-731E-847A-ACEE-69ED3BCB7C01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608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0FCA-E665-F7B2-53B1-9D1E0D1E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6E6CED-A82A-8284-FC2B-658D85D24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117950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8776C1-D4B9-68E4-6AC5-E0C4C09E3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860778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1A7F15-E481-0A14-23AA-A09270CE1E30}"/>
              </a:ext>
            </a:extLst>
          </p:cNvPr>
          <p:cNvGraphicFramePr>
            <a:graphicFrameLocks noGrp="1"/>
          </p:cNvGraphicFramePr>
          <p:nvPr/>
        </p:nvGraphicFramePr>
        <p:xfrm>
          <a:off x="310896" y="3106250"/>
          <a:ext cx="11559808" cy="1895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44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4864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7624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8683071-3DB9-8C3B-DA21-87DE19450623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F5B9D-1402-CC7D-B7FE-F8974C8D0A12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6EA12-A73C-E60A-678C-2E47B404BB37}"/>
              </a:ext>
            </a:extLst>
          </p:cNvPr>
          <p:cNvSpPr txBox="1"/>
          <p:nvPr/>
        </p:nvSpPr>
        <p:spPr>
          <a:xfrm>
            <a:off x="310896" y="5384623"/>
            <a:ext cx="11397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set of 5 reads.</a:t>
            </a:r>
          </a:p>
          <a:p>
            <a:r>
              <a:rPr lang="en-US" dirty="0"/>
              <a:t>Copy rows 1 to 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C7605E-14A0-8729-4D02-4E9C8F21B1AC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85E81D-0A0B-240F-5340-FBC0CF6AE6B1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622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99981-BB22-1F9F-FF29-3F68D622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D1AB9E-8253-21BB-CCDC-04039CF79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826303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FD3FB3-DA29-7241-78ED-17F553083D49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5F5622-DB08-4D18-B0AB-90905BA77F4C}"/>
              </a:ext>
            </a:extLst>
          </p:cNvPr>
          <p:cNvGraphicFramePr>
            <a:graphicFrameLocks noGrp="1"/>
          </p:cNvGraphicFramePr>
          <p:nvPr/>
        </p:nvGraphicFramePr>
        <p:xfrm>
          <a:off x="310896" y="3106250"/>
          <a:ext cx="11559808" cy="1895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44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4864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7624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F23274-8DA2-24E0-199C-5DCD40D1337C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ACB89-13D3-B5D8-B913-F049CE0A45B1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CA1BB3-5820-8DCC-C0F7-B7813F539779}"/>
              </a:ext>
            </a:extLst>
          </p:cNvPr>
          <p:cNvSpPr txBox="1"/>
          <p:nvPr/>
        </p:nvSpPr>
        <p:spPr>
          <a:xfrm>
            <a:off x="310896" y="5353396"/>
            <a:ext cx="1139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set of 5 reads completed.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A3E255-DF2D-BB74-A648-043844417B41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9C2458-2DF3-3881-DA99-F4018D25B5CD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59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50CBD-B8CC-2D96-4921-A79F1702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F0A301-86AF-1A1B-74F7-C990965AD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925634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612576-5BF7-3685-296A-633AAE116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252829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A576B5-2406-858C-DA6E-536A59B7E026}"/>
              </a:ext>
            </a:extLst>
          </p:cNvPr>
          <p:cNvGraphicFramePr>
            <a:graphicFrameLocks noGrp="1"/>
          </p:cNvGraphicFramePr>
          <p:nvPr/>
        </p:nvGraphicFramePr>
        <p:xfrm>
          <a:off x="310896" y="3106250"/>
          <a:ext cx="11559808" cy="1895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44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4864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7624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61244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91284FD-002A-B533-A7D9-81F923422FE2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38941-7098-2466-A443-5BF934616A45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A5543-7504-FEC6-C5AB-C263E72CC4AC}"/>
              </a:ext>
            </a:extLst>
          </p:cNvPr>
          <p:cNvSpPr txBox="1"/>
          <p:nvPr/>
        </p:nvSpPr>
        <p:spPr>
          <a:xfrm>
            <a:off x="310896" y="5384623"/>
            <a:ext cx="11397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 set of 5 reads capture start.</a:t>
            </a:r>
          </a:p>
          <a:p>
            <a:r>
              <a:rPr lang="en-US" dirty="0"/>
              <a:t>Copy last row to buffer two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97B665-8678-442C-02FB-46044EC18416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94E620-8B4B-C706-7098-3F1C8824AB8F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18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7491-D83E-7731-37CC-D7B2B57D9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16D090-631D-9891-917D-60D58A18E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27758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5071AE-C853-E1F7-CBAE-1D4C5C19260E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0A69F4-EB5A-13A2-67DA-64CA82D01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130972"/>
              </p:ext>
            </p:extLst>
          </p:nvPr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2F27A07-AC96-2500-BB24-2519949D098D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92ED7-DB3C-5D54-FB3D-33DD3D6C1470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A42B1-71DE-E3A1-D1F6-003C6B3FCE5B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 set of 5 reads. </a:t>
            </a:r>
            <a:br>
              <a:rPr lang="en-US" dirty="0"/>
            </a:br>
            <a:r>
              <a:rPr lang="en-US" dirty="0"/>
              <a:t>Copy buffer 2 to matrix.</a:t>
            </a:r>
          </a:p>
          <a:p>
            <a:r>
              <a:rPr lang="en-US" dirty="0"/>
              <a:t>Start sliding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12BE7E-740B-ADAC-DF3D-E5DCF33EF70D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1FA638-FF40-DF81-8565-30DCAA48FEB8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769BDF4-4912-BA70-7BE4-F0DE8799EB00}"/>
                  </a:ext>
                </a:extLst>
              </p14:cNvPr>
              <p14:cNvContentPartPr/>
              <p14:nvPr/>
            </p14:nvContentPartPr>
            <p14:xfrm>
              <a:off x="7693344" y="409896"/>
              <a:ext cx="644400" cy="502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769BDF4-4912-BA70-7BE4-F0DE8799EB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7704" y="374256"/>
                <a:ext cx="716040" cy="57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BA8C395-1F91-7A95-10D4-67532780EFA2}"/>
              </a:ext>
            </a:extLst>
          </p:cNvPr>
          <p:cNvGrpSpPr/>
          <p:nvPr/>
        </p:nvGrpSpPr>
        <p:grpSpPr>
          <a:xfrm>
            <a:off x="8673984" y="102816"/>
            <a:ext cx="1550520" cy="316800"/>
            <a:chOff x="8673984" y="102816"/>
            <a:chExt cx="15505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A4E96E-1CCA-0D53-F1D5-E090756E8935}"/>
                    </a:ext>
                  </a:extLst>
                </p14:cNvPr>
                <p14:cNvContentPartPr/>
                <p14:nvPr/>
              </p14:nvContentPartPr>
              <p14:xfrm>
                <a:off x="8673984" y="150696"/>
                <a:ext cx="68760" cy="133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A4E96E-1CCA-0D53-F1D5-E090756E89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37984" y="115056"/>
                  <a:ext cx="140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A730D7-3E83-39FE-2344-C398E7FC60C2}"/>
                    </a:ext>
                  </a:extLst>
                </p14:cNvPr>
                <p14:cNvContentPartPr/>
                <p14:nvPr/>
              </p14:nvContentPartPr>
              <p14:xfrm>
                <a:off x="8813304" y="102816"/>
                <a:ext cx="24120" cy="177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A730D7-3E83-39FE-2344-C398E7FC60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77664" y="67176"/>
                  <a:ext cx="957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F44B560-EFF0-93DB-3064-4EF05013D728}"/>
                    </a:ext>
                  </a:extLst>
                </p14:cNvPr>
                <p14:cNvContentPartPr/>
                <p14:nvPr/>
              </p14:nvContentPartPr>
              <p14:xfrm>
                <a:off x="8874504" y="228816"/>
                <a:ext cx="7200" cy="73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F44B560-EFF0-93DB-3064-4EF05013D7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38504" y="193176"/>
                  <a:ext cx="78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391B09-C734-A763-566E-DBCA4C8E38D9}"/>
                    </a:ext>
                  </a:extLst>
                </p14:cNvPr>
                <p14:cNvContentPartPr/>
                <p14:nvPr/>
              </p14:nvContentPartPr>
              <p14:xfrm>
                <a:off x="8934984" y="156456"/>
                <a:ext cx="10440" cy="1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391B09-C734-A763-566E-DBCA4C8E38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99344" y="120816"/>
                  <a:ext cx="82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653599-C0F3-B79B-8E3A-942750B562DD}"/>
                    </a:ext>
                  </a:extLst>
                </p14:cNvPr>
                <p14:cNvContentPartPr/>
                <p14:nvPr/>
              </p14:nvContentPartPr>
              <p14:xfrm>
                <a:off x="8933544" y="126216"/>
                <a:ext cx="122400" cy="19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653599-C0F3-B79B-8E3A-942750B562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97904" y="90216"/>
                  <a:ext cx="194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19B9E8-3BC9-2F70-5E0B-E788A0004FC7}"/>
                    </a:ext>
                  </a:extLst>
                </p14:cNvPr>
                <p14:cNvContentPartPr/>
                <p14:nvPr/>
              </p14:nvContentPartPr>
              <p14:xfrm>
                <a:off x="9120744" y="232416"/>
                <a:ext cx="14040" cy="74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19B9E8-3BC9-2F70-5E0B-E788A0004FC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85104" y="196776"/>
                  <a:ext cx="85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B1133B-9479-E02E-8782-1352F0DA2BFA}"/>
                    </a:ext>
                  </a:extLst>
                </p14:cNvPr>
                <p14:cNvContentPartPr/>
                <p14:nvPr/>
              </p14:nvContentPartPr>
              <p14:xfrm>
                <a:off x="9188424" y="224856"/>
                <a:ext cx="98280" cy="113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B1133B-9479-E02E-8782-1352F0DA2B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2424" y="189216"/>
                  <a:ext cx="169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51FFE5-054C-76CF-0340-F242E729311E}"/>
                    </a:ext>
                  </a:extLst>
                </p14:cNvPr>
                <p14:cNvContentPartPr/>
                <p14:nvPr/>
              </p14:nvContentPartPr>
              <p14:xfrm>
                <a:off x="9294624" y="240336"/>
                <a:ext cx="88560" cy="179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51FFE5-054C-76CF-0340-F242E729311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58624" y="204696"/>
                  <a:ext cx="1602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C83F4B-FC0F-63EC-2805-438B60CA5497}"/>
                    </a:ext>
                  </a:extLst>
                </p14:cNvPr>
                <p14:cNvContentPartPr/>
                <p14:nvPr/>
              </p14:nvContentPartPr>
              <p14:xfrm>
                <a:off x="9561744" y="202896"/>
                <a:ext cx="55800" cy="150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C83F4B-FC0F-63EC-2805-438B60CA54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25744" y="166896"/>
                  <a:ext cx="1274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2516E2A-EC0C-D79B-CC83-A9BD98EE7DA7}"/>
                    </a:ext>
                  </a:extLst>
                </p14:cNvPr>
                <p14:cNvContentPartPr/>
                <p14:nvPr/>
              </p14:nvContentPartPr>
              <p14:xfrm>
                <a:off x="9734904" y="163296"/>
                <a:ext cx="68040" cy="21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2516E2A-EC0C-D79B-CC83-A9BD98EE7D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98904" y="127296"/>
                  <a:ext cx="139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498E27-009B-881D-279F-FFD2248058C2}"/>
                    </a:ext>
                  </a:extLst>
                </p14:cNvPr>
                <p14:cNvContentPartPr/>
                <p14:nvPr/>
              </p14:nvContentPartPr>
              <p14:xfrm>
                <a:off x="9711504" y="285696"/>
                <a:ext cx="88200" cy="6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498E27-009B-881D-279F-FFD2248058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75504" y="249696"/>
                  <a:ext cx="159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DC796A-3D77-BC21-32C5-AC94915CFE90}"/>
                    </a:ext>
                  </a:extLst>
                </p14:cNvPr>
                <p14:cNvContentPartPr/>
                <p14:nvPr/>
              </p14:nvContentPartPr>
              <p14:xfrm>
                <a:off x="9825624" y="279576"/>
                <a:ext cx="118440" cy="72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DC796A-3D77-BC21-32C5-AC94915CFE9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89984" y="243576"/>
                  <a:ext cx="190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5BF4E98-2205-E1B6-6F67-731CD761D58D}"/>
                    </a:ext>
                  </a:extLst>
                </p14:cNvPr>
                <p14:cNvContentPartPr/>
                <p14:nvPr/>
              </p14:nvContentPartPr>
              <p14:xfrm>
                <a:off x="9964584" y="213696"/>
                <a:ext cx="118440" cy="144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5BF4E98-2205-E1B6-6F67-731CD761D5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928584" y="177696"/>
                  <a:ext cx="190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E692A0B-A52D-2E78-1296-FE1D7B7F0F4B}"/>
                    </a:ext>
                  </a:extLst>
                </p14:cNvPr>
                <p14:cNvContentPartPr/>
                <p14:nvPr/>
              </p14:nvContentPartPr>
              <p14:xfrm>
                <a:off x="10118664" y="157176"/>
                <a:ext cx="61920" cy="187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E692A0B-A52D-2E78-1296-FE1D7B7F0F4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83024" y="121536"/>
                  <a:ext cx="1335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F8F812-2112-3E53-24D0-7F1400D78EAA}"/>
                    </a:ext>
                  </a:extLst>
                </p14:cNvPr>
                <p14:cNvContentPartPr/>
                <p14:nvPr/>
              </p14:nvContentPartPr>
              <p14:xfrm>
                <a:off x="10068984" y="245736"/>
                <a:ext cx="155520" cy="15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F8F812-2112-3E53-24D0-7F1400D78EA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33344" y="210096"/>
                  <a:ext cx="22716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0DF91A8-4587-46DA-1663-9675F833EC7F}"/>
              </a:ext>
            </a:extLst>
          </p:cNvPr>
          <p:cNvGrpSpPr/>
          <p:nvPr/>
        </p:nvGrpSpPr>
        <p:grpSpPr>
          <a:xfrm>
            <a:off x="10423944" y="157176"/>
            <a:ext cx="379800" cy="153000"/>
            <a:chOff x="10423944" y="157176"/>
            <a:chExt cx="379800" cy="15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9D97344-10DC-2B25-12D8-4EDE9C0BFC6E}"/>
                    </a:ext>
                  </a:extLst>
                </p14:cNvPr>
                <p14:cNvContentPartPr/>
                <p14:nvPr/>
              </p14:nvContentPartPr>
              <p14:xfrm>
                <a:off x="10423944" y="247536"/>
                <a:ext cx="91080" cy="22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9D97344-10DC-2B25-12D8-4EDE9C0BFC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88304" y="211896"/>
                  <a:ext cx="162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AC5D305-5CBA-5E87-C22D-E00BA5A461F3}"/>
                    </a:ext>
                  </a:extLst>
                </p14:cNvPr>
                <p14:cNvContentPartPr/>
                <p14:nvPr/>
              </p14:nvContentPartPr>
              <p14:xfrm>
                <a:off x="10631304" y="157176"/>
                <a:ext cx="15480" cy="149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AC5D305-5CBA-5E87-C22D-E00BA5A461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5304" y="121536"/>
                  <a:ext cx="87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D39401A-8A66-8AE4-9156-5D58C8207276}"/>
                    </a:ext>
                  </a:extLst>
                </p14:cNvPr>
                <p14:cNvContentPartPr/>
                <p14:nvPr/>
              </p14:nvContentPartPr>
              <p14:xfrm>
                <a:off x="10697904" y="192456"/>
                <a:ext cx="105840" cy="117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D39401A-8A66-8AE4-9156-5D58C82072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62264" y="156816"/>
                  <a:ext cx="177480" cy="189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5971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F140-96FD-6D0A-3CB2-1D66E70E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C4A057-3577-C80A-0ED5-66A5591C8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908133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21C7D6-0F8D-6C40-E636-0D1DB223F0F5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A98C60-BBC9-4C85-E233-20B69537DAF3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B3CA12-F2F3-F2A9-370E-FF094D88E47D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E21CD-2CA2-194B-AAEA-FAFD4943EAE1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51C7B-DA97-2A18-81DE-A3775DA9EA29}"/>
              </a:ext>
            </a:extLst>
          </p:cNvPr>
          <p:cNvSpPr txBox="1"/>
          <p:nvPr/>
        </p:nvSpPr>
        <p:spPr>
          <a:xfrm>
            <a:off x="310896" y="5384623"/>
            <a:ext cx="11397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 set of 5 reads.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231F02-2E1E-79FD-BA86-CE94EFDCF35D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716460-999D-1145-9BAD-78C42CA13931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4508C894-66FA-884E-E9BE-A2FD436014D6}"/>
              </a:ext>
            </a:extLst>
          </p:cNvPr>
          <p:cNvGrpSpPr/>
          <p:nvPr/>
        </p:nvGrpSpPr>
        <p:grpSpPr>
          <a:xfrm>
            <a:off x="8203464" y="566856"/>
            <a:ext cx="120960" cy="147960"/>
            <a:chOff x="8203464" y="566856"/>
            <a:chExt cx="12096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52A162-6D84-62AD-B232-FB79F159ADBE}"/>
                    </a:ext>
                  </a:extLst>
                </p14:cNvPr>
                <p14:cNvContentPartPr/>
                <p14:nvPr/>
              </p14:nvContentPartPr>
              <p14:xfrm>
                <a:off x="8203464" y="566856"/>
                <a:ext cx="57240" cy="147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52A162-6D84-62AD-B232-FB79F159ADB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5464" y="549216"/>
                  <a:ext cx="92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C298A7-AEDD-42A8-3A94-92228FDAD3BC}"/>
                    </a:ext>
                  </a:extLst>
                </p14:cNvPr>
                <p14:cNvContentPartPr/>
                <p14:nvPr/>
              </p14:nvContentPartPr>
              <p14:xfrm>
                <a:off x="8205624" y="693936"/>
                <a:ext cx="118800" cy="17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C298A7-AEDD-42A8-3A94-92228FDAD3B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87984" y="675936"/>
                  <a:ext cx="15444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4B2207D-52C5-777F-9690-8FFF4A9BAE14}"/>
                  </a:ext>
                </a:extLst>
              </p14:cNvPr>
              <p14:cNvContentPartPr/>
              <p14:nvPr/>
            </p14:nvContentPartPr>
            <p14:xfrm>
              <a:off x="8755704" y="606456"/>
              <a:ext cx="95760" cy="101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4B2207D-52C5-777F-9690-8FFF4A9BAE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37704" y="588816"/>
                <a:ext cx="13140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702E7C-9FC9-6158-DB89-29CD161C5ED2}"/>
                  </a:ext>
                </a:extLst>
              </p14:cNvPr>
              <p14:cNvContentPartPr/>
              <p14:nvPr/>
            </p14:nvContentPartPr>
            <p14:xfrm>
              <a:off x="9336744" y="570456"/>
              <a:ext cx="89640" cy="119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702E7C-9FC9-6158-DB89-29CD161C5E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19104" y="552456"/>
                <a:ext cx="1252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D084A6E-0410-1A13-0A3A-E14F07A87EB4}"/>
                  </a:ext>
                </a:extLst>
              </p14:cNvPr>
              <p14:cNvContentPartPr/>
              <p14:nvPr/>
            </p14:nvContentPartPr>
            <p14:xfrm>
              <a:off x="9936864" y="559296"/>
              <a:ext cx="98640" cy="195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D084A6E-0410-1A13-0A3A-E14F07A87EB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18864" y="541656"/>
                <a:ext cx="134280" cy="23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B1065F67-23D5-E66B-F258-1CCC70B5EED2}"/>
              </a:ext>
            </a:extLst>
          </p:cNvPr>
          <p:cNvGrpSpPr/>
          <p:nvPr/>
        </p:nvGrpSpPr>
        <p:grpSpPr>
          <a:xfrm>
            <a:off x="10461024" y="631296"/>
            <a:ext cx="98280" cy="102600"/>
            <a:chOff x="10461024" y="631296"/>
            <a:chExt cx="98280" cy="10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76A0D4-2A31-45A7-F173-A7CAA983317F}"/>
                    </a:ext>
                  </a:extLst>
                </p14:cNvPr>
                <p14:cNvContentPartPr/>
                <p14:nvPr/>
              </p14:nvContentPartPr>
              <p14:xfrm>
                <a:off x="10480464" y="631296"/>
                <a:ext cx="64800" cy="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76A0D4-2A31-45A7-F173-A7CAA98331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62824" y="613296"/>
                  <a:ext cx="100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CDF455-8BAC-8B11-E691-02810BE424C0}"/>
                    </a:ext>
                  </a:extLst>
                </p14:cNvPr>
                <p14:cNvContentPartPr/>
                <p14:nvPr/>
              </p14:nvContentPartPr>
              <p14:xfrm>
                <a:off x="10461024" y="634896"/>
                <a:ext cx="98280" cy="99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CDF455-8BAC-8B11-E691-02810BE424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43384" y="617256"/>
                  <a:ext cx="133920" cy="13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2FEA69A-B7FA-2EFC-3FA1-E0C76241A31A}"/>
                  </a:ext>
                </a:extLst>
              </p14:cNvPr>
              <p14:cNvContentPartPr/>
              <p14:nvPr/>
            </p14:nvContentPartPr>
            <p14:xfrm>
              <a:off x="11094984" y="598896"/>
              <a:ext cx="69120" cy="142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2FEA69A-B7FA-2EFC-3FA1-E0C76241A31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077344" y="580896"/>
                <a:ext cx="10476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E4B70E50-0BC8-FE1A-81D1-82AA503D18A2}"/>
              </a:ext>
            </a:extLst>
          </p:cNvPr>
          <p:cNvGrpSpPr/>
          <p:nvPr/>
        </p:nvGrpSpPr>
        <p:grpSpPr>
          <a:xfrm>
            <a:off x="11648664" y="603936"/>
            <a:ext cx="128520" cy="116280"/>
            <a:chOff x="11648664" y="603936"/>
            <a:chExt cx="12852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4B1330F-E0AD-2830-2E1E-D2517A39B5F5}"/>
                    </a:ext>
                  </a:extLst>
                </p14:cNvPr>
                <p14:cNvContentPartPr/>
                <p14:nvPr/>
              </p14:nvContentPartPr>
              <p14:xfrm>
                <a:off x="11673864" y="603936"/>
                <a:ext cx="81000" cy="116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4B1330F-E0AD-2830-2E1E-D2517A39B5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656224" y="585936"/>
                  <a:ext cx="116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9DC847C-D18D-AA04-3C21-AD4DF0E87A74}"/>
                    </a:ext>
                  </a:extLst>
                </p14:cNvPr>
                <p14:cNvContentPartPr/>
                <p14:nvPr/>
              </p14:nvContentPartPr>
              <p14:xfrm>
                <a:off x="11648664" y="695736"/>
                <a:ext cx="128520" cy="2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9DC847C-D18D-AA04-3C21-AD4DF0E87A7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630664" y="677736"/>
                  <a:ext cx="16416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40D5736-5568-76F4-D72B-38FB8EE987E9}"/>
                  </a:ext>
                </a:extLst>
              </p14:cNvPr>
              <p14:cNvContentPartPr/>
              <p14:nvPr/>
            </p14:nvContentPartPr>
            <p14:xfrm>
              <a:off x="7629984" y="963576"/>
              <a:ext cx="83520" cy="111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40D5736-5568-76F4-D72B-38FB8EE987E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12344" y="945936"/>
                <a:ext cx="1191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DA5C619-C1EE-D77C-E131-9B3672FC2D25}"/>
                  </a:ext>
                </a:extLst>
              </p14:cNvPr>
              <p14:cNvContentPartPr/>
              <p14:nvPr/>
            </p14:nvContentPartPr>
            <p14:xfrm>
              <a:off x="8157024" y="936576"/>
              <a:ext cx="78840" cy="117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DA5C619-C1EE-D77C-E131-9B3672FC2D2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39384" y="918576"/>
                <a:ext cx="11448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94661570-A8C8-8216-E44A-4FE826835AFB}"/>
              </a:ext>
            </a:extLst>
          </p:cNvPr>
          <p:cNvGrpSpPr/>
          <p:nvPr/>
        </p:nvGrpSpPr>
        <p:grpSpPr>
          <a:xfrm>
            <a:off x="8757144" y="942336"/>
            <a:ext cx="134640" cy="91080"/>
            <a:chOff x="8757144" y="942336"/>
            <a:chExt cx="134640" cy="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553DEF-747D-43E8-C530-D38DC3BA05A5}"/>
                    </a:ext>
                  </a:extLst>
                </p14:cNvPr>
                <p14:cNvContentPartPr/>
                <p14:nvPr/>
              </p14:nvContentPartPr>
              <p14:xfrm>
                <a:off x="8757144" y="968616"/>
                <a:ext cx="6840" cy="64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553DEF-747D-43E8-C530-D38DC3BA05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39144" y="950976"/>
                  <a:ext cx="424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9C9551-42CB-8E33-DBAE-2E88CED05252}"/>
                    </a:ext>
                  </a:extLst>
                </p14:cNvPr>
                <p14:cNvContentPartPr/>
                <p14:nvPr/>
              </p14:nvContentPartPr>
              <p14:xfrm>
                <a:off x="8803584" y="942336"/>
                <a:ext cx="88200" cy="87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9C9551-42CB-8E33-DBAE-2E88CED052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85584" y="924336"/>
                  <a:ext cx="12384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42FAF98-7CCA-7EFA-9CBB-212880BCE28C}"/>
              </a:ext>
            </a:extLst>
          </p:cNvPr>
          <p:cNvGrpSpPr/>
          <p:nvPr/>
        </p:nvGrpSpPr>
        <p:grpSpPr>
          <a:xfrm>
            <a:off x="8995824" y="2379816"/>
            <a:ext cx="769680" cy="254520"/>
            <a:chOff x="8995824" y="2379816"/>
            <a:chExt cx="76968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F436C6-CC4C-B804-0F0F-2ADBD46A13FA}"/>
                    </a:ext>
                  </a:extLst>
                </p14:cNvPr>
                <p14:cNvContentPartPr/>
                <p14:nvPr/>
              </p14:nvContentPartPr>
              <p14:xfrm>
                <a:off x="8995824" y="2403576"/>
                <a:ext cx="84600" cy="133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F436C6-CC4C-B804-0F0F-2ADBD46A13F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78184" y="2385936"/>
                  <a:ext cx="120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A14151F-4A0A-7EB1-AA1C-B5DB4ED6A52D}"/>
                    </a:ext>
                  </a:extLst>
                </p14:cNvPr>
                <p14:cNvContentPartPr/>
                <p14:nvPr/>
              </p14:nvContentPartPr>
              <p14:xfrm>
                <a:off x="9130824" y="2387016"/>
                <a:ext cx="15480" cy="163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A14151F-4A0A-7EB1-AA1C-B5DB4ED6A5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13184" y="2369376"/>
                  <a:ext cx="51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593888-9CE2-988C-C56B-B344E0E390CB}"/>
                    </a:ext>
                  </a:extLst>
                </p14:cNvPr>
                <p14:cNvContentPartPr/>
                <p14:nvPr/>
              </p14:nvContentPartPr>
              <p14:xfrm>
                <a:off x="9184824" y="2493576"/>
                <a:ext cx="13680" cy="1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593888-9CE2-988C-C56B-B344E0E390C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67184" y="2475576"/>
                  <a:ext cx="49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6FED84-69F2-B37D-84CD-3839352DF10A}"/>
                    </a:ext>
                  </a:extLst>
                </p14:cNvPr>
                <p14:cNvContentPartPr/>
                <p14:nvPr/>
              </p14:nvContentPartPr>
              <p14:xfrm>
                <a:off x="9211824" y="2425176"/>
                <a:ext cx="30600" cy="13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6FED84-69F2-B37D-84CD-3839352DF10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94184" y="2407176"/>
                  <a:ext cx="66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F325552-1AD2-0664-F554-DDCDDD7929E2}"/>
                    </a:ext>
                  </a:extLst>
                </p14:cNvPr>
                <p14:cNvContentPartPr/>
                <p14:nvPr/>
              </p14:nvContentPartPr>
              <p14:xfrm>
                <a:off x="9225144" y="2384496"/>
                <a:ext cx="219960" cy="171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F325552-1AD2-0664-F554-DDCDDD7929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07504" y="2366856"/>
                  <a:ext cx="255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33F7B7F-ED9E-2E0A-DB40-7887216553A8}"/>
                    </a:ext>
                  </a:extLst>
                </p14:cNvPr>
                <p14:cNvContentPartPr/>
                <p14:nvPr/>
              </p14:nvContentPartPr>
              <p14:xfrm>
                <a:off x="9532584" y="2455056"/>
                <a:ext cx="149400" cy="10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33F7B7F-ED9E-2E0A-DB40-7887216553A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14584" y="2437416"/>
                  <a:ext cx="185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1E37969-966C-1025-33DB-079E56BD86D1}"/>
                    </a:ext>
                  </a:extLst>
                </p14:cNvPr>
                <p14:cNvContentPartPr/>
                <p14:nvPr/>
              </p14:nvContentPartPr>
              <p14:xfrm>
                <a:off x="9683064" y="2379816"/>
                <a:ext cx="82440" cy="254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1E37969-966C-1025-33DB-079E56BD86D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65424" y="2362176"/>
                  <a:ext cx="118080" cy="29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8995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8314-DFEF-108E-5A30-8D271447E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39EE23-4C3A-7E54-DCD4-1060B756C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095071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931F1D-695B-649C-9CA5-FC699CD970C6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6618D2-07C8-FE23-B112-559DC007AC69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F91CB38-F9B2-FC10-AA10-F97EEC922ABB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8806B-879C-1F72-88F3-E75DDD98C6B3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88040-24C2-5DB5-051D-2B095EFDB301}"/>
              </a:ext>
            </a:extLst>
          </p:cNvPr>
          <p:cNvSpPr txBox="1"/>
          <p:nvPr/>
        </p:nvSpPr>
        <p:spPr>
          <a:xfrm>
            <a:off x="310896" y="5384623"/>
            <a:ext cx="11397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 set of 5 reads.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4EE971-9389-F14F-BC3E-8E269CCED5DB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3D7B48-B408-F13C-41EF-388E2C6B1892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23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2C2D-5888-0CAA-2356-B5DA44CE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ECC906-C2D2-99AD-4E19-AE1813A62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53007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FA509A-6130-B9E6-40AD-841C5EAD8B8A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B6D880-945E-3F15-594D-3919AD7E7064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BDB83B-3DAC-EC53-8365-D7DD2DF30FD9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B790C-EEF8-EDD6-1D3A-D66B1D0590A1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EFBF2-D6EC-6958-3D2A-F14CA89A436B}"/>
              </a:ext>
            </a:extLst>
          </p:cNvPr>
          <p:cNvSpPr txBox="1"/>
          <p:nvPr/>
        </p:nvSpPr>
        <p:spPr>
          <a:xfrm>
            <a:off x="310896" y="5384623"/>
            <a:ext cx="11397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 set of 5 reads.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03D7F7-E78F-20C0-0DDF-4FB19FBE7368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7ECA81-CC5F-85C8-875C-73CB7BF0C7B5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21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39F8-A759-C5D2-F40C-4DF346BF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E23CEB-3AF6-DC96-7963-DE1A7AF2E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80225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CB0DD3-ABAE-BCFC-15AF-A6CAEB9519D7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E1D22C-0E68-D4F6-5B40-FFD47D3D692E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31C1B03-BDDE-D75F-CFCB-D6BCCE81D2B8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8E1C3-34EF-559D-006A-806DADAE4D47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7D1CE7-3045-1C9B-C374-6D494BD5488D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 set of 5 reads. </a:t>
            </a:r>
          </a:p>
          <a:p>
            <a:r>
              <a:rPr lang="en-US" dirty="0"/>
              <a:t>Data row select 3 : 7,6,5 indexes of row 0,1 to slide </a:t>
            </a:r>
            <a:r>
              <a:rPr lang="en-US" dirty="0" err="1"/>
              <a:t>bufer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A06E79-8D56-4672-3925-2EA261788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304277"/>
              </p:ext>
            </p:extLst>
          </p:nvPr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C65448-A6DF-C48D-5BB1-50B022F62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004824"/>
              </p:ext>
            </p:extLst>
          </p:nvPr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F3327194-04C2-10E4-C44E-692454C7CE36}"/>
              </a:ext>
            </a:extLst>
          </p:cNvPr>
          <p:cNvGrpSpPr/>
          <p:nvPr/>
        </p:nvGrpSpPr>
        <p:grpSpPr>
          <a:xfrm>
            <a:off x="214344" y="106056"/>
            <a:ext cx="1032840" cy="265320"/>
            <a:chOff x="214344" y="106056"/>
            <a:chExt cx="103284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8ACB5F-9AB3-7E95-9131-9F432760A1EA}"/>
                    </a:ext>
                  </a:extLst>
                </p14:cNvPr>
                <p14:cNvContentPartPr/>
                <p14:nvPr/>
              </p14:nvContentPartPr>
              <p14:xfrm>
                <a:off x="214344" y="184536"/>
                <a:ext cx="63360" cy="153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8ACB5F-9AB3-7E95-9131-9F432760A1E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6344" y="166536"/>
                  <a:ext cx="99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03F413-0EE4-A855-FB45-C45C5A82F519}"/>
                    </a:ext>
                  </a:extLst>
                </p14:cNvPr>
                <p14:cNvContentPartPr/>
                <p14:nvPr/>
              </p14:nvContentPartPr>
              <p14:xfrm>
                <a:off x="335664" y="186696"/>
                <a:ext cx="27360" cy="152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03F413-0EE4-A855-FB45-C45C5A82F51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8024" y="169056"/>
                  <a:ext cx="63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5776E94-F082-A08C-1A87-DBA61737E4C2}"/>
                    </a:ext>
                  </a:extLst>
                </p14:cNvPr>
                <p14:cNvContentPartPr/>
                <p14:nvPr/>
              </p14:nvContentPartPr>
              <p14:xfrm>
                <a:off x="386424" y="287496"/>
                <a:ext cx="6480" cy="47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5776E94-F082-A08C-1A87-DBA61737E4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8424" y="269856"/>
                  <a:ext cx="42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A8C08D-0D23-4C1C-1951-66C6D3CD87E3}"/>
                    </a:ext>
                  </a:extLst>
                </p14:cNvPr>
                <p14:cNvContentPartPr/>
                <p14:nvPr/>
              </p14:nvContentPartPr>
              <p14:xfrm>
                <a:off x="423504" y="213696"/>
                <a:ext cx="27360" cy="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A8C08D-0D23-4C1C-1951-66C6D3CD87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5864" y="195696"/>
                  <a:ext cx="63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EF0A7C6-6F53-0467-8269-3D26C901AAA4}"/>
                    </a:ext>
                  </a:extLst>
                </p14:cNvPr>
                <p14:cNvContentPartPr/>
                <p14:nvPr/>
              </p14:nvContentPartPr>
              <p14:xfrm>
                <a:off x="436824" y="170136"/>
                <a:ext cx="199800" cy="201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EF0A7C6-6F53-0467-8269-3D26C901AA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9184" y="152496"/>
                  <a:ext cx="235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281C4E-C47B-0912-0AD4-330EA9511053}"/>
                    </a:ext>
                  </a:extLst>
                </p14:cNvPr>
                <p14:cNvContentPartPr/>
                <p14:nvPr/>
              </p14:nvContentPartPr>
              <p14:xfrm>
                <a:off x="755424" y="169776"/>
                <a:ext cx="57240" cy="180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281C4E-C47B-0912-0AD4-330EA95110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7424" y="152136"/>
                  <a:ext cx="928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DD8A1D4-43A7-55B8-6A43-A64C8F7A6386}"/>
                    </a:ext>
                  </a:extLst>
                </p14:cNvPr>
                <p14:cNvContentPartPr/>
                <p14:nvPr/>
              </p14:nvContentPartPr>
              <p14:xfrm>
                <a:off x="806904" y="249696"/>
                <a:ext cx="74520" cy="92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DD8A1D4-43A7-55B8-6A43-A64C8F7A638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8904" y="231696"/>
                  <a:ext cx="110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68AE046-740A-D905-A3AB-54415791417F}"/>
                    </a:ext>
                  </a:extLst>
                </p14:cNvPr>
                <p14:cNvContentPartPr/>
                <p14:nvPr/>
              </p14:nvContentPartPr>
              <p14:xfrm>
                <a:off x="927864" y="106056"/>
                <a:ext cx="29520" cy="242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68AE046-740A-D905-A3AB-54415791417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9864" y="88416"/>
                  <a:ext cx="651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D66C5B-9ACB-6641-D973-877E82B30135}"/>
                    </a:ext>
                  </a:extLst>
                </p14:cNvPr>
                <p14:cNvContentPartPr/>
                <p14:nvPr/>
              </p14:nvContentPartPr>
              <p14:xfrm>
                <a:off x="933264" y="270576"/>
                <a:ext cx="47520" cy="2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D66C5B-9ACB-6641-D973-877E82B3013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5264" y="252576"/>
                  <a:ext cx="831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E3AA86-FA7D-6D33-99DE-1B5805747677}"/>
                    </a:ext>
                  </a:extLst>
                </p14:cNvPr>
                <p14:cNvContentPartPr/>
                <p14:nvPr/>
              </p14:nvContentPartPr>
              <p14:xfrm>
                <a:off x="1031184" y="151776"/>
                <a:ext cx="53640" cy="202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E3AA86-FA7D-6D33-99DE-1B58057476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3184" y="134136"/>
                  <a:ext cx="89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A81CDE-D556-9E64-64D2-015940AE059D}"/>
                    </a:ext>
                  </a:extLst>
                </p14:cNvPr>
                <p14:cNvContentPartPr/>
                <p14:nvPr/>
              </p14:nvContentPartPr>
              <p14:xfrm>
                <a:off x="1017504" y="251496"/>
                <a:ext cx="229680" cy="107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A81CDE-D556-9E64-64D2-015940AE05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9864" y="233496"/>
                  <a:ext cx="265320" cy="14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47416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B08D-15BE-3E62-FCD9-2C1870F96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980DA5-9251-9421-EB59-87662566A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884350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6B02AD-0411-0904-E349-B26165E5F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137555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633018-9469-A49D-0AD4-736CC146EB3D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EE988B-0AB3-4B67-39B1-497FD45FCF28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5E212-2E0A-EDA2-4A3A-A8DFC005EA9B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B21B7-073C-5C9A-E053-22F463756958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 set of 5 reads. </a:t>
            </a:r>
          </a:p>
          <a:p>
            <a:r>
              <a:rPr lang="en-US" dirty="0"/>
              <a:t>Copy rows 1 to 4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A2E202-E9E6-3EF8-C1A8-F8265C8C1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854616"/>
              </p:ext>
            </p:extLst>
          </p:nvPr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BB5DC9-3A2B-FA34-DBFD-4B8B35408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03209"/>
              </p:ext>
            </p:extLst>
          </p:nvPr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377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5DE3-8908-71A3-8303-A295BD2F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AB2FF8-1D06-8BBD-4BF9-F39078E9B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542558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9545F6-4D6B-03B1-CEBC-B62E24A19A5B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E0BC1-9040-FA6E-C1BE-87A3E1951058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37343D-BCB9-1BC6-9260-64082245F382}"/>
              </a:ext>
            </a:extLst>
          </p:cNvPr>
          <p:cNvSpPr txBox="1"/>
          <p:nvPr/>
        </p:nvSpPr>
        <p:spPr>
          <a:xfrm>
            <a:off x="2313164" y="94497"/>
            <a:ext cx="170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Input_Buffer</a:t>
            </a:r>
            <a:r>
              <a:rPr lang="en-US" dirty="0"/>
              <a:t>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F63936-E044-2DB1-3FB0-73854EE9B0E5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66C93-B5EC-E118-D72C-2814376DFA0C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 set of 5 reads completed. 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4AC9EE-808C-9B91-FEAD-83CDB6D9A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327390"/>
              </p:ext>
            </p:extLst>
          </p:nvPr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621260-EEC8-BB66-9A68-504235443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2367"/>
              </p:ext>
            </p:extLst>
          </p:nvPr>
        </p:nvGraphicFramePr>
        <p:xfrm>
          <a:off x="4973431" y="5421930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9E022C1-B3F1-9F9E-79DA-30C3B88F0046}"/>
              </a:ext>
            </a:extLst>
          </p:cNvPr>
          <p:cNvSpPr txBox="1"/>
          <p:nvPr/>
        </p:nvSpPr>
        <p:spPr>
          <a:xfrm>
            <a:off x="0" y="67337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Unsed</a:t>
            </a:r>
            <a:r>
              <a:rPr lang="en-US" dirty="0"/>
              <a:t> RF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391E5F6-9B9C-C72E-5BC1-1DE63523B5BC}"/>
                  </a:ext>
                </a:extLst>
              </p14:cNvPr>
              <p14:cNvContentPartPr/>
              <p14:nvPr/>
            </p14:nvContentPartPr>
            <p14:xfrm>
              <a:off x="2603664" y="2440296"/>
              <a:ext cx="105120" cy="149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391E5F6-9B9C-C72E-5BC1-1DE63523B5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7544" y="2434176"/>
                <a:ext cx="1173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1422CFD-664E-6E3F-DE35-F104DEE48A0C}"/>
                  </a:ext>
                </a:extLst>
              </p14:cNvPr>
              <p14:cNvContentPartPr/>
              <p14:nvPr/>
            </p14:nvContentPartPr>
            <p14:xfrm>
              <a:off x="3151584" y="2390976"/>
              <a:ext cx="228960" cy="198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1422CFD-664E-6E3F-DE35-F104DEE48A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45464" y="2384856"/>
                <a:ext cx="2412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AC5F14B-77C4-D7E9-48B8-C1EA3779031A}"/>
                  </a:ext>
                </a:extLst>
              </p14:cNvPr>
              <p14:cNvContentPartPr/>
              <p14:nvPr/>
            </p14:nvContentPartPr>
            <p14:xfrm>
              <a:off x="3697704" y="2452176"/>
              <a:ext cx="145080" cy="144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AC5F14B-77C4-D7E9-48B8-C1EA377903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91584" y="2446056"/>
                <a:ext cx="15732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1A35E04-8304-4AC7-4F7C-412DF023CE3B}"/>
                  </a:ext>
                </a:extLst>
              </p14:cNvPr>
              <p14:cNvContentPartPr/>
              <p14:nvPr/>
            </p14:nvContentPartPr>
            <p14:xfrm>
              <a:off x="4341024" y="2421216"/>
              <a:ext cx="111240" cy="167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1A35E04-8304-4AC7-4F7C-412DF023CE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34904" y="2415096"/>
                <a:ext cx="1234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84C8700-E502-4FEE-AD00-56E53DF79C42}"/>
                  </a:ext>
                </a:extLst>
              </p14:cNvPr>
              <p14:cNvContentPartPr/>
              <p14:nvPr/>
            </p14:nvContentPartPr>
            <p14:xfrm>
              <a:off x="4987584" y="2397096"/>
              <a:ext cx="83520" cy="183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84C8700-E502-4FEE-AD00-56E53DF79C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81464" y="2390976"/>
                <a:ext cx="95760" cy="1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37139383-EABA-31E2-4B1B-C4F1EF159BB2}"/>
              </a:ext>
            </a:extLst>
          </p:cNvPr>
          <p:cNvGrpSpPr/>
          <p:nvPr/>
        </p:nvGrpSpPr>
        <p:grpSpPr>
          <a:xfrm>
            <a:off x="5506344" y="2411856"/>
            <a:ext cx="159120" cy="160560"/>
            <a:chOff x="5506344" y="2411856"/>
            <a:chExt cx="15912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BA156C-B2A0-26DB-2FDB-77CF16982153}"/>
                    </a:ext>
                  </a:extLst>
                </p14:cNvPr>
                <p14:cNvContentPartPr/>
                <p14:nvPr/>
              </p14:nvContentPartPr>
              <p14:xfrm>
                <a:off x="5506344" y="2425176"/>
                <a:ext cx="30600" cy="147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BA156C-B2A0-26DB-2FDB-77CF169821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00224" y="2419056"/>
                  <a:ext cx="428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7F4A157-D08A-4BB0-7091-0907D1D9FF69}"/>
                    </a:ext>
                  </a:extLst>
                </p14:cNvPr>
                <p14:cNvContentPartPr/>
                <p14:nvPr/>
              </p14:nvContentPartPr>
              <p14:xfrm>
                <a:off x="5550264" y="2411856"/>
                <a:ext cx="115200" cy="38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7F4A157-D08A-4BB0-7091-0907D1D9FF6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44144" y="2405736"/>
                  <a:ext cx="12744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0C2D4C0-7760-256B-7D2D-A65C0D0D1C41}"/>
                  </a:ext>
                </a:extLst>
              </p14:cNvPr>
              <p14:cNvContentPartPr/>
              <p14:nvPr/>
            </p14:nvContentPartPr>
            <p14:xfrm>
              <a:off x="6125184" y="2408256"/>
              <a:ext cx="81360" cy="146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0C2D4C0-7760-256B-7D2D-A65C0D0D1C4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19064" y="2402136"/>
                <a:ext cx="9360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B82B77E8-E821-79DB-3E0E-B22F7C9B65AD}"/>
              </a:ext>
            </a:extLst>
          </p:cNvPr>
          <p:cNvGrpSpPr/>
          <p:nvPr/>
        </p:nvGrpSpPr>
        <p:grpSpPr>
          <a:xfrm>
            <a:off x="6804504" y="2388456"/>
            <a:ext cx="156600" cy="152280"/>
            <a:chOff x="6804504" y="2388456"/>
            <a:chExt cx="15660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60ADF96-E8D4-58EB-897B-A6318AFCB5BA}"/>
                    </a:ext>
                  </a:extLst>
                </p14:cNvPr>
                <p14:cNvContentPartPr/>
                <p14:nvPr/>
              </p14:nvContentPartPr>
              <p14:xfrm>
                <a:off x="6804504" y="2388456"/>
                <a:ext cx="88920" cy="152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60ADF96-E8D4-58EB-897B-A6318AFCB5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98384" y="2382336"/>
                  <a:ext cx="101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935E1D-2877-0C67-3BC5-2CF1C5D52203}"/>
                    </a:ext>
                  </a:extLst>
                </p14:cNvPr>
                <p14:cNvContentPartPr/>
                <p14:nvPr/>
              </p14:nvContentPartPr>
              <p14:xfrm>
                <a:off x="6825024" y="2462256"/>
                <a:ext cx="136080" cy="10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935E1D-2877-0C67-3BC5-2CF1C5D5220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18904" y="2456136"/>
                  <a:ext cx="14832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D63F6A-01E6-ED9E-062D-DFD40B573027}"/>
              </a:ext>
            </a:extLst>
          </p:cNvPr>
          <p:cNvGrpSpPr/>
          <p:nvPr/>
        </p:nvGrpSpPr>
        <p:grpSpPr>
          <a:xfrm>
            <a:off x="221544" y="1271376"/>
            <a:ext cx="149400" cy="155160"/>
            <a:chOff x="221544" y="1271376"/>
            <a:chExt cx="14940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6C8D6F-4793-5F3F-42F1-F01F26F8BF90}"/>
                    </a:ext>
                  </a:extLst>
                </p14:cNvPr>
                <p14:cNvContentPartPr/>
                <p14:nvPr/>
              </p14:nvContentPartPr>
              <p14:xfrm>
                <a:off x="255744" y="1271376"/>
                <a:ext cx="106920" cy="28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56C8D6F-4793-5F3F-42F1-F01F26F8BF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9624" y="1265256"/>
                  <a:ext cx="119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4F72CD-15F1-3AE8-9BC0-5EFC6A13AFD9}"/>
                    </a:ext>
                  </a:extLst>
                </p14:cNvPr>
                <p14:cNvContentPartPr/>
                <p14:nvPr/>
              </p14:nvContentPartPr>
              <p14:xfrm>
                <a:off x="221544" y="1286136"/>
                <a:ext cx="149400" cy="140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4F72CD-15F1-3AE8-9BC0-5EFC6A13AF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5424" y="1280016"/>
                  <a:ext cx="16164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B66E68A-AC41-16A7-150E-019343E22718}"/>
                  </a:ext>
                </a:extLst>
              </p14:cNvPr>
              <p14:cNvContentPartPr/>
              <p14:nvPr/>
            </p14:nvContentPartPr>
            <p14:xfrm>
              <a:off x="1044504" y="1272456"/>
              <a:ext cx="74880" cy="148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B66E68A-AC41-16A7-150E-019343E2271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8384" y="1266336"/>
                <a:ext cx="87120" cy="1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F039664-5F32-E668-40BB-FE874F6AE7EE}"/>
              </a:ext>
            </a:extLst>
          </p:cNvPr>
          <p:cNvGrpSpPr/>
          <p:nvPr/>
        </p:nvGrpSpPr>
        <p:grpSpPr>
          <a:xfrm>
            <a:off x="1807344" y="1284336"/>
            <a:ext cx="165600" cy="127440"/>
            <a:chOff x="1807344" y="1284336"/>
            <a:chExt cx="16560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B6DC33F-B7DD-8C50-6D22-7479475428CB}"/>
                    </a:ext>
                  </a:extLst>
                </p14:cNvPr>
                <p14:cNvContentPartPr/>
                <p14:nvPr/>
              </p14:nvContentPartPr>
              <p14:xfrm>
                <a:off x="1807344" y="1284336"/>
                <a:ext cx="87840" cy="127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B6DC33F-B7DD-8C50-6D22-7479475428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01224" y="1278216"/>
                  <a:ext cx="100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9953A95-B689-4C3F-015F-02EDF47F8025}"/>
                    </a:ext>
                  </a:extLst>
                </p14:cNvPr>
                <p14:cNvContentPartPr/>
                <p14:nvPr/>
              </p14:nvContentPartPr>
              <p14:xfrm>
                <a:off x="1807344" y="1346976"/>
                <a:ext cx="165600" cy="3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9953A95-B689-4C3F-015F-02EDF47F80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01224" y="1340856"/>
                  <a:ext cx="177840" cy="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638B0C3-9A21-56FF-FB30-F9776BF85400}"/>
                  </a:ext>
                </a:extLst>
              </p14:cNvPr>
              <p14:cNvContentPartPr/>
              <p14:nvPr/>
            </p14:nvContentPartPr>
            <p14:xfrm>
              <a:off x="491184" y="2912256"/>
              <a:ext cx="97920" cy="1368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638B0C3-9A21-56FF-FB30-F9776BF8540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5064" y="2906136"/>
                <a:ext cx="1101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86A4D71-A32D-D95D-CF76-2969948CA7A5}"/>
                  </a:ext>
                </a:extLst>
              </p14:cNvPr>
              <p14:cNvContentPartPr/>
              <p14:nvPr/>
            </p14:nvContentPartPr>
            <p14:xfrm>
              <a:off x="795384" y="2912256"/>
              <a:ext cx="12960" cy="1339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86A4D71-A32D-D95D-CF76-2969948CA7A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89264" y="2906136"/>
                <a:ext cx="252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9A68128-6F6D-8586-EEB1-6EE9478A87CF}"/>
                  </a:ext>
                </a:extLst>
              </p14:cNvPr>
              <p14:cNvContentPartPr/>
              <p14:nvPr/>
            </p14:nvContentPartPr>
            <p14:xfrm>
              <a:off x="1050984" y="2922336"/>
              <a:ext cx="149400" cy="1173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9A68128-6F6D-8586-EEB1-6EE9478A87C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44864" y="2916216"/>
                <a:ext cx="1616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9E0D02A-9EAB-F29D-C3B9-840595E438EF}"/>
                  </a:ext>
                </a:extLst>
              </p14:cNvPr>
              <p14:cNvContentPartPr/>
              <p14:nvPr/>
            </p14:nvContentPartPr>
            <p14:xfrm>
              <a:off x="1479744" y="2925216"/>
              <a:ext cx="72000" cy="1432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9E0D02A-9EAB-F29D-C3B9-840595E438E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473624" y="2919096"/>
                <a:ext cx="8424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A29A4D1-A808-8960-AB5E-55A980DE46AB}"/>
                  </a:ext>
                </a:extLst>
              </p14:cNvPr>
              <p14:cNvContentPartPr/>
              <p14:nvPr/>
            </p14:nvContentPartPr>
            <p14:xfrm>
              <a:off x="1860984" y="2928096"/>
              <a:ext cx="74520" cy="146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A29A4D1-A808-8960-AB5E-55A980DE46A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54864" y="2921976"/>
                <a:ext cx="8676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731A16C-48AD-4D2E-8D08-91456FDE0E64}"/>
              </a:ext>
            </a:extLst>
          </p:cNvPr>
          <p:cNvGrpSpPr/>
          <p:nvPr/>
        </p:nvGrpSpPr>
        <p:grpSpPr>
          <a:xfrm>
            <a:off x="2296584" y="2914776"/>
            <a:ext cx="121680" cy="169560"/>
            <a:chOff x="2296584" y="2914776"/>
            <a:chExt cx="12168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DCE669-4AE2-8C4D-5F62-898499D46E93}"/>
                    </a:ext>
                  </a:extLst>
                </p14:cNvPr>
                <p14:cNvContentPartPr/>
                <p14:nvPr/>
              </p14:nvContentPartPr>
              <p14:xfrm>
                <a:off x="2296584" y="2960136"/>
                <a:ext cx="45360" cy="124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DCE669-4AE2-8C4D-5F62-898499D46E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90464" y="2954016"/>
                  <a:ext cx="57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84DBB7C-1068-BAA0-B957-2F115C99F508}"/>
                    </a:ext>
                  </a:extLst>
                </p14:cNvPr>
                <p14:cNvContentPartPr/>
                <p14:nvPr/>
              </p14:nvContentPartPr>
              <p14:xfrm>
                <a:off x="2316744" y="2914776"/>
                <a:ext cx="101520" cy="23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84DBB7C-1068-BAA0-B957-2F115C99F50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10624" y="2908656"/>
                  <a:ext cx="11376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1CE7331-8BEE-E0AA-E8E4-AB1AB593747D}"/>
                  </a:ext>
                </a:extLst>
              </p14:cNvPr>
              <p14:cNvContentPartPr/>
              <p14:nvPr/>
            </p14:nvContentPartPr>
            <p14:xfrm>
              <a:off x="2585304" y="2983176"/>
              <a:ext cx="69480" cy="1220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1CE7331-8BEE-E0AA-E8E4-AB1AB593747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579184" y="2977056"/>
                <a:ext cx="81720" cy="13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DA57B163-EB85-0D1C-A987-EC32C512BCDE}"/>
              </a:ext>
            </a:extLst>
          </p:cNvPr>
          <p:cNvGrpSpPr/>
          <p:nvPr/>
        </p:nvGrpSpPr>
        <p:grpSpPr>
          <a:xfrm>
            <a:off x="2964744" y="2915856"/>
            <a:ext cx="162360" cy="128520"/>
            <a:chOff x="2964744" y="2915856"/>
            <a:chExt cx="162360" cy="1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90DD69A-7EF1-EFBC-20C0-5F243BE06BA2}"/>
                    </a:ext>
                  </a:extLst>
                </p14:cNvPr>
                <p14:cNvContentPartPr/>
                <p14:nvPr/>
              </p14:nvContentPartPr>
              <p14:xfrm>
                <a:off x="2975544" y="2915856"/>
                <a:ext cx="69120" cy="128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90DD69A-7EF1-EFBC-20C0-5F243BE06BA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69424" y="2909736"/>
                  <a:ext cx="81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BB73DD-8371-0FD6-5A01-10157466F0F4}"/>
                    </a:ext>
                  </a:extLst>
                </p14:cNvPr>
                <p14:cNvContentPartPr/>
                <p14:nvPr/>
              </p14:nvContentPartPr>
              <p14:xfrm>
                <a:off x="2964744" y="2990736"/>
                <a:ext cx="162360" cy="23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BB73DD-8371-0FD6-5A01-10157466F0F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58624" y="2984616"/>
                  <a:ext cx="17460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AC6AFA6-1BAD-E977-EA57-F64291C8DED6}"/>
                  </a:ext>
                </a:extLst>
              </p14:cNvPr>
              <p14:cNvContentPartPr/>
              <p14:nvPr/>
            </p14:nvContentPartPr>
            <p14:xfrm>
              <a:off x="-25416" y="921456"/>
              <a:ext cx="3600" cy="61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AC6AFA6-1BAD-E977-EA57-F64291C8DED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-43056" y="903816"/>
                <a:ext cx="3924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3FCCDB2B-A1E9-9FFF-84F6-EA120FBDBC5E}"/>
              </a:ext>
            </a:extLst>
          </p:cNvPr>
          <p:cNvGrpSpPr/>
          <p:nvPr/>
        </p:nvGrpSpPr>
        <p:grpSpPr>
          <a:xfrm>
            <a:off x="750384" y="306576"/>
            <a:ext cx="2734560" cy="3635640"/>
            <a:chOff x="750384" y="306576"/>
            <a:chExt cx="2734560" cy="363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60A69BD-271D-19E1-8B96-C58F7D578538}"/>
                    </a:ext>
                  </a:extLst>
                </p14:cNvPr>
                <p14:cNvContentPartPr/>
                <p14:nvPr/>
              </p14:nvContentPartPr>
              <p14:xfrm>
                <a:off x="750384" y="306576"/>
                <a:ext cx="2734560" cy="3635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60A69BD-271D-19E1-8B96-C58F7D5785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2384" y="288576"/>
                  <a:ext cx="2770200" cy="36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7AC47EC-7EB5-E89E-0877-835241AEBDF8}"/>
                    </a:ext>
                  </a:extLst>
                </p14:cNvPr>
                <p14:cNvContentPartPr/>
                <p14:nvPr/>
              </p14:nvContentPartPr>
              <p14:xfrm>
                <a:off x="1305504" y="1585656"/>
                <a:ext cx="109800" cy="175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7AC47EC-7EB5-E89E-0877-835241AEBDF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87864" y="1568016"/>
                  <a:ext cx="145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EA86193-EB93-7A3B-8D6A-CB7EEFC5F3D2}"/>
                    </a:ext>
                  </a:extLst>
                </p14:cNvPr>
                <p14:cNvContentPartPr/>
                <p14:nvPr/>
              </p14:nvContentPartPr>
              <p14:xfrm>
                <a:off x="1441584" y="1559376"/>
                <a:ext cx="31680" cy="172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EA86193-EB93-7A3B-8D6A-CB7EEFC5F3D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23944" y="1541736"/>
                  <a:ext cx="673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16BD55C-723D-E7CC-407E-527D6C866608}"/>
                    </a:ext>
                  </a:extLst>
                </p14:cNvPr>
                <p14:cNvContentPartPr/>
                <p14:nvPr/>
              </p14:nvContentPartPr>
              <p14:xfrm>
                <a:off x="1493424" y="1645056"/>
                <a:ext cx="13680" cy="92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16BD55C-723D-E7CC-407E-527D6C86660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75424" y="1627056"/>
                  <a:ext cx="49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132A14F-CB14-6545-432B-D1F90CA89EDB}"/>
                    </a:ext>
                  </a:extLst>
                </p14:cNvPr>
                <p14:cNvContentPartPr/>
                <p14:nvPr/>
              </p14:nvContentPartPr>
              <p14:xfrm>
                <a:off x="1530144" y="1548576"/>
                <a:ext cx="173160" cy="203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132A14F-CB14-6545-432B-D1F90CA89ED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12144" y="1530576"/>
                  <a:ext cx="208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3EE305B-7B2C-4F8D-F477-A7F350E06F22}"/>
                    </a:ext>
                  </a:extLst>
                </p14:cNvPr>
                <p14:cNvContentPartPr/>
                <p14:nvPr/>
              </p14:nvContentPartPr>
              <p14:xfrm>
                <a:off x="1722744" y="1598616"/>
                <a:ext cx="122400" cy="159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3EE305B-7B2C-4F8D-F477-A7F350E06F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05104" y="1580976"/>
                  <a:ext cx="158040" cy="19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2297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A92CE-0415-8BD9-7497-C22B23041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0A5637-E569-EEB2-FEB5-C98A977BA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511266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B3D25A-B10D-CDAB-3F96-DAAF0B24B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462814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FC9E97-99EB-7323-0AEA-E71BC3989CEF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4EA2F1-4BB7-A9EC-70A2-CD4EA9A75406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BF1C6-FDF4-5379-7845-981E00C60E8B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AB380-BDB9-02E8-87EE-743E5C349486}"/>
              </a:ext>
            </a:extLst>
          </p:cNvPr>
          <p:cNvSpPr txBox="1"/>
          <p:nvPr/>
        </p:nvSpPr>
        <p:spPr>
          <a:xfrm>
            <a:off x="310896" y="5384623"/>
            <a:ext cx="11397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Third set of 5 reads started.</a:t>
            </a:r>
          </a:p>
          <a:p>
            <a:r>
              <a:rPr lang="en-US" dirty="0"/>
              <a:t>Copy last row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2FF629-751A-FA49-FA6B-2925FA001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1134"/>
              </p:ext>
            </p:extLst>
          </p:nvPr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D9A5E7-D2B2-5754-30C7-23E08F1A6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373074"/>
              </p:ext>
            </p:extLst>
          </p:nvPr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65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9973-C7FA-AFE9-D014-47EF03EE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675CC3-09D8-62D9-F55E-57AAF4E6A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591690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AE082B-D4E3-CBEC-E73F-7AD1622D3564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ED1FCA-1CC9-84E8-87A5-B4D5001C8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253893"/>
              </p:ext>
            </p:extLst>
          </p:nvPr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50B55A-F64E-0ACA-B344-DA604749D86D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E0897-FEFC-7A9A-4BB8-90EA4DD1190C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CABA7-594B-086B-9776-04FF5B5B8185}"/>
              </a:ext>
            </a:extLst>
          </p:cNvPr>
          <p:cNvSpPr txBox="1"/>
          <p:nvPr/>
        </p:nvSpPr>
        <p:spPr>
          <a:xfrm>
            <a:off x="310896" y="5384623"/>
            <a:ext cx="11397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Third set of 5 reads started.</a:t>
            </a:r>
          </a:p>
          <a:p>
            <a:r>
              <a:rPr lang="en-US" dirty="0"/>
              <a:t>Copy buffer to matrix. Start sliding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A1BAE3-7D47-B5F6-C6A3-D312786340D5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CBC888-BCFA-6D69-39EA-706CD5487709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786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02E7-822C-55E3-FBC1-12CE9F06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135EC0-99D9-4E69-613B-0E13532C8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142913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5ECE4E-63D9-C2FC-ABBC-37A29CEB3B1B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B3891B-4812-0B33-EA9A-2AD705658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065163"/>
              </p:ext>
            </p:extLst>
          </p:nvPr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80B768-F367-05BE-430B-EFA945049D70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78D23-10F4-ECD0-1FE2-67D188BA4BBD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219617-419E-8AB4-318E-6AE1F0DAF482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Third set of 5 reads started.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783E6F-F5B7-FFDA-BC81-2769E21ABB59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49A034-0E69-DF53-2EF8-366583C4C4F1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4753AB9F-469F-1F2B-CD81-0E0D6A9900A8}"/>
              </a:ext>
            </a:extLst>
          </p:cNvPr>
          <p:cNvGrpSpPr/>
          <p:nvPr/>
        </p:nvGrpSpPr>
        <p:grpSpPr>
          <a:xfrm>
            <a:off x="555624" y="570816"/>
            <a:ext cx="107640" cy="128880"/>
            <a:chOff x="555624" y="570816"/>
            <a:chExt cx="10764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C19147A-70EF-324D-AB36-278659EB46A3}"/>
                    </a:ext>
                  </a:extLst>
                </p14:cNvPr>
                <p14:cNvContentPartPr/>
                <p14:nvPr/>
              </p14:nvContentPartPr>
              <p14:xfrm>
                <a:off x="555624" y="570816"/>
                <a:ext cx="63360" cy="117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C19147A-70EF-324D-AB36-278659EB46A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7984" y="552816"/>
                  <a:ext cx="99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0A33F6-D0B5-4E8E-A26A-B06B6226B5A7}"/>
                    </a:ext>
                  </a:extLst>
                </p14:cNvPr>
                <p14:cNvContentPartPr/>
                <p14:nvPr/>
              </p14:nvContentPartPr>
              <p14:xfrm>
                <a:off x="555624" y="689976"/>
                <a:ext cx="107640" cy="9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0A33F6-D0B5-4E8E-A26A-B06B6226B5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7984" y="672336"/>
                  <a:ext cx="14328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2C5A95E-E32F-8E5C-E5E9-B41CBFEEB3EB}"/>
                  </a:ext>
                </a:extLst>
              </p14:cNvPr>
              <p14:cNvContentPartPr/>
              <p14:nvPr/>
            </p14:nvContentPartPr>
            <p14:xfrm>
              <a:off x="642744" y="900936"/>
              <a:ext cx="97560" cy="107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2C5A95E-E32F-8E5C-E5E9-B41CBFEEB3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5104" y="882936"/>
                <a:ext cx="1332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145D249-49A2-D94D-5344-4CE7106FF548}"/>
                  </a:ext>
                </a:extLst>
              </p14:cNvPr>
              <p14:cNvContentPartPr/>
              <p14:nvPr/>
            </p14:nvContentPartPr>
            <p14:xfrm>
              <a:off x="1277424" y="574776"/>
              <a:ext cx="85680" cy="124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145D249-49A2-D94D-5344-4CE7106FF54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9424" y="557136"/>
                <a:ext cx="1213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7779833-5B3F-E51E-C671-4F3DFB36BD4A}"/>
                  </a:ext>
                </a:extLst>
              </p14:cNvPr>
              <p14:cNvContentPartPr/>
              <p14:nvPr/>
            </p14:nvContentPartPr>
            <p14:xfrm>
              <a:off x="1320264" y="919296"/>
              <a:ext cx="65520" cy="126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779833-5B3F-E51E-C671-4F3DFB36BD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02264" y="901656"/>
                <a:ext cx="10116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78B97B3-8301-A005-4A31-2A02E0DD49A1}"/>
              </a:ext>
            </a:extLst>
          </p:cNvPr>
          <p:cNvGrpSpPr/>
          <p:nvPr/>
        </p:nvGrpSpPr>
        <p:grpSpPr>
          <a:xfrm>
            <a:off x="2090664" y="583776"/>
            <a:ext cx="101880" cy="156240"/>
            <a:chOff x="2090664" y="583776"/>
            <a:chExt cx="10188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56C42D-A947-704C-60BC-1EC805F712AA}"/>
                    </a:ext>
                  </a:extLst>
                </p14:cNvPr>
                <p14:cNvContentPartPr/>
                <p14:nvPr/>
              </p14:nvContentPartPr>
              <p14:xfrm>
                <a:off x="2090664" y="613296"/>
                <a:ext cx="57600" cy="126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56C42D-A947-704C-60BC-1EC805F712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73024" y="595296"/>
                  <a:ext cx="932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4E705C-F085-79E8-E863-70900589B97D}"/>
                    </a:ext>
                  </a:extLst>
                </p14:cNvPr>
                <p14:cNvContentPartPr/>
                <p14:nvPr/>
              </p14:nvContentPartPr>
              <p14:xfrm>
                <a:off x="2111184" y="583776"/>
                <a:ext cx="81360" cy="3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4E705C-F085-79E8-E863-70900589B97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93184" y="565776"/>
                  <a:ext cx="11700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614DF6D-F3A7-B119-2B72-F25FA0C23EE8}"/>
                  </a:ext>
                </a:extLst>
              </p14:cNvPr>
              <p14:cNvContentPartPr/>
              <p14:nvPr/>
            </p14:nvContentPartPr>
            <p14:xfrm>
              <a:off x="2181744" y="896616"/>
              <a:ext cx="74520" cy="146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614DF6D-F3A7-B119-2B72-F25FA0C23EE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64104" y="878976"/>
                <a:ext cx="1101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D1E25B0-D0F7-FD44-78C5-807C18F084C1}"/>
                  </a:ext>
                </a:extLst>
              </p14:cNvPr>
              <p14:cNvContentPartPr/>
              <p14:nvPr/>
            </p14:nvContentPartPr>
            <p14:xfrm>
              <a:off x="2782584" y="566136"/>
              <a:ext cx="80280" cy="116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D1E25B0-D0F7-FD44-78C5-807C18F084C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64944" y="548136"/>
                <a:ext cx="1159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E15515-ABD5-153C-5C26-B69FCF25AAC9}"/>
                  </a:ext>
                </a:extLst>
              </p14:cNvPr>
              <p14:cNvContentPartPr/>
              <p14:nvPr/>
            </p14:nvContentPartPr>
            <p14:xfrm>
              <a:off x="2807784" y="932976"/>
              <a:ext cx="76680" cy="109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E15515-ABD5-153C-5C26-B69FCF25AAC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89784" y="914976"/>
                <a:ext cx="1123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82E8A46-FA9A-3DA0-A8B3-918B9B45739F}"/>
                  </a:ext>
                </a:extLst>
              </p14:cNvPr>
              <p14:cNvContentPartPr/>
              <p14:nvPr/>
            </p14:nvContentPartPr>
            <p14:xfrm>
              <a:off x="3386664" y="551376"/>
              <a:ext cx="71280" cy="146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82E8A46-FA9A-3DA0-A8B3-918B9B45739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68664" y="533736"/>
                <a:ext cx="106920" cy="18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5F099FF3-0E2C-2E0E-D380-C7280597A138}"/>
              </a:ext>
            </a:extLst>
          </p:cNvPr>
          <p:cNvGrpSpPr/>
          <p:nvPr/>
        </p:nvGrpSpPr>
        <p:grpSpPr>
          <a:xfrm>
            <a:off x="3410424" y="913896"/>
            <a:ext cx="105840" cy="84600"/>
            <a:chOff x="3410424" y="913896"/>
            <a:chExt cx="10584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DD405E2-C8A4-88F6-D9D4-89EBC1B93BBF}"/>
                    </a:ext>
                  </a:extLst>
                </p14:cNvPr>
                <p14:cNvContentPartPr/>
                <p14:nvPr/>
              </p14:nvContentPartPr>
              <p14:xfrm>
                <a:off x="3410424" y="913896"/>
                <a:ext cx="5400" cy="83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DD405E2-C8A4-88F6-D9D4-89EBC1B93BB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2424" y="895896"/>
                  <a:ext cx="41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E0E9DF3-77C3-4FCA-E392-510C10A5E54E}"/>
                    </a:ext>
                  </a:extLst>
                </p14:cNvPr>
                <p14:cNvContentPartPr/>
                <p14:nvPr/>
              </p14:nvContentPartPr>
              <p14:xfrm>
                <a:off x="3447144" y="925416"/>
                <a:ext cx="69120" cy="73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E0E9DF3-77C3-4FCA-E392-510C10A5E5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29504" y="907416"/>
                  <a:ext cx="1047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B5D888D-3BE3-6336-AA90-D5C5B99D6DC5}"/>
              </a:ext>
            </a:extLst>
          </p:cNvPr>
          <p:cNvGrpSpPr/>
          <p:nvPr/>
        </p:nvGrpSpPr>
        <p:grpSpPr>
          <a:xfrm>
            <a:off x="4017744" y="545616"/>
            <a:ext cx="51120" cy="133200"/>
            <a:chOff x="4017744" y="545616"/>
            <a:chExt cx="5112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895E00E-6755-A599-9B6C-6F45217A753F}"/>
                    </a:ext>
                  </a:extLst>
                </p14:cNvPr>
                <p14:cNvContentPartPr/>
                <p14:nvPr/>
              </p14:nvContentPartPr>
              <p14:xfrm>
                <a:off x="4017744" y="545616"/>
                <a:ext cx="13680" cy="78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895E00E-6755-A599-9B6C-6F45217A75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00104" y="527976"/>
                  <a:ext cx="49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497E64-E536-5231-5932-3D0AAA14DD40}"/>
                    </a:ext>
                  </a:extLst>
                </p14:cNvPr>
                <p14:cNvContentPartPr/>
                <p14:nvPr/>
              </p14:nvContentPartPr>
              <p14:xfrm>
                <a:off x="4061664" y="565056"/>
                <a:ext cx="7200" cy="113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497E64-E536-5231-5932-3D0AAA14DD4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44024" y="547416"/>
                  <a:ext cx="4284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E1E687-939D-58EC-18D3-4AFEDB65FCAF}"/>
              </a:ext>
            </a:extLst>
          </p:cNvPr>
          <p:cNvGrpSpPr/>
          <p:nvPr/>
        </p:nvGrpSpPr>
        <p:grpSpPr>
          <a:xfrm>
            <a:off x="4006944" y="896976"/>
            <a:ext cx="95760" cy="110520"/>
            <a:chOff x="4006944" y="896976"/>
            <a:chExt cx="9576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1D8C79-0D9C-CFB1-F51F-7EF48D4B842A}"/>
                    </a:ext>
                  </a:extLst>
                </p14:cNvPr>
                <p14:cNvContentPartPr/>
                <p14:nvPr/>
              </p14:nvContentPartPr>
              <p14:xfrm>
                <a:off x="4006944" y="896976"/>
                <a:ext cx="11160" cy="7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1D8C79-0D9C-CFB1-F51F-7EF48D4B84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89304" y="878976"/>
                  <a:ext cx="46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B8C448-596B-64EB-BB85-3C81EDD348F6}"/>
                    </a:ext>
                  </a:extLst>
                </p14:cNvPr>
                <p14:cNvContentPartPr/>
                <p14:nvPr/>
              </p14:nvContentPartPr>
              <p14:xfrm>
                <a:off x="4035024" y="920376"/>
                <a:ext cx="67680" cy="87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B8C448-596B-64EB-BB85-3C81EDD348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17024" y="902736"/>
                  <a:ext cx="1033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C79490-7E0F-B86F-5A0B-E471C19A796B}"/>
              </a:ext>
            </a:extLst>
          </p:cNvPr>
          <p:cNvGrpSpPr/>
          <p:nvPr/>
        </p:nvGrpSpPr>
        <p:grpSpPr>
          <a:xfrm>
            <a:off x="4534344" y="557136"/>
            <a:ext cx="84600" cy="159840"/>
            <a:chOff x="4534344" y="557136"/>
            <a:chExt cx="8460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ECFC66-8E1E-4E76-08B1-3EC4E09DE6F2}"/>
                    </a:ext>
                  </a:extLst>
                </p14:cNvPr>
                <p14:cNvContentPartPr/>
                <p14:nvPr/>
              </p14:nvContentPartPr>
              <p14:xfrm>
                <a:off x="4534344" y="557136"/>
                <a:ext cx="3600" cy="82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ECFC66-8E1E-4E76-08B1-3EC4E09DE6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16344" y="539136"/>
                  <a:ext cx="39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1DB1BE-9FC4-9F62-6F8C-E45E2A35689A}"/>
                    </a:ext>
                  </a:extLst>
                </p14:cNvPr>
                <p14:cNvContentPartPr/>
                <p14:nvPr/>
              </p14:nvContentPartPr>
              <p14:xfrm>
                <a:off x="4564584" y="570096"/>
                <a:ext cx="54360" cy="146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1DB1BE-9FC4-9F62-6F8C-E45E2A35689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46944" y="552456"/>
                  <a:ext cx="9000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39F2DE-2D1C-D18B-4B9B-F583F8D1FCD9}"/>
              </a:ext>
            </a:extLst>
          </p:cNvPr>
          <p:cNvGrpSpPr/>
          <p:nvPr/>
        </p:nvGrpSpPr>
        <p:grpSpPr>
          <a:xfrm>
            <a:off x="4574664" y="870336"/>
            <a:ext cx="92520" cy="149760"/>
            <a:chOff x="4574664" y="870336"/>
            <a:chExt cx="9252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A7EED2-3B2E-C6A6-A4BD-3A886BD6DFF7}"/>
                    </a:ext>
                  </a:extLst>
                </p14:cNvPr>
                <p14:cNvContentPartPr/>
                <p14:nvPr/>
              </p14:nvContentPartPr>
              <p14:xfrm>
                <a:off x="4574664" y="870336"/>
                <a:ext cx="3600" cy="78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A7EED2-3B2E-C6A6-A4BD-3A886BD6DF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57024" y="852696"/>
                  <a:ext cx="39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0AFCEE2-F462-8134-0983-63FA5AAF45C2}"/>
                    </a:ext>
                  </a:extLst>
                </p14:cNvPr>
                <p14:cNvContentPartPr/>
                <p14:nvPr/>
              </p14:nvContentPartPr>
              <p14:xfrm>
                <a:off x="4618224" y="892296"/>
                <a:ext cx="48960" cy="127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0AFCEE2-F462-8134-0983-63FA5AAF45C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00224" y="874656"/>
                  <a:ext cx="8460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DE84460-A679-3FBD-2333-C5BBFD7C2C90}"/>
              </a:ext>
            </a:extLst>
          </p:cNvPr>
          <p:cNvGrpSpPr/>
          <p:nvPr/>
        </p:nvGrpSpPr>
        <p:grpSpPr>
          <a:xfrm>
            <a:off x="5192424" y="553176"/>
            <a:ext cx="186120" cy="96480"/>
            <a:chOff x="5192424" y="553176"/>
            <a:chExt cx="186120" cy="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B9CCC5-5330-17E3-0668-CBE36404B95D}"/>
                    </a:ext>
                  </a:extLst>
                </p14:cNvPr>
                <p14:cNvContentPartPr/>
                <p14:nvPr/>
              </p14:nvContentPartPr>
              <p14:xfrm>
                <a:off x="5192424" y="553176"/>
                <a:ext cx="10440" cy="95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B9CCC5-5330-17E3-0668-CBE36404B95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74424" y="535536"/>
                  <a:ext cx="46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6125D6-ACFE-41F5-4989-BB971707ED01}"/>
                    </a:ext>
                  </a:extLst>
                </p14:cNvPr>
                <p14:cNvContentPartPr/>
                <p14:nvPr/>
              </p14:nvContentPartPr>
              <p14:xfrm>
                <a:off x="5263344" y="586296"/>
                <a:ext cx="41760" cy="63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6125D6-ACFE-41F5-4989-BB971707ED0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5344" y="568296"/>
                  <a:ext cx="77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F61C95C-41C6-B91A-2449-4A2E3BA15C24}"/>
                    </a:ext>
                  </a:extLst>
                </p14:cNvPr>
                <p14:cNvContentPartPr/>
                <p14:nvPr/>
              </p14:nvContentPartPr>
              <p14:xfrm>
                <a:off x="5290344" y="558936"/>
                <a:ext cx="88200" cy="25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F61C95C-41C6-B91A-2449-4A2E3BA15C2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72344" y="541296"/>
                  <a:ext cx="12384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132FEC-40AA-9D6D-AF6B-4CF575F209BE}"/>
              </a:ext>
            </a:extLst>
          </p:cNvPr>
          <p:cNvGrpSpPr/>
          <p:nvPr/>
        </p:nvGrpSpPr>
        <p:grpSpPr>
          <a:xfrm>
            <a:off x="5175504" y="811656"/>
            <a:ext cx="87480" cy="126000"/>
            <a:chOff x="5175504" y="811656"/>
            <a:chExt cx="8748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A9BE64-1B72-11E4-3AE2-048AC0BFFF85}"/>
                    </a:ext>
                  </a:extLst>
                </p14:cNvPr>
                <p14:cNvContentPartPr/>
                <p14:nvPr/>
              </p14:nvContentPartPr>
              <p14:xfrm>
                <a:off x="5175504" y="811656"/>
                <a:ext cx="7920" cy="12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A9BE64-1B72-11E4-3AE2-048AC0BFFF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57504" y="793656"/>
                  <a:ext cx="43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1811D6B-2336-5F52-C937-F903F2E1C9F0}"/>
                    </a:ext>
                  </a:extLst>
                </p14:cNvPr>
                <p14:cNvContentPartPr/>
                <p14:nvPr/>
              </p14:nvContentPartPr>
              <p14:xfrm>
                <a:off x="5232384" y="832536"/>
                <a:ext cx="30600" cy="100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1811D6B-2336-5F52-C937-F903F2E1C9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4384" y="814536"/>
                  <a:ext cx="66240" cy="13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EBF476B-C182-3607-EEA7-F52B977E752B}"/>
                  </a:ext>
                </a:extLst>
              </p14:cNvPr>
              <p14:cNvContentPartPr/>
              <p14:nvPr/>
            </p14:nvContentPartPr>
            <p14:xfrm>
              <a:off x="7844184" y="396216"/>
              <a:ext cx="483480" cy="446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EBF476B-C182-3607-EEA7-F52B977E752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826544" y="378216"/>
                <a:ext cx="519120" cy="48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8AA3-7F8E-F42D-EBAB-F55169B75540}"/>
              </a:ext>
            </a:extLst>
          </p:cNvPr>
          <p:cNvGrpSpPr/>
          <p:nvPr/>
        </p:nvGrpSpPr>
        <p:grpSpPr>
          <a:xfrm>
            <a:off x="8642304" y="111096"/>
            <a:ext cx="1140120" cy="250920"/>
            <a:chOff x="8642304" y="111096"/>
            <a:chExt cx="114012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2E7FF68-7C39-BFBC-7AEA-1B7AD6542902}"/>
                    </a:ext>
                  </a:extLst>
                </p14:cNvPr>
                <p14:cNvContentPartPr/>
                <p14:nvPr/>
              </p14:nvContentPartPr>
              <p14:xfrm>
                <a:off x="8642304" y="185616"/>
                <a:ext cx="57240" cy="145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2E7FF68-7C39-BFBC-7AEA-1B7AD654290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24304" y="167976"/>
                  <a:ext cx="92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B94191C-6F2A-E613-424F-CE201F390CF8}"/>
                    </a:ext>
                  </a:extLst>
                </p14:cNvPr>
                <p14:cNvContentPartPr/>
                <p14:nvPr/>
              </p14:nvContentPartPr>
              <p14:xfrm>
                <a:off x="8762904" y="128016"/>
                <a:ext cx="14040" cy="16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B94191C-6F2A-E613-424F-CE201F390CF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45264" y="110376"/>
                  <a:ext cx="496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875E076-AFE1-B57C-BF48-3666D09CEB1E}"/>
                    </a:ext>
                  </a:extLst>
                </p14:cNvPr>
                <p14:cNvContentPartPr/>
                <p14:nvPr/>
              </p14:nvContentPartPr>
              <p14:xfrm>
                <a:off x="8813664" y="255456"/>
                <a:ext cx="360" cy="106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875E076-AFE1-B57C-BF48-3666D09CEB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96024" y="237456"/>
                  <a:ext cx="36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FAE4C6E-34B9-B167-A0E1-88952AEFB82F}"/>
                    </a:ext>
                  </a:extLst>
                </p14:cNvPr>
                <p14:cNvContentPartPr/>
                <p14:nvPr/>
              </p14:nvContentPartPr>
              <p14:xfrm>
                <a:off x="8860824" y="209736"/>
                <a:ext cx="17280" cy="36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FAE4C6E-34B9-B167-A0E1-88952AEFB82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43184" y="191736"/>
                  <a:ext cx="529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135498-BECB-E594-D7FF-66C4F438C249}"/>
                    </a:ext>
                  </a:extLst>
                </p14:cNvPr>
                <p14:cNvContentPartPr/>
                <p14:nvPr/>
              </p14:nvContentPartPr>
              <p14:xfrm>
                <a:off x="8859024" y="111096"/>
                <a:ext cx="160920" cy="249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135498-BECB-E594-D7FF-66C4F438C2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41024" y="93096"/>
                  <a:ext cx="1965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319CF5F-C853-2AE8-FC6C-198284076F38}"/>
                    </a:ext>
                  </a:extLst>
                </p14:cNvPr>
                <p14:cNvContentPartPr/>
                <p14:nvPr/>
              </p14:nvContentPartPr>
              <p14:xfrm>
                <a:off x="9035784" y="209376"/>
                <a:ext cx="85320" cy="139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319CF5F-C853-2AE8-FC6C-198284076F3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17784" y="191736"/>
                  <a:ext cx="1209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A26922B-A4EB-D96B-6435-6160184A97F8}"/>
                    </a:ext>
                  </a:extLst>
                </p14:cNvPr>
                <p14:cNvContentPartPr/>
                <p14:nvPr/>
              </p14:nvContentPartPr>
              <p14:xfrm>
                <a:off x="9212544" y="191376"/>
                <a:ext cx="70920" cy="115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A26922B-A4EB-D96B-6435-6160184A97F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94544" y="173736"/>
                  <a:ext cx="106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1405C5-6382-4721-DB85-96602039A59A}"/>
                    </a:ext>
                  </a:extLst>
                </p14:cNvPr>
                <p14:cNvContentPartPr/>
                <p14:nvPr/>
              </p14:nvContentPartPr>
              <p14:xfrm>
                <a:off x="9360504" y="133776"/>
                <a:ext cx="47520" cy="196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1405C5-6382-4721-DB85-96602039A59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42504" y="116136"/>
                  <a:ext cx="83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8B61573-8919-6798-9A92-E1642B9B715A}"/>
                    </a:ext>
                  </a:extLst>
                </p14:cNvPr>
                <p14:cNvContentPartPr/>
                <p14:nvPr/>
              </p14:nvContentPartPr>
              <p14:xfrm>
                <a:off x="9319824" y="268416"/>
                <a:ext cx="81360" cy="13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8B61573-8919-6798-9A92-E1642B9B71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02184" y="250776"/>
                  <a:ext cx="117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1A85A0F-2C63-3AA7-1AB8-F3DC3570FC21}"/>
                    </a:ext>
                  </a:extLst>
                </p14:cNvPr>
                <p14:cNvContentPartPr/>
                <p14:nvPr/>
              </p14:nvContentPartPr>
              <p14:xfrm>
                <a:off x="9397584" y="270216"/>
                <a:ext cx="115200" cy="49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1A85A0F-2C63-3AA7-1AB8-F3DC3570FC2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79584" y="252216"/>
                  <a:ext cx="150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3292CA-D5B3-445F-29D8-1A9ED0DD5FEE}"/>
                    </a:ext>
                  </a:extLst>
                </p14:cNvPr>
                <p14:cNvContentPartPr/>
                <p14:nvPr/>
              </p14:nvContentPartPr>
              <p14:xfrm>
                <a:off x="9528984" y="226656"/>
                <a:ext cx="81720" cy="77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3292CA-D5B3-445F-29D8-1A9ED0DD5FE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10984" y="209016"/>
                  <a:ext cx="117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F75FC0F-4D14-29DE-87CC-8FF08F5CE4AC}"/>
                    </a:ext>
                  </a:extLst>
                </p14:cNvPr>
                <p14:cNvContentPartPr/>
                <p14:nvPr/>
              </p14:nvContentPartPr>
              <p14:xfrm>
                <a:off x="9640584" y="140976"/>
                <a:ext cx="71280" cy="165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F75FC0F-4D14-29DE-87CC-8FF08F5CE4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22584" y="123336"/>
                  <a:ext cx="106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21173C-6A23-F4CB-8B03-56085CD0B3F7}"/>
                    </a:ext>
                  </a:extLst>
                </p14:cNvPr>
                <p14:cNvContentPartPr/>
                <p14:nvPr/>
              </p14:nvContentPartPr>
              <p14:xfrm>
                <a:off x="9643824" y="219096"/>
                <a:ext cx="138600" cy="13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21173C-6A23-F4CB-8B03-56085CD0B3F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26184" y="201456"/>
                  <a:ext cx="174240" cy="4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6788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0CFB-5796-050E-576E-139917FE4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4C2921-E760-2EC1-C7C9-FF38CE738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472841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435A8A-7003-8795-6FB0-17FD27ABABC0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262ACF-FF46-CD63-0F83-8C680186ABA7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1E1E9F7-5580-73FB-EF1C-790D3371E2C6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DB78B-88C7-6DC0-A8A8-98ADDE061321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6599EE-6617-FB88-7FD6-DC7687FF76DD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Third set of 5 reads started.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9897A9-A011-3BEE-CE53-43998974FDDE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D50AAE-E7C0-FF01-42EC-1D9411EBEAB2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9B899A82-1E3E-FAEC-1E6A-2AA95D8821B2}"/>
              </a:ext>
            </a:extLst>
          </p:cNvPr>
          <p:cNvGrpSpPr/>
          <p:nvPr/>
        </p:nvGrpSpPr>
        <p:grpSpPr>
          <a:xfrm>
            <a:off x="555624" y="570816"/>
            <a:ext cx="107640" cy="128880"/>
            <a:chOff x="555624" y="570816"/>
            <a:chExt cx="10764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1FACD6-0E92-B4E1-97C3-6B0E2AC08876}"/>
                    </a:ext>
                  </a:extLst>
                </p14:cNvPr>
                <p14:cNvContentPartPr/>
                <p14:nvPr/>
              </p14:nvContentPartPr>
              <p14:xfrm>
                <a:off x="555624" y="570816"/>
                <a:ext cx="63360" cy="117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1FACD6-0E92-B4E1-97C3-6B0E2AC0887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7624" y="552816"/>
                  <a:ext cx="99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842F9C-7605-4BCE-7D03-A8E070067D2A}"/>
                    </a:ext>
                  </a:extLst>
                </p14:cNvPr>
                <p14:cNvContentPartPr/>
                <p14:nvPr/>
              </p14:nvContentPartPr>
              <p14:xfrm>
                <a:off x="555624" y="689976"/>
                <a:ext cx="107640" cy="9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842F9C-7605-4BCE-7D03-A8E070067D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7624" y="671976"/>
                  <a:ext cx="14328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9C9581D-FAA9-6D3F-EF3D-A7F05D42CE2C}"/>
                  </a:ext>
                </a:extLst>
              </p14:cNvPr>
              <p14:cNvContentPartPr/>
              <p14:nvPr/>
            </p14:nvContentPartPr>
            <p14:xfrm>
              <a:off x="642744" y="900936"/>
              <a:ext cx="97560" cy="107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9C9581D-FAA9-6D3F-EF3D-A7F05D42CE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4744" y="882936"/>
                <a:ext cx="1332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8323427-429A-263B-8D8B-1D21640079EB}"/>
                  </a:ext>
                </a:extLst>
              </p14:cNvPr>
              <p14:cNvContentPartPr/>
              <p14:nvPr/>
            </p14:nvContentPartPr>
            <p14:xfrm>
              <a:off x="1277424" y="574776"/>
              <a:ext cx="85680" cy="124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8323427-429A-263B-8D8B-1D21640079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9424" y="556776"/>
                <a:ext cx="1213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F5F1EDD-3131-005B-A2BE-59FD5AE9D251}"/>
                  </a:ext>
                </a:extLst>
              </p14:cNvPr>
              <p14:cNvContentPartPr/>
              <p14:nvPr/>
            </p14:nvContentPartPr>
            <p14:xfrm>
              <a:off x="1320264" y="919296"/>
              <a:ext cx="65520" cy="126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F5F1EDD-3131-005B-A2BE-59FD5AE9D2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02264" y="901296"/>
                <a:ext cx="10116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317C17F-F017-B7C8-9479-62AFF4F2F6C1}"/>
              </a:ext>
            </a:extLst>
          </p:cNvPr>
          <p:cNvGrpSpPr/>
          <p:nvPr/>
        </p:nvGrpSpPr>
        <p:grpSpPr>
          <a:xfrm>
            <a:off x="2090664" y="583776"/>
            <a:ext cx="101880" cy="156240"/>
            <a:chOff x="2090664" y="583776"/>
            <a:chExt cx="10188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12A4BC-DEC4-5503-C29E-98F7D42AA6A2}"/>
                    </a:ext>
                  </a:extLst>
                </p14:cNvPr>
                <p14:cNvContentPartPr/>
                <p14:nvPr/>
              </p14:nvContentPartPr>
              <p14:xfrm>
                <a:off x="2090664" y="613296"/>
                <a:ext cx="57600" cy="126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12A4BC-DEC4-5503-C29E-98F7D42AA6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72664" y="595296"/>
                  <a:ext cx="932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18B2C9-F277-6CF4-1E15-1412644219DE}"/>
                    </a:ext>
                  </a:extLst>
                </p14:cNvPr>
                <p14:cNvContentPartPr/>
                <p14:nvPr/>
              </p14:nvContentPartPr>
              <p14:xfrm>
                <a:off x="2111184" y="583776"/>
                <a:ext cx="81360" cy="3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18B2C9-F277-6CF4-1E15-1412644219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93184" y="565985"/>
                  <a:ext cx="117000" cy="6582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6563629-DFC4-9218-7F23-3571C30E7291}"/>
                  </a:ext>
                </a:extLst>
              </p14:cNvPr>
              <p14:cNvContentPartPr/>
              <p14:nvPr/>
            </p14:nvContentPartPr>
            <p14:xfrm>
              <a:off x="2181744" y="896616"/>
              <a:ext cx="74520" cy="146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6563629-DFC4-9218-7F23-3571C30E729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63744" y="878572"/>
                <a:ext cx="110160" cy="182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E79C059-347F-0E25-4FA4-E72F49E5FD22}"/>
                  </a:ext>
                </a:extLst>
              </p14:cNvPr>
              <p14:cNvContentPartPr/>
              <p14:nvPr/>
            </p14:nvContentPartPr>
            <p14:xfrm>
              <a:off x="2782584" y="566136"/>
              <a:ext cx="80280" cy="116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E79C059-347F-0E25-4FA4-E72F49E5FD2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64584" y="548191"/>
                <a:ext cx="115920" cy="1521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E55BB99-1DB5-21CC-1F76-CF862EC32E61}"/>
                  </a:ext>
                </a:extLst>
              </p14:cNvPr>
              <p14:cNvContentPartPr/>
              <p14:nvPr/>
            </p14:nvContentPartPr>
            <p14:xfrm>
              <a:off x="2807784" y="932976"/>
              <a:ext cx="76680" cy="109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E55BB99-1DB5-21CC-1F76-CF862EC32E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89784" y="914976"/>
                <a:ext cx="1123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78E665C-84C4-E228-7F42-3AF2B07D3F7E}"/>
                  </a:ext>
                </a:extLst>
              </p14:cNvPr>
              <p14:cNvContentPartPr/>
              <p14:nvPr/>
            </p14:nvContentPartPr>
            <p14:xfrm>
              <a:off x="3386664" y="551376"/>
              <a:ext cx="71280" cy="146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78E665C-84C4-E228-7F42-3AF2B07D3F7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68754" y="533376"/>
                <a:ext cx="106741" cy="18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5C40D4B0-F570-92DC-4A51-EA8E8E74CF5D}"/>
              </a:ext>
            </a:extLst>
          </p:cNvPr>
          <p:cNvGrpSpPr/>
          <p:nvPr/>
        </p:nvGrpSpPr>
        <p:grpSpPr>
          <a:xfrm>
            <a:off x="3410424" y="913896"/>
            <a:ext cx="105840" cy="84600"/>
            <a:chOff x="3410424" y="913896"/>
            <a:chExt cx="10584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C141EB-FF3B-C23E-144C-D5ABD46EA380}"/>
                    </a:ext>
                  </a:extLst>
                </p14:cNvPr>
                <p14:cNvContentPartPr/>
                <p14:nvPr/>
              </p14:nvContentPartPr>
              <p14:xfrm>
                <a:off x="3410424" y="913896"/>
                <a:ext cx="5400" cy="83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C141EB-FF3B-C23E-144C-D5ABD46EA3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2424" y="895896"/>
                  <a:ext cx="41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7521324-C5DC-83D4-1B83-C932546290D2}"/>
                    </a:ext>
                  </a:extLst>
                </p14:cNvPr>
                <p14:cNvContentPartPr/>
                <p14:nvPr/>
              </p14:nvContentPartPr>
              <p14:xfrm>
                <a:off x="3447144" y="925416"/>
                <a:ext cx="69120" cy="73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7521324-C5DC-83D4-1B83-C932546290D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29144" y="907416"/>
                  <a:ext cx="1047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B9A75A0-9708-4770-B573-7524896CC2B0}"/>
              </a:ext>
            </a:extLst>
          </p:cNvPr>
          <p:cNvGrpSpPr/>
          <p:nvPr/>
        </p:nvGrpSpPr>
        <p:grpSpPr>
          <a:xfrm>
            <a:off x="4017744" y="545616"/>
            <a:ext cx="51120" cy="133200"/>
            <a:chOff x="4017744" y="545616"/>
            <a:chExt cx="5112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967A26-52F6-F9C5-9C44-CF22F9B988F3}"/>
                    </a:ext>
                  </a:extLst>
                </p14:cNvPr>
                <p14:cNvContentPartPr/>
                <p14:nvPr/>
              </p14:nvContentPartPr>
              <p14:xfrm>
                <a:off x="4017744" y="545616"/>
                <a:ext cx="13680" cy="78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967A26-52F6-F9C5-9C44-CF22F9B988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99744" y="527616"/>
                  <a:ext cx="49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C268A1F-43D2-5F72-AA3D-D2A738F825BB}"/>
                    </a:ext>
                  </a:extLst>
                </p14:cNvPr>
                <p14:cNvContentPartPr/>
                <p14:nvPr/>
              </p14:nvContentPartPr>
              <p14:xfrm>
                <a:off x="4061664" y="565056"/>
                <a:ext cx="7200" cy="113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C268A1F-43D2-5F72-AA3D-D2A738F825B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42717" y="547056"/>
                  <a:ext cx="44716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8A20A2-12DC-FD0C-3AD0-E7DEFFF976ED}"/>
              </a:ext>
            </a:extLst>
          </p:cNvPr>
          <p:cNvGrpSpPr/>
          <p:nvPr/>
        </p:nvGrpSpPr>
        <p:grpSpPr>
          <a:xfrm>
            <a:off x="4006944" y="896976"/>
            <a:ext cx="95760" cy="110520"/>
            <a:chOff x="4006944" y="896976"/>
            <a:chExt cx="9576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055C694-B0E7-B9EF-8943-530E7F930BA5}"/>
                    </a:ext>
                  </a:extLst>
                </p14:cNvPr>
                <p14:cNvContentPartPr/>
                <p14:nvPr/>
              </p14:nvContentPartPr>
              <p14:xfrm>
                <a:off x="4006944" y="896976"/>
                <a:ext cx="11160" cy="7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055C694-B0E7-B9EF-8943-530E7F930B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88944" y="879057"/>
                  <a:ext cx="46800" cy="1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DF905A-9ABA-2A4E-4A8A-23DC33FF6446}"/>
                    </a:ext>
                  </a:extLst>
                </p14:cNvPr>
                <p14:cNvContentPartPr/>
                <p14:nvPr/>
              </p14:nvContentPartPr>
              <p14:xfrm>
                <a:off x="4035024" y="920376"/>
                <a:ext cx="67680" cy="87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DF905A-9ABA-2A4E-4A8A-23DC33FF644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17024" y="902301"/>
                  <a:ext cx="103320" cy="12290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7CA5310-2CCD-0350-D4E7-352623729520}"/>
              </a:ext>
            </a:extLst>
          </p:cNvPr>
          <p:cNvGrpSpPr/>
          <p:nvPr/>
        </p:nvGrpSpPr>
        <p:grpSpPr>
          <a:xfrm>
            <a:off x="4534344" y="557136"/>
            <a:ext cx="84600" cy="159840"/>
            <a:chOff x="4534344" y="557136"/>
            <a:chExt cx="8460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E91E1F2-C6C2-FB63-9CA1-5852CD09055E}"/>
                    </a:ext>
                  </a:extLst>
                </p14:cNvPr>
                <p14:cNvContentPartPr/>
                <p14:nvPr/>
              </p14:nvContentPartPr>
              <p14:xfrm>
                <a:off x="4534344" y="557136"/>
                <a:ext cx="3600" cy="82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E91E1F2-C6C2-FB63-9CA1-5852CD09055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17980" y="539136"/>
                  <a:ext cx="36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557FED-F2F8-9010-44D4-B1ADC1F01636}"/>
                    </a:ext>
                  </a:extLst>
                </p14:cNvPr>
                <p14:cNvContentPartPr/>
                <p14:nvPr/>
              </p14:nvContentPartPr>
              <p14:xfrm>
                <a:off x="4564584" y="570096"/>
                <a:ext cx="54360" cy="146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557FED-F2F8-9010-44D4-B1ADC1F016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46464" y="552096"/>
                  <a:ext cx="90238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38B29BE-2369-857B-4015-1CD39D87CF40}"/>
              </a:ext>
            </a:extLst>
          </p:cNvPr>
          <p:cNvGrpSpPr/>
          <p:nvPr/>
        </p:nvGrpSpPr>
        <p:grpSpPr>
          <a:xfrm>
            <a:off x="4574664" y="870336"/>
            <a:ext cx="92520" cy="149760"/>
            <a:chOff x="4574664" y="870336"/>
            <a:chExt cx="9252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057915-58AB-BFB0-91C9-D8F5F803F586}"/>
                    </a:ext>
                  </a:extLst>
                </p14:cNvPr>
                <p14:cNvContentPartPr/>
                <p14:nvPr/>
              </p14:nvContentPartPr>
              <p14:xfrm>
                <a:off x="4574664" y="870336"/>
                <a:ext cx="3600" cy="78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057915-58AB-BFB0-91C9-D8F5F803F58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56664" y="852336"/>
                  <a:ext cx="39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FF38713-363A-964B-6AB1-D7F119971B7B}"/>
                    </a:ext>
                  </a:extLst>
                </p14:cNvPr>
                <p14:cNvContentPartPr/>
                <p14:nvPr/>
              </p14:nvContentPartPr>
              <p14:xfrm>
                <a:off x="4618224" y="892296"/>
                <a:ext cx="48960" cy="127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FF38713-363A-964B-6AB1-D7F119971B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00224" y="874245"/>
                  <a:ext cx="84600" cy="16354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5171CD4-47EC-F468-A06C-EAE6520B6F3E}"/>
              </a:ext>
            </a:extLst>
          </p:cNvPr>
          <p:cNvGrpSpPr/>
          <p:nvPr/>
        </p:nvGrpSpPr>
        <p:grpSpPr>
          <a:xfrm>
            <a:off x="5192424" y="553176"/>
            <a:ext cx="186120" cy="96480"/>
            <a:chOff x="5192424" y="553176"/>
            <a:chExt cx="186120" cy="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40F2357-2846-0015-ACF1-FA4FDD9B3749}"/>
                    </a:ext>
                  </a:extLst>
                </p14:cNvPr>
                <p14:cNvContentPartPr/>
                <p14:nvPr/>
              </p14:nvContentPartPr>
              <p14:xfrm>
                <a:off x="5192424" y="553176"/>
                <a:ext cx="10440" cy="95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40F2357-2846-0015-ACF1-FA4FDD9B374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74424" y="535176"/>
                  <a:ext cx="46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540D82A-C004-4E21-0ED8-7000AE27E76F}"/>
                    </a:ext>
                  </a:extLst>
                </p14:cNvPr>
                <p14:cNvContentPartPr/>
                <p14:nvPr/>
              </p14:nvContentPartPr>
              <p14:xfrm>
                <a:off x="5263344" y="586296"/>
                <a:ext cx="41760" cy="63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540D82A-C004-4E21-0ED8-7000AE27E76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5344" y="568296"/>
                  <a:ext cx="77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3A1541E-AC9E-FFCE-DEEF-D77C7AB4145F}"/>
                    </a:ext>
                  </a:extLst>
                </p14:cNvPr>
                <p14:cNvContentPartPr/>
                <p14:nvPr/>
              </p14:nvContentPartPr>
              <p14:xfrm>
                <a:off x="5290344" y="558936"/>
                <a:ext cx="88200" cy="25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3A1541E-AC9E-FFCE-DEEF-D77C7AB4145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72344" y="540675"/>
                  <a:ext cx="123840" cy="613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3971F6-D59C-A51C-6DB0-445CAABA1E14}"/>
              </a:ext>
            </a:extLst>
          </p:cNvPr>
          <p:cNvGrpSpPr/>
          <p:nvPr/>
        </p:nvGrpSpPr>
        <p:grpSpPr>
          <a:xfrm>
            <a:off x="5175504" y="811656"/>
            <a:ext cx="87480" cy="126000"/>
            <a:chOff x="5175504" y="811656"/>
            <a:chExt cx="8748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C2E2FC3-DF51-8F9B-6E65-AA5168D2036D}"/>
                    </a:ext>
                  </a:extLst>
                </p14:cNvPr>
                <p14:cNvContentPartPr/>
                <p14:nvPr/>
              </p14:nvContentPartPr>
              <p14:xfrm>
                <a:off x="5175504" y="811656"/>
                <a:ext cx="7920" cy="12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C2E2FC3-DF51-8F9B-6E65-AA5168D203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57504" y="793656"/>
                  <a:ext cx="43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681DA08-0D33-B7AB-068E-BEEA6A7870AA}"/>
                    </a:ext>
                  </a:extLst>
                </p14:cNvPr>
                <p14:cNvContentPartPr/>
                <p14:nvPr/>
              </p14:nvContentPartPr>
              <p14:xfrm>
                <a:off x="5232384" y="832536"/>
                <a:ext cx="30600" cy="100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681DA08-0D33-B7AB-068E-BEEA6A7870A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4593" y="814600"/>
                  <a:ext cx="65826" cy="13631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9046385-60BB-D0DE-D585-18632E098ACA}"/>
                  </a:ext>
                </a:extLst>
              </p14:cNvPr>
              <p14:cNvContentPartPr/>
              <p14:nvPr/>
            </p14:nvContentPartPr>
            <p14:xfrm>
              <a:off x="7844184" y="396216"/>
              <a:ext cx="483480" cy="446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9046385-60BB-D0DE-D585-18632E098AC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826184" y="378216"/>
                <a:ext cx="519120" cy="48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3B79A495-ECA7-C009-A84D-705483F3FCE8}"/>
              </a:ext>
            </a:extLst>
          </p:cNvPr>
          <p:cNvGrpSpPr/>
          <p:nvPr/>
        </p:nvGrpSpPr>
        <p:grpSpPr>
          <a:xfrm>
            <a:off x="8642304" y="111096"/>
            <a:ext cx="1140120" cy="250920"/>
            <a:chOff x="8642304" y="111096"/>
            <a:chExt cx="114012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A5F9CD-2E2D-A199-EE8C-738A19373D76}"/>
                    </a:ext>
                  </a:extLst>
                </p14:cNvPr>
                <p14:cNvContentPartPr/>
                <p14:nvPr/>
              </p14:nvContentPartPr>
              <p14:xfrm>
                <a:off x="8642304" y="185616"/>
                <a:ext cx="57240" cy="145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A5F9CD-2E2D-A199-EE8C-738A19373D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24304" y="167616"/>
                  <a:ext cx="92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C7B2DE6-5A52-FADB-370C-0B4D2E44E63D}"/>
                    </a:ext>
                  </a:extLst>
                </p14:cNvPr>
                <p14:cNvContentPartPr/>
                <p14:nvPr/>
              </p14:nvContentPartPr>
              <p14:xfrm>
                <a:off x="8762904" y="128016"/>
                <a:ext cx="14040" cy="16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C7B2DE6-5A52-FADB-370C-0B4D2E44E63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44430" y="110016"/>
                  <a:ext cx="50618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C4EA62A-6CA9-0D67-FBED-AC0D8583CB96}"/>
                    </a:ext>
                  </a:extLst>
                </p14:cNvPr>
                <p14:cNvContentPartPr/>
                <p14:nvPr/>
              </p14:nvContentPartPr>
              <p14:xfrm>
                <a:off x="8813664" y="255456"/>
                <a:ext cx="360" cy="106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C4EA62A-6CA9-0D67-FBED-AC0D8583CB9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95664" y="237456"/>
                  <a:ext cx="36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5ADFF5-E776-5C53-3BFD-33D59E8CDD8E}"/>
                    </a:ext>
                  </a:extLst>
                </p14:cNvPr>
                <p14:cNvContentPartPr/>
                <p14:nvPr/>
              </p14:nvContentPartPr>
              <p14:xfrm>
                <a:off x="8860824" y="209736"/>
                <a:ext cx="17280" cy="36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5ADFF5-E776-5C53-3BFD-33D59E8CDD8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42824" y="191912"/>
                  <a:ext cx="52920" cy="716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EF09EE3-6FB3-6A19-63C7-83B4069C114E}"/>
                    </a:ext>
                  </a:extLst>
                </p14:cNvPr>
                <p14:cNvContentPartPr/>
                <p14:nvPr/>
              </p14:nvContentPartPr>
              <p14:xfrm>
                <a:off x="8859024" y="111096"/>
                <a:ext cx="160920" cy="249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EF09EE3-6FB3-6A19-63C7-83B4069C114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41024" y="93122"/>
                  <a:ext cx="196560" cy="284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6E14552-D0C7-E3C7-0B55-0FDB252A7043}"/>
                    </a:ext>
                  </a:extLst>
                </p14:cNvPr>
                <p14:cNvContentPartPr/>
                <p14:nvPr/>
              </p14:nvContentPartPr>
              <p14:xfrm>
                <a:off x="9035784" y="209376"/>
                <a:ext cx="85320" cy="139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6E14552-D0C7-E3C7-0B55-0FDB252A70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17860" y="191376"/>
                  <a:ext cx="12081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B816CD-3FB9-223A-F40D-92E917AF3FA1}"/>
                    </a:ext>
                  </a:extLst>
                </p14:cNvPr>
                <p14:cNvContentPartPr/>
                <p14:nvPr/>
              </p14:nvContentPartPr>
              <p14:xfrm>
                <a:off x="9212544" y="191376"/>
                <a:ext cx="70920" cy="115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B816CD-3FB9-223A-F40D-92E917AF3F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94544" y="173320"/>
                  <a:ext cx="106560" cy="1513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0BC338B-903D-47C1-3136-96FB1AFADAFF}"/>
                    </a:ext>
                  </a:extLst>
                </p14:cNvPr>
                <p14:cNvContentPartPr/>
                <p14:nvPr/>
              </p14:nvContentPartPr>
              <p14:xfrm>
                <a:off x="9360504" y="133776"/>
                <a:ext cx="47520" cy="196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0BC338B-903D-47C1-3136-96FB1AFADA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42504" y="115776"/>
                  <a:ext cx="83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EEFC93E-BBAA-37F8-38CD-3A0E84DAF54F}"/>
                    </a:ext>
                  </a:extLst>
                </p14:cNvPr>
                <p14:cNvContentPartPr/>
                <p14:nvPr/>
              </p14:nvContentPartPr>
              <p14:xfrm>
                <a:off x="9319824" y="268416"/>
                <a:ext cx="81360" cy="13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EEFC93E-BBAA-37F8-38CD-3A0E84DAF5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01824" y="250416"/>
                  <a:ext cx="117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420CD3-673C-4B56-B499-0612FE8846D1}"/>
                    </a:ext>
                  </a:extLst>
                </p14:cNvPr>
                <p14:cNvContentPartPr/>
                <p14:nvPr/>
              </p14:nvContentPartPr>
              <p14:xfrm>
                <a:off x="9397584" y="270216"/>
                <a:ext cx="115200" cy="49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420CD3-673C-4B56-B499-0612FE8846D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79584" y="252345"/>
                  <a:ext cx="150840" cy="850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8CEEA09-BACD-3CEF-C35D-6B216714FB80}"/>
                    </a:ext>
                  </a:extLst>
                </p14:cNvPr>
                <p14:cNvContentPartPr/>
                <p14:nvPr/>
              </p14:nvContentPartPr>
              <p14:xfrm>
                <a:off x="9528984" y="226656"/>
                <a:ext cx="81720" cy="77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8CEEA09-BACD-3CEF-C35D-6B216714FB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10984" y="208656"/>
                  <a:ext cx="117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A394F62-B2AF-8EC4-4E5E-CC0A924DFE23}"/>
                    </a:ext>
                  </a:extLst>
                </p14:cNvPr>
                <p14:cNvContentPartPr/>
                <p14:nvPr/>
              </p14:nvContentPartPr>
              <p14:xfrm>
                <a:off x="9640584" y="140976"/>
                <a:ext cx="71280" cy="165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A394F62-B2AF-8EC4-4E5E-CC0A924DFE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22584" y="122976"/>
                  <a:ext cx="106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5C71735-7AB2-1E4E-A62C-97DD35B66402}"/>
                    </a:ext>
                  </a:extLst>
                </p14:cNvPr>
                <p14:cNvContentPartPr/>
                <p14:nvPr/>
              </p14:nvContentPartPr>
              <p14:xfrm>
                <a:off x="9643824" y="219096"/>
                <a:ext cx="138600" cy="13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5C71735-7AB2-1E4E-A62C-97DD35B6640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25824" y="201096"/>
                  <a:ext cx="174240" cy="4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8108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6EC0B-4D5B-3DC5-0F16-AA3903B27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22F269-1FC9-EC55-0510-26AE87B6F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093116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A75523-C032-B24A-9A51-BA6C0AAAA4D6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5472BC-DCBC-3420-C627-484215AE91AE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FA4D53B-E44A-20E6-1393-C1FA43A3B59F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AF4A3-7A68-FD29-47E5-196103464156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826B9-F05D-32ED-24E5-73E114FE28E2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Third set of 5 reads started.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032D49-1B66-7B1D-56B3-0E5BD1B77CE8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402D47-E560-2B28-13FB-E9DE88FB80F1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AF96252E-B85A-3C48-0DFE-507FF8CDB3F1}"/>
              </a:ext>
            </a:extLst>
          </p:cNvPr>
          <p:cNvGrpSpPr/>
          <p:nvPr/>
        </p:nvGrpSpPr>
        <p:grpSpPr>
          <a:xfrm>
            <a:off x="555624" y="570816"/>
            <a:ext cx="107640" cy="128880"/>
            <a:chOff x="555624" y="570816"/>
            <a:chExt cx="10764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8C8790-B153-A2DD-71EC-21F3F455A3AD}"/>
                    </a:ext>
                  </a:extLst>
                </p14:cNvPr>
                <p14:cNvContentPartPr/>
                <p14:nvPr/>
              </p14:nvContentPartPr>
              <p14:xfrm>
                <a:off x="555624" y="570816"/>
                <a:ext cx="63360" cy="117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8C8790-B153-A2DD-71EC-21F3F455A3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7624" y="552816"/>
                  <a:ext cx="99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849A63-FB52-8FBB-23E3-18F088659AB0}"/>
                    </a:ext>
                  </a:extLst>
                </p14:cNvPr>
                <p14:cNvContentPartPr/>
                <p14:nvPr/>
              </p14:nvContentPartPr>
              <p14:xfrm>
                <a:off x="555624" y="689976"/>
                <a:ext cx="107640" cy="9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849A63-FB52-8FBB-23E3-18F088659A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7624" y="671976"/>
                  <a:ext cx="14328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B1C1456-1BA0-6EFB-93C9-A9853054EB1E}"/>
                  </a:ext>
                </a:extLst>
              </p14:cNvPr>
              <p14:cNvContentPartPr/>
              <p14:nvPr/>
            </p14:nvContentPartPr>
            <p14:xfrm>
              <a:off x="642744" y="900936"/>
              <a:ext cx="97560" cy="107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B1C1456-1BA0-6EFB-93C9-A9853054EB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4744" y="882936"/>
                <a:ext cx="1332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1957B8A-D210-B018-55E6-19916A7367C1}"/>
                  </a:ext>
                </a:extLst>
              </p14:cNvPr>
              <p14:cNvContentPartPr/>
              <p14:nvPr/>
            </p14:nvContentPartPr>
            <p14:xfrm>
              <a:off x="1277424" y="574776"/>
              <a:ext cx="85680" cy="124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1957B8A-D210-B018-55E6-19916A7367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9424" y="556776"/>
                <a:ext cx="1213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8458028-5862-E2D0-1E5D-BED0D05915B8}"/>
                  </a:ext>
                </a:extLst>
              </p14:cNvPr>
              <p14:cNvContentPartPr/>
              <p14:nvPr/>
            </p14:nvContentPartPr>
            <p14:xfrm>
              <a:off x="1320264" y="919296"/>
              <a:ext cx="65520" cy="126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8458028-5862-E2D0-1E5D-BED0D05915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02264" y="901296"/>
                <a:ext cx="10116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BA54DD1-A77E-116C-88F7-72EEDDE3D5BB}"/>
              </a:ext>
            </a:extLst>
          </p:cNvPr>
          <p:cNvGrpSpPr/>
          <p:nvPr/>
        </p:nvGrpSpPr>
        <p:grpSpPr>
          <a:xfrm>
            <a:off x="2090664" y="583776"/>
            <a:ext cx="101880" cy="156240"/>
            <a:chOff x="2090664" y="583776"/>
            <a:chExt cx="10188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7DD8A3-A4EF-39A3-C1FC-2BE1E222F7BD}"/>
                    </a:ext>
                  </a:extLst>
                </p14:cNvPr>
                <p14:cNvContentPartPr/>
                <p14:nvPr/>
              </p14:nvContentPartPr>
              <p14:xfrm>
                <a:off x="2090664" y="613296"/>
                <a:ext cx="57600" cy="126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7DD8A3-A4EF-39A3-C1FC-2BE1E222F7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72664" y="595296"/>
                  <a:ext cx="932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53B90C8-4CB1-CC7C-8C43-9124C1C97813}"/>
                    </a:ext>
                  </a:extLst>
                </p14:cNvPr>
                <p14:cNvContentPartPr/>
                <p14:nvPr/>
              </p14:nvContentPartPr>
              <p14:xfrm>
                <a:off x="2111184" y="583776"/>
                <a:ext cx="81360" cy="3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53B90C8-4CB1-CC7C-8C43-9124C1C978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93184" y="565985"/>
                  <a:ext cx="117000" cy="6582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E483DCB-5DED-AB25-7DBA-42A719C858C1}"/>
                  </a:ext>
                </a:extLst>
              </p14:cNvPr>
              <p14:cNvContentPartPr/>
              <p14:nvPr/>
            </p14:nvContentPartPr>
            <p14:xfrm>
              <a:off x="2181744" y="896616"/>
              <a:ext cx="74520" cy="146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E483DCB-5DED-AB25-7DBA-42A719C858C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63744" y="878572"/>
                <a:ext cx="110160" cy="182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0C4165B-A0DA-9401-2226-A28EC4A38CFA}"/>
                  </a:ext>
                </a:extLst>
              </p14:cNvPr>
              <p14:cNvContentPartPr/>
              <p14:nvPr/>
            </p14:nvContentPartPr>
            <p14:xfrm>
              <a:off x="2782584" y="566136"/>
              <a:ext cx="80280" cy="116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0C4165B-A0DA-9401-2226-A28EC4A38CF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64584" y="548191"/>
                <a:ext cx="115920" cy="1521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21400C5-F499-D3C6-595B-2CAB95BF0488}"/>
                  </a:ext>
                </a:extLst>
              </p14:cNvPr>
              <p14:cNvContentPartPr/>
              <p14:nvPr/>
            </p14:nvContentPartPr>
            <p14:xfrm>
              <a:off x="2807784" y="932976"/>
              <a:ext cx="76680" cy="109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21400C5-F499-D3C6-595B-2CAB95BF048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89784" y="914976"/>
                <a:ext cx="1123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0E6A96F-4AFF-102F-CB02-42258CE23D43}"/>
                  </a:ext>
                </a:extLst>
              </p14:cNvPr>
              <p14:cNvContentPartPr/>
              <p14:nvPr/>
            </p14:nvContentPartPr>
            <p14:xfrm>
              <a:off x="3386664" y="551376"/>
              <a:ext cx="71280" cy="146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0E6A96F-4AFF-102F-CB02-42258CE23D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68754" y="533376"/>
                <a:ext cx="106741" cy="18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505CBFC2-0D9A-5C8E-C4D4-8536BDED73A0}"/>
              </a:ext>
            </a:extLst>
          </p:cNvPr>
          <p:cNvGrpSpPr/>
          <p:nvPr/>
        </p:nvGrpSpPr>
        <p:grpSpPr>
          <a:xfrm>
            <a:off x="3410424" y="913896"/>
            <a:ext cx="105840" cy="84600"/>
            <a:chOff x="3410424" y="913896"/>
            <a:chExt cx="10584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DDEDCD9-8099-9E52-4FB2-83BCCF25C82E}"/>
                    </a:ext>
                  </a:extLst>
                </p14:cNvPr>
                <p14:cNvContentPartPr/>
                <p14:nvPr/>
              </p14:nvContentPartPr>
              <p14:xfrm>
                <a:off x="3410424" y="913896"/>
                <a:ext cx="5400" cy="83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DDEDCD9-8099-9E52-4FB2-83BCCF25C8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2424" y="895896"/>
                  <a:ext cx="41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A008CC-8202-2940-04E9-621B86B3F019}"/>
                    </a:ext>
                  </a:extLst>
                </p14:cNvPr>
                <p14:cNvContentPartPr/>
                <p14:nvPr/>
              </p14:nvContentPartPr>
              <p14:xfrm>
                <a:off x="3447144" y="925416"/>
                <a:ext cx="69120" cy="73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A008CC-8202-2940-04E9-621B86B3F0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29144" y="907416"/>
                  <a:ext cx="1047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D2A2D9F-CB81-2615-6FBC-57D65F59AE04}"/>
              </a:ext>
            </a:extLst>
          </p:cNvPr>
          <p:cNvGrpSpPr/>
          <p:nvPr/>
        </p:nvGrpSpPr>
        <p:grpSpPr>
          <a:xfrm>
            <a:off x="4017744" y="545616"/>
            <a:ext cx="51120" cy="133200"/>
            <a:chOff x="4017744" y="545616"/>
            <a:chExt cx="5112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E8C324-B5B9-F7D5-A401-B0D2337EE112}"/>
                    </a:ext>
                  </a:extLst>
                </p14:cNvPr>
                <p14:cNvContentPartPr/>
                <p14:nvPr/>
              </p14:nvContentPartPr>
              <p14:xfrm>
                <a:off x="4017744" y="545616"/>
                <a:ext cx="13680" cy="78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E8C324-B5B9-F7D5-A401-B0D2337EE1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99744" y="527616"/>
                  <a:ext cx="49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0FBB1D4-1D24-6D81-5487-468F27BC8D43}"/>
                    </a:ext>
                  </a:extLst>
                </p14:cNvPr>
                <p14:cNvContentPartPr/>
                <p14:nvPr/>
              </p14:nvContentPartPr>
              <p14:xfrm>
                <a:off x="4061664" y="565056"/>
                <a:ext cx="7200" cy="113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FBB1D4-1D24-6D81-5487-468F27BC8D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42717" y="547056"/>
                  <a:ext cx="44716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326FF5-3341-E589-CF5D-D37ED46F50A9}"/>
              </a:ext>
            </a:extLst>
          </p:cNvPr>
          <p:cNvGrpSpPr/>
          <p:nvPr/>
        </p:nvGrpSpPr>
        <p:grpSpPr>
          <a:xfrm>
            <a:off x="4006944" y="896976"/>
            <a:ext cx="95760" cy="110520"/>
            <a:chOff x="4006944" y="896976"/>
            <a:chExt cx="9576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2BBD5B3-F96E-164B-FCAA-AFE3D0E93FE6}"/>
                    </a:ext>
                  </a:extLst>
                </p14:cNvPr>
                <p14:cNvContentPartPr/>
                <p14:nvPr/>
              </p14:nvContentPartPr>
              <p14:xfrm>
                <a:off x="4006944" y="896976"/>
                <a:ext cx="11160" cy="7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2BBD5B3-F96E-164B-FCAA-AFE3D0E93F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88944" y="879057"/>
                  <a:ext cx="46800" cy="1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8FECE5E-991D-1492-593F-19C255344B5B}"/>
                    </a:ext>
                  </a:extLst>
                </p14:cNvPr>
                <p14:cNvContentPartPr/>
                <p14:nvPr/>
              </p14:nvContentPartPr>
              <p14:xfrm>
                <a:off x="4035024" y="920376"/>
                <a:ext cx="67680" cy="87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8FECE5E-991D-1492-593F-19C255344B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17024" y="902301"/>
                  <a:ext cx="103320" cy="12290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5A7DB5-14F1-DD9D-9588-3598DDF0E743}"/>
              </a:ext>
            </a:extLst>
          </p:cNvPr>
          <p:cNvGrpSpPr/>
          <p:nvPr/>
        </p:nvGrpSpPr>
        <p:grpSpPr>
          <a:xfrm>
            <a:off x="4534344" y="557136"/>
            <a:ext cx="84600" cy="159840"/>
            <a:chOff x="4534344" y="557136"/>
            <a:chExt cx="8460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C0A3D2-EDAE-F0CA-DDA9-C6F09FC56C4C}"/>
                    </a:ext>
                  </a:extLst>
                </p14:cNvPr>
                <p14:cNvContentPartPr/>
                <p14:nvPr/>
              </p14:nvContentPartPr>
              <p14:xfrm>
                <a:off x="4534344" y="557136"/>
                <a:ext cx="3600" cy="82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C0A3D2-EDAE-F0CA-DDA9-C6F09FC56C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17980" y="539136"/>
                  <a:ext cx="36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93DAF82-97AE-8239-C31B-C69D71E4F3EC}"/>
                    </a:ext>
                  </a:extLst>
                </p14:cNvPr>
                <p14:cNvContentPartPr/>
                <p14:nvPr/>
              </p14:nvContentPartPr>
              <p14:xfrm>
                <a:off x="4564584" y="570096"/>
                <a:ext cx="54360" cy="146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93DAF82-97AE-8239-C31B-C69D71E4F3E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46464" y="552096"/>
                  <a:ext cx="90238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801522-6CEC-A08D-AEDA-139EA9CFEDDA}"/>
              </a:ext>
            </a:extLst>
          </p:cNvPr>
          <p:cNvGrpSpPr/>
          <p:nvPr/>
        </p:nvGrpSpPr>
        <p:grpSpPr>
          <a:xfrm>
            <a:off x="4574664" y="870336"/>
            <a:ext cx="92520" cy="149760"/>
            <a:chOff x="4574664" y="870336"/>
            <a:chExt cx="9252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7C96243-6B6C-29A0-2AA5-813F1E8C7102}"/>
                    </a:ext>
                  </a:extLst>
                </p14:cNvPr>
                <p14:cNvContentPartPr/>
                <p14:nvPr/>
              </p14:nvContentPartPr>
              <p14:xfrm>
                <a:off x="4574664" y="870336"/>
                <a:ext cx="3600" cy="78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7C96243-6B6C-29A0-2AA5-813F1E8C710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56664" y="852336"/>
                  <a:ext cx="39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ED7AE4-EB99-7751-443F-F610DFE17BEC}"/>
                    </a:ext>
                  </a:extLst>
                </p14:cNvPr>
                <p14:cNvContentPartPr/>
                <p14:nvPr/>
              </p14:nvContentPartPr>
              <p14:xfrm>
                <a:off x="4618224" y="892296"/>
                <a:ext cx="48960" cy="127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ED7AE4-EB99-7751-443F-F610DFE17B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00224" y="874245"/>
                  <a:ext cx="84600" cy="16354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93FF5BD-7B74-F75F-D3F1-9E7B9769D147}"/>
              </a:ext>
            </a:extLst>
          </p:cNvPr>
          <p:cNvGrpSpPr/>
          <p:nvPr/>
        </p:nvGrpSpPr>
        <p:grpSpPr>
          <a:xfrm>
            <a:off x="5192424" y="553176"/>
            <a:ext cx="186120" cy="96480"/>
            <a:chOff x="5192424" y="553176"/>
            <a:chExt cx="186120" cy="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105F93-F687-7AFE-ACF8-71384B915722}"/>
                    </a:ext>
                  </a:extLst>
                </p14:cNvPr>
                <p14:cNvContentPartPr/>
                <p14:nvPr/>
              </p14:nvContentPartPr>
              <p14:xfrm>
                <a:off x="5192424" y="553176"/>
                <a:ext cx="10440" cy="95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105F93-F687-7AFE-ACF8-71384B91572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74424" y="535176"/>
                  <a:ext cx="46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C23E5EF-DFCF-35C5-B441-6E135C55830B}"/>
                    </a:ext>
                  </a:extLst>
                </p14:cNvPr>
                <p14:cNvContentPartPr/>
                <p14:nvPr/>
              </p14:nvContentPartPr>
              <p14:xfrm>
                <a:off x="5263344" y="586296"/>
                <a:ext cx="41760" cy="63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C23E5EF-DFCF-35C5-B441-6E135C5583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5344" y="568296"/>
                  <a:ext cx="77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03CDF9-56A0-9E50-11D7-B238DAD3CA8C}"/>
                    </a:ext>
                  </a:extLst>
                </p14:cNvPr>
                <p14:cNvContentPartPr/>
                <p14:nvPr/>
              </p14:nvContentPartPr>
              <p14:xfrm>
                <a:off x="5290344" y="558936"/>
                <a:ext cx="88200" cy="25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03CDF9-56A0-9E50-11D7-B238DAD3CA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72344" y="540675"/>
                  <a:ext cx="123840" cy="613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FACA2EA-4DD2-C015-7462-FC8BDD236F15}"/>
              </a:ext>
            </a:extLst>
          </p:cNvPr>
          <p:cNvGrpSpPr/>
          <p:nvPr/>
        </p:nvGrpSpPr>
        <p:grpSpPr>
          <a:xfrm>
            <a:off x="5175504" y="811656"/>
            <a:ext cx="87480" cy="126000"/>
            <a:chOff x="5175504" y="811656"/>
            <a:chExt cx="8748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91E98A-E1E1-F842-415D-5E3602B57DEE}"/>
                    </a:ext>
                  </a:extLst>
                </p14:cNvPr>
                <p14:cNvContentPartPr/>
                <p14:nvPr/>
              </p14:nvContentPartPr>
              <p14:xfrm>
                <a:off x="5175504" y="811656"/>
                <a:ext cx="7920" cy="12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91E98A-E1E1-F842-415D-5E3602B57D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57504" y="793656"/>
                  <a:ext cx="43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2C68F53-988B-14A9-DA52-CD7B1E455054}"/>
                    </a:ext>
                  </a:extLst>
                </p14:cNvPr>
                <p14:cNvContentPartPr/>
                <p14:nvPr/>
              </p14:nvContentPartPr>
              <p14:xfrm>
                <a:off x="5232384" y="832536"/>
                <a:ext cx="30600" cy="100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2C68F53-988B-14A9-DA52-CD7B1E45505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4593" y="814600"/>
                  <a:ext cx="65826" cy="13631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5C8A562-52F8-48BF-5E6B-F872EC064ED0}"/>
                  </a:ext>
                </a:extLst>
              </p14:cNvPr>
              <p14:cNvContentPartPr/>
              <p14:nvPr/>
            </p14:nvContentPartPr>
            <p14:xfrm>
              <a:off x="7844184" y="396216"/>
              <a:ext cx="483480" cy="446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5C8A562-52F8-48BF-5E6B-F872EC064ED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826184" y="378216"/>
                <a:ext cx="519120" cy="48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C6AF82AA-A742-93A7-3182-6D2E6627CAB1}"/>
              </a:ext>
            </a:extLst>
          </p:cNvPr>
          <p:cNvGrpSpPr/>
          <p:nvPr/>
        </p:nvGrpSpPr>
        <p:grpSpPr>
          <a:xfrm>
            <a:off x="8642304" y="111096"/>
            <a:ext cx="1140120" cy="250920"/>
            <a:chOff x="8642304" y="111096"/>
            <a:chExt cx="114012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95E3F29-28F9-215C-B23D-15A5529BBCB0}"/>
                    </a:ext>
                  </a:extLst>
                </p14:cNvPr>
                <p14:cNvContentPartPr/>
                <p14:nvPr/>
              </p14:nvContentPartPr>
              <p14:xfrm>
                <a:off x="8642304" y="185616"/>
                <a:ext cx="57240" cy="145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95E3F29-28F9-215C-B23D-15A5529BBC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24304" y="167616"/>
                  <a:ext cx="92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A3A6384-9191-FB8B-09C5-E28CBDAB8E26}"/>
                    </a:ext>
                  </a:extLst>
                </p14:cNvPr>
                <p14:cNvContentPartPr/>
                <p14:nvPr/>
              </p14:nvContentPartPr>
              <p14:xfrm>
                <a:off x="8762904" y="128016"/>
                <a:ext cx="14040" cy="16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A3A6384-9191-FB8B-09C5-E28CBDAB8E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44430" y="110016"/>
                  <a:ext cx="50618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B95A2AC-DD86-8F50-B4CF-FA9B16A0BC4B}"/>
                    </a:ext>
                  </a:extLst>
                </p14:cNvPr>
                <p14:cNvContentPartPr/>
                <p14:nvPr/>
              </p14:nvContentPartPr>
              <p14:xfrm>
                <a:off x="8813664" y="255456"/>
                <a:ext cx="360" cy="106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B95A2AC-DD86-8F50-B4CF-FA9B16A0BC4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95664" y="237456"/>
                  <a:ext cx="36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5E89891-EF44-BF93-77B2-37F148E24693}"/>
                    </a:ext>
                  </a:extLst>
                </p14:cNvPr>
                <p14:cNvContentPartPr/>
                <p14:nvPr/>
              </p14:nvContentPartPr>
              <p14:xfrm>
                <a:off x="8860824" y="209736"/>
                <a:ext cx="17280" cy="36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5E89891-EF44-BF93-77B2-37F148E2469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42824" y="191912"/>
                  <a:ext cx="52920" cy="716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72540CF-5268-9199-978D-3E621C10E4AF}"/>
                    </a:ext>
                  </a:extLst>
                </p14:cNvPr>
                <p14:cNvContentPartPr/>
                <p14:nvPr/>
              </p14:nvContentPartPr>
              <p14:xfrm>
                <a:off x="8859024" y="111096"/>
                <a:ext cx="160920" cy="249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72540CF-5268-9199-978D-3E621C10E4A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41024" y="93122"/>
                  <a:ext cx="196560" cy="284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F9BE3FA-90B5-CA8E-F615-6646FCEADD02}"/>
                    </a:ext>
                  </a:extLst>
                </p14:cNvPr>
                <p14:cNvContentPartPr/>
                <p14:nvPr/>
              </p14:nvContentPartPr>
              <p14:xfrm>
                <a:off x="9035784" y="209376"/>
                <a:ext cx="85320" cy="139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F9BE3FA-90B5-CA8E-F615-6646FCEADD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17860" y="191376"/>
                  <a:ext cx="12081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D87AC8A-A320-1085-FA65-B92863F48282}"/>
                    </a:ext>
                  </a:extLst>
                </p14:cNvPr>
                <p14:cNvContentPartPr/>
                <p14:nvPr/>
              </p14:nvContentPartPr>
              <p14:xfrm>
                <a:off x="9212544" y="191376"/>
                <a:ext cx="70920" cy="115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D87AC8A-A320-1085-FA65-B92863F4828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94544" y="173320"/>
                  <a:ext cx="106560" cy="1513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AD9B0AF-E947-3DBA-DC79-F12952547FED}"/>
                    </a:ext>
                  </a:extLst>
                </p14:cNvPr>
                <p14:cNvContentPartPr/>
                <p14:nvPr/>
              </p14:nvContentPartPr>
              <p14:xfrm>
                <a:off x="9360504" y="133776"/>
                <a:ext cx="47520" cy="196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D9B0AF-E947-3DBA-DC79-F12952547FE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42504" y="115776"/>
                  <a:ext cx="83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3A4ABE4-CE8B-9383-2810-76C238939389}"/>
                    </a:ext>
                  </a:extLst>
                </p14:cNvPr>
                <p14:cNvContentPartPr/>
                <p14:nvPr/>
              </p14:nvContentPartPr>
              <p14:xfrm>
                <a:off x="9319824" y="268416"/>
                <a:ext cx="81360" cy="13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3A4ABE4-CE8B-9383-2810-76C2389393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01824" y="250416"/>
                  <a:ext cx="117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DEBE36D-AF58-74AF-DF83-A9E215A97959}"/>
                    </a:ext>
                  </a:extLst>
                </p14:cNvPr>
                <p14:cNvContentPartPr/>
                <p14:nvPr/>
              </p14:nvContentPartPr>
              <p14:xfrm>
                <a:off x="9397584" y="270216"/>
                <a:ext cx="115200" cy="49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DEBE36D-AF58-74AF-DF83-A9E215A9795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79584" y="252345"/>
                  <a:ext cx="150840" cy="850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251AE68-587D-3DC6-9356-C94446536E63}"/>
                    </a:ext>
                  </a:extLst>
                </p14:cNvPr>
                <p14:cNvContentPartPr/>
                <p14:nvPr/>
              </p14:nvContentPartPr>
              <p14:xfrm>
                <a:off x="9528984" y="226656"/>
                <a:ext cx="81720" cy="77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251AE68-587D-3DC6-9356-C94446536E6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10984" y="208656"/>
                  <a:ext cx="117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EAB58EE-A8A6-C00A-BAD9-E589F0FF9237}"/>
                    </a:ext>
                  </a:extLst>
                </p14:cNvPr>
                <p14:cNvContentPartPr/>
                <p14:nvPr/>
              </p14:nvContentPartPr>
              <p14:xfrm>
                <a:off x="9640584" y="140976"/>
                <a:ext cx="71280" cy="165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EAB58EE-A8A6-C00A-BAD9-E589F0FF92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22584" y="122976"/>
                  <a:ext cx="106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CC1392B-B9EB-0B9B-F35D-E15D2568E524}"/>
                    </a:ext>
                  </a:extLst>
                </p14:cNvPr>
                <p14:cNvContentPartPr/>
                <p14:nvPr/>
              </p14:nvContentPartPr>
              <p14:xfrm>
                <a:off x="9643824" y="219096"/>
                <a:ext cx="138600" cy="13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CC1392B-B9EB-0B9B-F35D-E15D2568E52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25824" y="201096"/>
                  <a:ext cx="17424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503C76B-36B1-9F3B-8D04-939D43852815}"/>
                  </a:ext>
                </a:extLst>
              </p14:cNvPr>
              <p14:cNvContentPartPr/>
              <p14:nvPr/>
            </p14:nvContentPartPr>
            <p14:xfrm>
              <a:off x="8216424" y="567936"/>
              <a:ext cx="8280" cy="1299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503C76B-36B1-9F3B-8D04-939D4385281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198424" y="550296"/>
                <a:ext cx="439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5C90C26-750A-CA3E-C92A-7A331A7787AE}"/>
                  </a:ext>
                </a:extLst>
              </p14:cNvPr>
              <p14:cNvContentPartPr/>
              <p14:nvPr/>
            </p14:nvContentPartPr>
            <p14:xfrm>
              <a:off x="8773704" y="593136"/>
              <a:ext cx="77400" cy="1015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5C90C26-750A-CA3E-C92A-7A331A7787A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756064" y="575496"/>
                <a:ext cx="1130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3CC01AA-8FDA-8A5A-F277-11542A6816B2}"/>
                  </a:ext>
                </a:extLst>
              </p14:cNvPr>
              <p14:cNvContentPartPr/>
              <p14:nvPr/>
            </p14:nvContentPartPr>
            <p14:xfrm>
              <a:off x="9319824" y="566136"/>
              <a:ext cx="81000" cy="117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3CC01AA-8FDA-8A5A-F277-11542A6816B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302184" y="548496"/>
                <a:ext cx="1166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C3E50E2-F74A-EC0C-0D16-8907D3A66179}"/>
                  </a:ext>
                </a:extLst>
              </p14:cNvPr>
              <p14:cNvContentPartPr/>
              <p14:nvPr/>
            </p14:nvContentPartPr>
            <p14:xfrm>
              <a:off x="9948024" y="588096"/>
              <a:ext cx="95040" cy="1612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C3E50E2-F74A-EC0C-0D16-8907D3A6617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930024" y="570096"/>
                <a:ext cx="13068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31F7C118-7460-6629-3EC4-D902018FF850}"/>
              </a:ext>
            </a:extLst>
          </p:cNvPr>
          <p:cNvGrpSpPr/>
          <p:nvPr/>
        </p:nvGrpSpPr>
        <p:grpSpPr>
          <a:xfrm>
            <a:off x="10529784" y="579816"/>
            <a:ext cx="127080" cy="114120"/>
            <a:chOff x="10529784" y="579816"/>
            <a:chExt cx="12708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A225EA6-DF9A-4109-6E57-CD69AE26C4EE}"/>
                    </a:ext>
                  </a:extLst>
                </p14:cNvPr>
                <p14:cNvContentPartPr/>
                <p14:nvPr/>
              </p14:nvContentPartPr>
              <p14:xfrm>
                <a:off x="10529784" y="592776"/>
                <a:ext cx="8640" cy="101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A225EA6-DF9A-4109-6E57-CD69AE26C4E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512144" y="575136"/>
                  <a:ext cx="442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B686ACD-1112-89D3-4F0D-7A9B0C0C16DA}"/>
                    </a:ext>
                  </a:extLst>
                </p14:cNvPr>
                <p14:cNvContentPartPr/>
                <p14:nvPr/>
              </p14:nvContentPartPr>
              <p14:xfrm>
                <a:off x="10541664" y="579816"/>
                <a:ext cx="115200" cy="28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B686ACD-1112-89D3-4F0D-7A9B0C0C16D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23664" y="562176"/>
                  <a:ext cx="15084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AEDF43A-8A4A-C4AD-5C2D-7FF96047FDEF}"/>
                  </a:ext>
                </a:extLst>
              </p14:cNvPr>
              <p14:cNvContentPartPr/>
              <p14:nvPr/>
            </p14:nvContentPartPr>
            <p14:xfrm>
              <a:off x="11134944" y="585576"/>
              <a:ext cx="85320" cy="140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AEDF43A-8A4A-C4AD-5C2D-7FF96047FDE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117304" y="567936"/>
                <a:ext cx="1209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7673C2F-8700-46DF-2601-E1A8A43D4C6B}"/>
                  </a:ext>
                </a:extLst>
              </p14:cNvPr>
              <p14:cNvContentPartPr/>
              <p14:nvPr/>
            </p14:nvContentPartPr>
            <p14:xfrm>
              <a:off x="11715624" y="572256"/>
              <a:ext cx="41760" cy="1256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7673C2F-8700-46DF-2601-E1A8A43D4C6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697624" y="554256"/>
                <a:ext cx="774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1D63ED9-DBAB-6975-423B-637969AF91F6}"/>
                  </a:ext>
                </a:extLst>
              </p14:cNvPr>
              <p14:cNvContentPartPr/>
              <p14:nvPr/>
            </p14:nvContentPartPr>
            <p14:xfrm>
              <a:off x="7550784" y="1003176"/>
              <a:ext cx="85320" cy="968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1D63ED9-DBAB-6975-423B-637969AF91F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533144" y="985536"/>
                <a:ext cx="1209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1B5BFC3-10F2-4C08-763D-F9DDA0A92C35}"/>
                  </a:ext>
                </a:extLst>
              </p14:cNvPr>
              <p14:cNvContentPartPr/>
              <p14:nvPr/>
            </p14:nvContentPartPr>
            <p14:xfrm>
              <a:off x="8168544" y="921816"/>
              <a:ext cx="65160" cy="1389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1B5BFC3-10F2-4C08-763D-F9DDA0A92C3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150544" y="903816"/>
                <a:ext cx="100800" cy="17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E7E6D3EE-E08C-FB73-1DC0-F2BA9D3BB4CC}"/>
              </a:ext>
            </a:extLst>
          </p:cNvPr>
          <p:cNvGrpSpPr/>
          <p:nvPr/>
        </p:nvGrpSpPr>
        <p:grpSpPr>
          <a:xfrm>
            <a:off x="8776584" y="972936"/>
            <a:ext cx="126360" cy="87480"/>
            <a:chOff x="8776584" y="972936"/>
            <a:chExt cx="126360" cy="8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EC3AC43-BEB0-528D-AC5B-D1C3CF693316}"/>
                    </a:ext>
                  </a:extLst>
                </p14:cNvPr>
                <p14:cNvContentPartPr/>
                <p14:nvPr/>
              </p14:nvContentPartPr>
              <p14:xfrm>
                <a:off x="8776584" y="972936"/>
                <a:ext cx="27360" cy="87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EC3AC43-BEB0-528D-AC5B-D1C3CF6933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58584" y="954936"/>
                  <a:ext cx="63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4222DC8-6BF6-AF7A-2180-1B4A7CB91B29}"/>
                    </a:ext>
                  </a:extLst>
                </p14:cNvPr>
                <p14:cNvContentPartPr/>
                <p14:nvPr/>
              </p14:nvContentPartPr>
              <p14:xfrm>
                <a:off x="8820504" y="986256"/>
                <a:ext cx="82440" cy="72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4222DC8-6BF6-AF7A-2180-1B4A7CB91B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02504" y="968256"/>
                  <a:ext cx="1180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E1C25C0-AC83-6B14-B1AE-C33CAA93C211}"/>
              </a:ext>
            </a:extLst>
          </p:cNvPr>
          <p:cNvGrpSpPr/>
          <p:nvPr/>
        </p:nvGrpSpPr>
        <p:grpSpPr>
          <a:xfrm>
            <a:off x="9348624" y="953496"/>
            <a:ext cx="66240" cy="114480"/>
            <a:chOff x="9348624" y="953496"/>
            <a:chExt cx="6624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BABB7D9-3898-4EB2-162E-86F5516F5D94}"/>
                    </a:ext>
                  </a:extLst>
                </p14:cNvPr>
                <p14:cNvContentPartPr/>
                <p14:nvPr/>
              </p14:nvContentPartPr>
              <p14:xfrm>
                <a:off x="9348624" y="953496"/>
                <a:ext cx="5400" cy="76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BABB7D9-3898-4EB2-162E-86F5516F5D9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30624" y="935496"/>
                  <a:ext cx="41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A126C9B-C501-5E7B-8CD3-5A73DE1C239B}"/>
                    </a:ext>
                  </a:extLst>
                </p14:cNvPr>
                <p14:cNvContentPartPr/>
                <p14:nvPr/>
              </p14:nvContentPartPr>
              <p14:xfrm>
                <a:off x="9397584" y="963216"/>
                <a:ext cx="17280" cy="104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A126C9B-C501-5E7B-8CD3-5A73DE1C239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79584" y="945576"/>
                  <a:ext cx="5292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AA1C3EC-8A46-2FA9-BB5D-7AA538F6C6C9}"/>
              </a:ext>
            </a:extLst>
          </p:cNvPr>
          <p:cNvGrpSpPr/>
          <p:nvPr/>
        </p:nvGrpSpPr>
        <p:grpSpPr>
          <a:xfrm>
            <a:off x="9964584" y="1008936"/>
            <a:ext cx="97920" cy="97560"/>
            <a:chOff x="9964584" y="1008936"/>
            <a:chExt cx="97920" cy="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D3F17AB-CC1E-6AD3-1C10-A959F3A5A5D2}"/>
                    </a:ext>
                  </a:extLst>
                </p14:cNvPr>
                <p14:cNvContentPartPr/>
                <p14:nvPr/>
              </p14:nvContentPartPr>
              <p14:xfrm>
                <a:off x="9964584" y="1008936"/>
                <a:ext cx="13680" cy="70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D3F17AB-CC1E-6AD3-1C10-A959F3A5A5D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46584" y="991296"/>
                  <a:ext cx="49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38B72A7-92BC-F3ED-6D92-2D6071D0040A}"/>
                    </a:ext>
                  </a:extLst>
                </p14:cNvPr>
                <p14:cNvContentPartPr/>
                <p14:nvPr/>
              </p14:nvContentPartPr>
              <p14:xfrm>
                <a:off x="9995904" y="1014696"/>
                <a:ext cx="66600" cy="91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38B72A7-92BC-F3ED-6D92-2D6071D0040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78264" y="996696"/>
                  <a:ext cx="10224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04EC325-619F-EB47-9B7E-0DA1741D74E4}"/>
              </a:ext>
            </a:extLst>
          </p:cNvPr>
          <p:cNvGrpSpPr/>
          <p:nvPr/>
        </p:nvGrpSpPr>
        <p:grpSpPr>
          <a:xfrm>
            <a:off x="10641744" y="959616"/>
            <a:ext cx="54000" cy="138960"/>
            <a:chOff x="10641744" y="959616"/>
            <a:chExt cx="5400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08DC934-DD9F-52E7-8836-761DBD2BB7C0}"/>
                    </a:ext>
                  </a:extLst>
                </p14:cNvPr>
                <p14:cNvContentPartPr/>
                <p14:nvPr/>
              </p14:nvContentPartPr>
              <p14:xfrm>
                <a:off x="10641744" y="959616"/>
                <a:ext cx="11880" cy="75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08DC934-DD9F-52E7-8836-761DBD2BB7C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23744" y="941616"/>
                  <a:ext cx="47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0CF0EB7-C087-AA8D-3944-E8F70386E881}"/>
                    </a:ext>
                  </a:extLst>
                </p14:cNvPr>
                <p14:cNvContentPartPr/>
                <p14:nvPr/>
              </p14:nvContentPartPr>
              <p14:xfrm>
                <a:off x="10646424" y="986616"/>
                <a:ext cx="49320" cy="111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0CF0EB7-C087-AA8D-3944-E8F70386E8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628424" y="968976"/>
                  <a:ext cx="8496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DDAC1EB-D647-6411-38B4-9B5AE938A408}"/>
              </a:ext>
            </a:extLst>
          </p:cNvPr>
          <p:cNvGrpSpPr/>
          <p:nvPr/>
        </p:nvGrpSpPr>
        <p:grpSpPr>
          <a:xfrm>
            <a:off x="11098944" y="972936"/>
            <a:ext cx="114120" cy="121680"/>
            <a:chOff x="11098944" y="972936"/>
            <a:chExt cx="114120" cy="12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CD4E01B-6869-9AF9-4366-F8ABBA7F2D3A}"/>
                    </a:ext>
                  </a:extLst>
                </p14:cNvPr>
                <p14:cNvContentPartPr/>
                <p14:nvPr/>
              </p14:nvContentPartPr>
              <p14:xfrm>
                <a:off x="11098944" y="972936"/>
                <a:ext cx="16200" cy="92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CD4E01B-6869-9AF9-4366-F8ABBA7F2D3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81304" y="954936"/>
                  <a:ext cx="518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6CCD5DF-5086-CDA2-2C3C-5A9ABC9F09A1}"/>
                    </a:ext>
                  </a:extLst>
                </p14:cNvPr>
                <p14:cNvContentPartPr/>
                <p14:nvPr/>
              </p14:nvContentPartPr>
              <p14:xfrm>
                <a:off x="11145384" y="988056"/>
                <a:ext cx="67680" cy="106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6CCD5DF-5086-CDA2-2C3C-5A9ABC9F09A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127744" y="970416"/>
                  <a:ext cx="10332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AC6BDF2-BEC5-C198-C3C1-F8EE061D26EB}"/>
              </a:ext>
            </a:extLst>
          </p:cNvPr>
          <p:cNvGrpSpPr/>
          <p:nvPr/>
        </p:nvGrpSpPr>
        <p:grpSpPr>
          <a:xfrm>
            <a:off x="11675664" y="982296"/>
            <a:ext cx="165600" cy="123840"/>
            <a:chOff x="11675664" y="982296"/>
            <a:chExt cx="165600" cy="1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924D132-2554-9234-090F-E38A750C4C10}"/>
                    </a:ext>
                  </a:extLst>
                </p14:cNvPr>
                <p14:cNvContentPartPr/>
                <p14:nvPr/>
              </p14:nvContentPartPr>
              <p14:xfrm>
                <a:off x="11675664" y="986256"/>
                <a:ext cx="13680" cy="72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924D132-2554-9234-090F-E38A750C4C1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657664" y="968256"/>
                  <a:ext cx="493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19A7505-6ADA-5776-068C-BCD74BAC4C26}"/>
                    </a:ext>
                  </a:extLst>
                </p14:cNvPr>
                <p14:cNvContentPartPr/>
                <p14:nvPr/>
              </p14:nvContentPartPr>
              <p14:xfrm>
                <a:off x="11692584" y="1011096"/>
                <a:ext cx="47520" cy="95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19A7505-6ADA-5776-068C-BCD74BAC4C2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674584" y="993096"/>
                  <a:ext cx="831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E9E27B4-332B-4EAD-A797-DD3D44799328}"/>
                    </a:ext>
                  </a:extLst>
                </p14:cNvPr>
                <p14:cNvContentPartPr/>
                <p14:nvPr/>
              </p14:nvContentPartPr>
              <p14:xfrm>
                <a:off x="11746944" y="982296"/>
                <a:ext cx="94320" cy="15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E9E27B4-332B-4EAD-A797-DD3D4479932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729304" y="964656"/>
                  <a:ext cx="12996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BE55202-0180-6283-D666-A409150952FA}"/>
              </a:ext>
            </a:extLst>
          </p:cNvPr>
          <p:cNvGrpSpPr/>
          <p:nvPr/>
        </p:nvGrpSpPr>
        <p:grpSpPr>
          <a:xfrm>
            <a:off x="7545024" y="1327896"/>
            <a:ext cx="131760" cy="130320"/>
            <a:chOff x="7545024" y="1327896"/>
            <a:chExt cx="13176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F7D3F1C-2A43-6397-4E2F-76966BBF2711}"/>
                    </a:ext>
                  </a:extLst>
                </p14:cNvPr>
                <p14:cNvContentPartPr/>
                <p14:nvPr/>
              </p14:nvContentPartPr>
              <p14:xfrm>
                <a:off x="7545024" y="1327896"/>
                <a:ext cx="6840" cy="123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F7D3F1C-2A43-6397-4E2F-76966BBF271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27024" y="1309896"/>
                  <a:ext cx="424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9569586-DA2F-CC04-7494-31AB951FBB6E}"/>
                    </a:ext>
                  </a:extLst>
                </p14:cNvPr>
                <p14:cNvContentPartPr/>
                <p14:nvPr/>
              </p14:nvContentPartPr>
              <p14:xfrm>
                <a:off x="7619184" y="1357776"/>
                <a:ext cx="57600" cy="100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9569586-DA2F-CC04-7494-31AB951FBB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01544" y="1340136"/>
                  <a:ext cx="93240" cy="13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397FD535-1978-3DA8-5314-9AC63BA2679B}"/>
                  </a:ext>
                </a:extLst>
              </p14:cNvPr>
              <p14:cNvContentPartPr/>
              <p14:nvPr/>
            </p14:nvContentPartPr>
            <p14:xfrm>
              <a:off x="7875864" y="1245456"/>
              <a:ext cx="335520" cy="3625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397FD535-1978-3DA8-5314-9AC63BA2679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857864" y="1227816"/>
                <a:ext cx="371160" cy="39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0DBD7A6-BF5A-F381-A49A-8089779EB35E}"/>
              </a:ext>
            </a:extLst>
          </p:cNvPr>
          <p:cNvGrpSpPr/>
          <p:nvPr/>
        </p:nvGrpSpPr>
        <p:grpSpPr>
          <a:xfrm>
            <a:off x="8395344" y="2450736"/>
            <a:ext cx="884520" cy="232920"/>
            <a:chOff x="8395344" y="2450736"/>
            <a:chExt cx="88452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4D65095-2F5B-8710-202A-6F3CEA2AAB12}"/>
                    </a:ext>
                  </a:extLst>
                </p14:cNvPr>
                <p14:cNvContentPartPr/>
                <p14:nvPr/>
              </p14:nvContentPartPr>
              <p14:xfrm>
                <a:off x="8395344" y="2498256"/>
                <a:ext cx="91800" cy="185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4D65095-2F5B-8710-202A-6F3CEA2AAB1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77344" y="2480291"/>
                  <a:ext cx="127440" cy="220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B7F0335-ED59-9411-3AF5-F152B53FE1F2}"/>
                    </a:ext>
                  </a:extLst>
                </p14:cNvPr>
                <p14:cNvContentPartPr/>
                <p14:nvPr/>
              </p14:nvContentPartPr>
              <p14:xfrm>
                <a:off x="8519904" y="2499336"/>
                <a:ext cx="17280" cy="114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B7F0335-ED59-9411-3AF5-F152B53FE1F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01904" y="2481393"/>
                  <a:ext cx="52920" cy="1496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5DC77F-37B4-1B9C-A374-EF16D42CF5D4}"/>
                    </a:ext>
                  </a:extLst>
                </p14:cNvPr>
                <p14:cNvContentPartPr/>
                <p14:nvPr/>
              </p14:nvContentPartPr>
              <p14:xfrm>
                <a:off x="8573904" y="2563776"/>
                <a:ext cx="34200" cy="51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5DC77F-37B4-1B9C-A374-EF16D42CF5D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55904" y="2545901"/>
                  <a:ext cx="69840" cy="868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B5B1E46-A7D6-6E05-01BD-3ACC8B968A05}"/>
                    </a:ext>
                  </a:extLst>
                </p14:cNvPr>
                <p14:cNvContentPartPr/>
                <p14:nvPr/>
              </p14:nvContentPartPr>
              <p14:xfrm>
                <a:off x="8594424" y="2482056"/>
                <a:ext cx="37440" cy="27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B5B1E46-A7D6-6E05-01BD-3ACC8B968A0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76424" y="2463813"/>
                  <a:ext cx="73080" cy="63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5FB2029-3431-5E43-8F4B-AB6BE7BC2C9A}"/>
                    </a:ext>
                  </a:extLst>
                </p14:cNvPr>
                <p14:cNvContentPartPr/>
                <p14:nvPr/>
              </p14:nvContentPartPr>
              <p14:xfrm>
                <a:off x="8662104" y="2450736"/>
                <a:ext cx="202320" cy="192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5FB2029-3431-5E43-8F4B-AB6BE7BC2C9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44104" y="2432736"/>
                  <a:ext cx="237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93F054F-45A6-E191-6E82-AEEA838A152B}"/>
                    </a:ext>
                  </a:extLst>
                </p14:cNvPr>
                <p14:cNvContentPartPr/>
                <p14:nvPr/>
              </p14:nvContentPartPr>
              <p14:xfrm>
                <a:off x="8986464" y="2561616"/>
                <a:ext cx="73800" cy="104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93F054F-45A6-E191-6E82-AEEA838A152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68551" y="2543554"/>
                  <a:ext cx="109267" cy="140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0DD91EF-1B3D-F033-0ACC-F265C3761A4F}"/>
                    </a:ext>
                  </a:extLst>
                </p14:cNvPr>
                <p14:cNvContentPartPr/>
                <p14:nvPr/>
              </p14:nvContentPartPr>
              <p14:xfrm>
                <a:off x="9080064" y="2588616"/>
                <a:ext cx="84960" cy="74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0DD91EF-1B3D-F033-0ACC-F265C3761A4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62064" y="2570616"/>
                  <a:ext cx="120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956C65E-6149-E4B2-1CAD-DD4F9220D444}"/>
                    </a:ext>
                  </a:extLst>
                </p14:cNvPr>
                <p14:cNvContentPartPr/>
                <p14:nvPr/>
              </p14:nvContentPartPr>
              <p14:xfrm>
                <a:off x="9165024" y="2460456"/>
                <a:ext cx="114840" cy="200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956C65E-6149-E4B2-1CAD-DD4F9220D44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147024" y="2442456"/>
                  <a:ext cx="150480" cy="23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45964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9456-2C0B-16B1-70F7-F8F447B4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0BA00F-3069-33F8-C15B-BE7DB1DDE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66140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BED0C9-4A6D-0428-AA1C-485C7E69FBB8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8263A-A987-FDAA-5D06-C2000D0FBE61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34351E-E8D9-89DA-7690-02C32276FC5F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A7E9F-7842-C9C0-5BDE-CAD48664DA51}"/>
              </a:ext>
            </a:extLst>
          </p:cNvPr>
          <p:cNvSpPr txBox="1"/>
          <p:nvPr/>
        </p:nvSpPr>
        <p:spPr>
          <a:xfrm>
            <a:off x="310896" y="5384623"/>
            <a:ext cx="11397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Third set of 5 reads started.</a:t>
            </a:r>
            <a:br>
              <a:rPr lang="en-US" dirty="0"/>
            </a:br>
            <a:r>
              <a:rPr lang="en-US" dirty="0"/>
              <a:t>Copy 5,6,7 indexes of row 1,0 to slide buffer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E0A4E0-BD08-E8CC-C913-B18F00D9F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642992"/>
              </p:ext>
            </p:extLst>
          </p:nvPr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AD78C7-4048-B7E9-F9FC-3BA9634FE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56490"/>
              </p:ext>
            </p:extLst>
          </p:nvPr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430AF55-52F2-C5A9-18CE-18383F9A4A28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1F66F84-98E8-36C4-4D90-03BD239ECC11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1F66F84-98E8-36C4-4D90-03BD239ECC1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904" y="115056"/>
                  <a:ext cx="117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E8BD3C2-6D07-5B0D-121A-5DB62682CA02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E8BD3C2-6D07-5B0D-121A-5DB62682CA0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621050E-0854-F014-40CB-2449DA720783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621050E-0854-F014-40CB-2449DA7207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7216"/>
                  <a:ext cx="42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6B32026-02E5-299C-8C51-B43D85FB19D3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6B32026-02E5-299C-8C51-B43D85FB19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944" y="155736"/>
                  <a:ext cx="59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CAFAA2-5981-AB13-E81F-1874CF3DC418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CAFAA2-5981-AB13-E81F-1874CF3DC4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16"/>
                  <a:ext cx="110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15CD794-359D-7032-EF2B-D3E37F9B8A1C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15CD794-359D-7032-EF2B-D3E37F9B8A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944" y="212616"/>
                  <a:ext cx="100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C95AF05-9E29-F0B9-142B-6A9C6C921374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C95AF05-9E29-F0B9-142B-6A9C6C9213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56"/>
                  <a:ext cx="1350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C6787DB-60C1-1518-777E-B226481CD104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C6787DB-60C1-1518-777E-B226481CD10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1184" y="163296"/>
                  <a:ext cx="110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B7E11AA-2010-F204-0D53-CAF9C6AFB330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B7E11AA-2010-F204-0D53-CAF9C6AFB3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902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72FB711-6141-C4E9-3472-54F466BE75A1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72FB711-6141-C4E9-3472-54F466BE75A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2104" y="20721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67559AC-4EEB-341A-A768-DBB2EC6BF7B3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67559AC-4EEB-341A-A768-DBB2EC6BF7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344" y="123696"/>
                  <a:ext cx="96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41D86ED-0B41-0359-46E3-FC1A11088413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41D86ED-0B41-0359-46E3-FC1A110884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101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DA3437B-12F8-A468-8C73-2AAB03E1EC1A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DA3437B-12F8-A468-8C73-2AAB03E1EC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7184" y="19389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5396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98DA-804E-61FA-C6A4-5A4BBFE3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0AC35C-3E24-26E1-4A6E-B594D7B74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59177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F03516-1AD7-9E6D-87BF-F958B7CCA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052158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15C89D-9DFB-12D4-8D4E-D44F6A8D8208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860F7A-CD68-9ACE-130D-F488B1AC441A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38DB1F-F962-C9B8-AAC8-9754FD283533}"/>
              </a:ext>
            </a:extLst>
          </p:cNvPr>
          <p:cNvSpPr txBox="1"/>
          <p:nvPr/>
        </p:nvSpPr>
        <p:spPr>
          <a:xfrm>
            <a:off x="310896" y="5384623"/>
            <a:ext cx="11397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Third set of 5 reads started.</a:t>
            </a:r>
            <a:br>
              <a:rPr lang="en-US" dirty="0"/>
            </a:br>
            <a:r>
              <a:rPr lang="en-US" dirty="0"/>
              <a:t>Copy rows 1-4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F83EAE-36BC-46BA-DE37-D13CC68A4BF8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A7051D-5606-4A2F-88F5-2426459E272F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4BAB19D-D61B-799F-644C-6B3D7866431A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8A42A56-6CCA-FD0E-6398-F56269F0E8D5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8A42A56-6CCA-FD0E-6398-F56269F0E8D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F5A962-7657-C159-1247-F6B10E1C7493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F5A962-7657-C159-1247-F6B10E1C74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41F8202-B37E-2DCC-BB83-B5DF668B9398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41F8202-B37E-2DCC-BB83-B5DF668B939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098FBF3-1B55-0D74-1AD5-0ADFA67B0010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098FBF3-1B55-0D74-1AD5-0ADFA67B00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C0381D-E04F-93BE-4C7C-07BCAF7AC7B8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C0381D-E04F-93BE-4C7C-07BCAF7AC7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4018E8-47F6-622E-DC06-C1D7082E17EA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4018E8-47F6-622E-DC06-C1D7082E17E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9B1621B-83A8-367A-5C5C-786BFF15F1C0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9B1621B-83A8-367A-5C5C-786BFF15F1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CA5C184-F50B-5BF5-AA2B-4818CA7F4B18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CA5C184-F50B-5BF5-AA2B-4818CA7F4B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C10023D-E994-979C-66BA-BB8B9F7934D0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C10023D-E994-979C-66BA-BB8B9F7934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8F7E6CB-1C37-1EAC-35C1-9CAAC01618F0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8F7E6CB-1C37-1EAC-35C1-9CAAC01618F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10CA281-C5A5-A81D-43D4-BF40466ED4BC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10CA281-C5A5-A81D-43D4-BF40466ED4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3E82CBA-7415-42FF-8A66-875BAD18CAEA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3E82CBA-7415-42FF-8A66-875BAD18CAE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C0BBE78-137D-1748-EF32-EE4BD5B15AB0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C0BBE78-137D-1748-EF32-EE4BD5B15AB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6E3AF82-D922-4927-1A28-22F6200F742D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</p:spTree>
    <p:extLst>
      <p:ext uri="{BB962C8B-B14F-4D97-AF65-F5344CB8AC3E}">
        <p14:creationId xmlns:p14="http://schemas.microsoft.com/office/powerpoint/2010/main" val="1758720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A66D1-38C4-DE57-70D2-B4F90574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03AE5F-C599-621C-EF97-53A39CD73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336456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68A05C-8CF9-16F7-9761-F1796390F17E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41F4C2-2F8F-0DE5-285B-59D100E3E5CD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A7E151F-04EE-6B8D-C126-718E18FBEC84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CB409E-D111-F2AC-D2D4-A86F52E20984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Third set of 5 reads completed.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920110-D1ED-D4E7-A7A9-B60B5C459FA3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0C8191-0CC1-DB05-66FD-EAB97390762C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56FBC61-9458-49CC-C776-72B8BFC76210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355A90B-2015-9D62-94B0-03EC865FEB71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355A90B-2015-9D62-94B0-03EC865FEB7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19006EA-EB50-F149-9FB4-3AF959A7FA56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19006EA-EB50-F149-9FB4-3AF959A7FA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5902C10-8F03-6CDE-6287-DB1E2B44604F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5902C10-8F03-6CDE-6287-DB1E2B4460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83940AD-AE6A-9EF8-A92D-DF58C0D55C2D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83940AD-AE6A-9EF8-A92D-DF58C0D55C2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EE3CE6C-4FDC-281C-C3F9-040C158A2DDB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EE3CE6C-4FDC-281C-C3F9-040C158A2D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4FFFADE-6149-2380-2D87-BED3CD751DBC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4FFFADE-6149-2380-2D87-BED3CD751D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3D3409B-4563-E987-D14A-8EDA6E5069BB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3D3409B-4563-E987-D14A-8EDA6E5069B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B310B6F-5A4A-C3EA-E193-53BF53BA79C4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B310B6F-5A4A-C3EA-E193-53BF53BA79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12AB4FE-CD58-06B4-87F6-B721083FC27B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12AB4FE-CD58-06B4-87F6-B721083FC2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9A11D34-7C88-7C65-FD9B-5D0762AB526F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9A11D34-7C88-7C65-FD9B-5D0762AB526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BB78147-0F06-49BE-9F6B-4CB23D596E62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BB78147-0F06-49BE-9F6B-4CB23D596E6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2B71DDF-30E0-0A6C-E2F8-052F75E50CE2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2B71DDF-30E0-0A6C-E2F8-052F75E50C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A63146D-4FDE-5BD9-288F-B759D15BE672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A63146D-4FDE-5BD9-288F-B759D15BE6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6279BBD-B7FC-CA44-4D51-0F827246F5C0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</p:spTree>
    <p:extLst>
      <p:ext uri="{BB962C8B-B14F-4D97-AF65-F5344CB8AC3E}">
        <p14:creationId xmlns:p14="http://schemas.microsoft.com/office/powerpoint/2010/main" val="532841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4A28C-0757-66F1-05FA-044BFEC9D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B2EB6B-955E-E6D6-B391-E6DB03BFD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936324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72B71E-CC5D-5154-347C-3198C4A42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01396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50FAA1-FA3D-79CB-9019-C67C5223C8B7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E079BDB-5D14-FC1D-947C-C2982DC5D810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AA0129-057E-2BD4-54DD-560B59E18F42}"/>
              </a:ext>
            </a:extLst>
          </p:cNvPr>
          <p:cNvSpPr txBox="1"/>
          <p:nvPr/>
        </p:nvSpPr>
        <p:spPr>
          <a:xfrm>
            <a:off x="310896" y="5384623"/>
            <a:ext cx="11397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Fourth set of 5 reads started.</a:t>
            </a:r>
            <a:br>
              <a:rPr lang="en-US" dirty="0"/>
            </a:br>
            <a:r>
              <a:rPr lang="en-US" dirty="0"/>
              <a:t>Copy rows last row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0D0B65-B7EC-33DD-1618-615BC7EA800B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83D9EB-B963-A64B-2458-5350AE65FD40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FCEB707-A3D2-220B-4B23-531E287CC0D4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307E757-72AA-3EC0-6AB3-40A82ADAB5E4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307E757-72AA-3EC0-6AB3-40A82ADAB5E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DE91B32-39BB-4673-CAE7-98A2E6645723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DE91B32-39BB-4673-CAE7-98A2E66457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85EC31F-E50C-3EDE-B423-8F5099F2985A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85EC31F-E50C-3EDE-B423-8F5099F298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08F1DA6-C3A6-B8C9-63EE-26D98E688FC1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08F1DA6-C3A6-B8C9-63EE-26D98E688F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9F39E2C-3987-CDD2-3C9C-7436DC5BE70E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9F39E2C-3987-CDD2-3C9C-7436DC5BE7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74EFAF1-7BA6-9610-DFEC-82CB5C46089F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74EFAF1-7BA6-9610-DFEC-82CB5C4608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54E0E2C-8773-A75C-CF3C-98631F84CB10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54E0E2C-8773-A75C-CF3C-98631F84CB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54D3291-1DBA-4ABE-56D9-D0EB65A60024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54D3291-1DBA-4ABE-56D9-D0EB65A600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24CBE03-B66D-6CAE-6A46-4ED3D296C1D8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24CBE03-B66D-6CAE-6A46-4ED3D296C1D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B34558A-1DA6-8F43-00A4-B7EBB3D89345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B34558A-1DA6-8F43-00A4-B7EBB3D8934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8D14B6A-B828-8720-09EF-EBA9C503EDFA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8D14B6A-B828-8720-09EF-EBA9C503ED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5C70EFB-C92A-AB8E-D564-D4623C45D3F6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5C70EFB-C92A-AB8E-D564-D4623C45D3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91B7F59-0571-01FA-82E7-ACFB8E42CDF9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91B7F59-0571-01FA-82E7-ACFB8E42CD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92A409E-37AB-E976-80D2-1464F3924A81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</p:spTree>
    <p:extLst>
      <p:ext uri="{BB962C8B-B14F-4D97-AF65-F5344CB8AC3E}">
        <p14:creationId xmlns:p14="http://schemas.microsoft.com/office/powerpoint/2010/main" val="232827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AAFE-C6C6-869F-BBB6-9AE76BD1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5F33ED-01D1-7321-3EF7-724E84F3C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924041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B365A4-4FB9-B617-13D3-D7B6C66ECFF6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0B730B-A841-6BCF-FE93-F31AE7CC0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006232"/>
              </p:ext>
            </p:extLst>
          </p:nvPr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20C6E9-BDE6-8546-5B0F-600BF78AE915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DB6481-8FC4-1491-8BFB-C8C7115FA3FD}"/>
              </a:ext>
            </a:extLst>
          </p:cNvPr>
          <p:cNvSpPr txBox="1"/>
          <p:nvPr/>
        </p:nvSpPr>
        <p:spPr>
          <a:xfrm>
            <a:off x="310896" y="5384623"/>
            <a:ext cx="1139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Fourth set of 5 reads started.</a:t>
            </a:r>
            <a:br>
              <a:rPr lang="en-US" dirty="0"/>
            </a:br>
            <a:r>
              <a:rPr lang="en-US" dirty="0"/>
              <a:t>Copy buffer 2 to matrix</a:t>
            </a:r>
          </a:p>
          <a:p>
            <a:r>
              <a:rPr lang="en-US" dirty="0"/>
              <a:t>Start slide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57DFE6-1D98-6042-2BCD-38E99334FC2B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B8CE5B-46B6-26AD-EEAD-5689DB923DC3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13491E0-857F-E98C-C668-B576502AE801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8E8FA44-DCE6-D043-5B0B-04A52242844D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8E8FA44-DCE6-D043-5B0B-04A5224284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9FE8756-BE04-8177-68B1-1ED0C0B6180F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9FE8756-BE04-8177-68B1-1ED0C0B618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7B36412-D2F3-B25D-4763-EA4A98AA693D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7B36412-D2F3-B25D-4763-EA4A98AA69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883853E-8445-4C2E-C81C-423438495E44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883853E-8445-4C2E-C81C-423438495E4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7473161-78C2-3536-2B78-5AB3C5FCA3B1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7473161-78C2-3536-2B78-5AB3C5FCA3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D43ECC3-2D04-01EB-B138-6C95E1D0FD2C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D43ECC3-2D04-01EB-B138-6C95E1D0FD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CE82317-D68C-0F82-E89F-C7B13BF023B2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CE82317-D68C-0F82-E89F-C7B13BF023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23CE3CD-3E3C-5995-73A6-CE18E97B586C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23CE3CD-3E3C-5995-73A6-CE18E97B58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B33B166-C19C-E1A8-4542-FD545433245B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B33B166-C19C-E1A8-4542-FD545433245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442B63A-3189-C193-CF58-000627F002B0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442B63A-3189-C193-CF58-000627F002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0C82C2D-D5C7-3326-C45A-60B2BFBA4DA9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0C82C2D-D5C7-3326-C45A-60B2BFBA4D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71B134B-69E1-8E2E-47F8-5DE1C3764A92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71B134B-69E1-8E2E-47F8-5DE1C3764A9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4A14C8C-1CD2-B0F5-2F5E-B08D3DE69F5C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4A14C8C-1CD2-B0F5-2F5E-B08D3DE69F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BEFFA33-3B21-A354-81FF-C88084189405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698776-5E52-7190-A76C-FC9813B4CF3A}"/>
              </a:ext>
            </a:extLst>
          </p:cNvPr>
          <p:cNvGrpSpPr/>
          <p:nvPr/>
        </p:nvGrpSpPr>
        <p:grpSpPr>
          <a:xfrm>
            <a:off x="7579224" y="338616"/>
            <a:ext cx="681840" cy="561600"/>
            <a:chOff x="7579224" y="338616"/>
            <a:chExt cx="68184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E031A4-ABE4-EB55-8236-EDDBE176FA17}"/>
                    </a:ext>
                  </a:extLst>
                </p14:cNvPr>
                <p14:cNvContentPartPr/>
                <p14:nvPr/>
              </p14:nvContentPartPr>
              <p14:xfrm>
                <a:off x="7579224" y="338616"/>
                <a:ext cx="631800" cy="56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E031A4-ABE4-EB55-8236-EDDBE176FA1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61584" y="320616"/>
                  <a:ext cx="66744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BCC743-1134-60AC-98E0-1EDD4AABC9F0}"/>
                    </a:ext>
                  </a:extLst>
                </p14:cNvPr>
                <p14:cNvContentPartPr/>
                <p14:nvPr/>
              </p14:nvContentPartPr>
              <p14:xfrm>
                <a:off x="8226504" y="638856"/>
                <a:ext cx="34560" cy="108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BCC743-1134-60AC-98E0-1EDD4AABC9F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08504" y="620856"/>
                  <a:ext cx="70200" cy="14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29798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1475F-9D11-E574-EE3E-94899813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25E7D2-21BF-7082-0F47-000E605EC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357808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18139C-C4E8-8CEC-E21E-B5CCE9DBAEB7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A3456B-A41F-33E3-B869-CEFFC41C8971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D437FD3-06E7-82CE-07BD-B13EEF65E2BB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ED361-2E79-7A2D-1DC7-67F7921B9313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Fourth set of 5 reads started.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FA4E24-0A0D-BD64-268A-DA33CD34178F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A65D17-A2BA-0C88-DE25-FB1BFB159ED9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0FA82D0-9194-8ECB-7664-B8D466D0F1D1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E34186D-25FD-4418-615D-6FE36D1CFDBB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E34186D-25FD-4418-615D-6FE36D1CFDB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F49DB7-5FC6-7B6D-CD49-9E36B4652B00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F49DB7-5FC6-7B6D-CD49-9E36B4652B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7F83E9-7470-48B3-9F54-ECCA5DEF71B1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7F83E9-7470-48B3-9F54-ECCA5DEF71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637AF5A-B57C-F545-989F-CF0C041CD346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637AF5A-B57C-F545-989F-CF0C041CD3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69FAB06-D423-5F90-DA21-DAB761416137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69FAB06-D423-5F90-DA21-DAB7614161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E57A10F-E85D-A606-8AB0-FBAD35190A53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E57A10F-E85D-A606-8AB0-FBAD35190A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E2811D0-C7B8-E60D-EAFB-6A0448663EE2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E2811D0-C7B8-E60D-EAFB-6A0448663EE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9D55DF3-FE96-EE54-C76A-B027D0AA06BA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9D55DF3-FE96-EE54-C76A-B027D0AA06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3E5CB99-D901-6BD8-0033-68522945D785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3E5CB99-D901-6BD8-0033-68522945D7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E6F8DE3-3E0F-BE37-43C4-260F6C787D6F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E6F8DE3-3E0F-BE37-43C4-260F6C787D6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34E9C3B-8262-35DF-3C6B-F36C4F364DCE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34E9C3B-8262-35DF-3C6B-F36C4F364DC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02B9A6E-050D-2651-CA9E-6C2E9071861D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02B9A6E-050D-2651-CA9E-6C2E907186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AA7AFE8-75E9-8B43-ED89-B3D72B1F0CA8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AA7AFE8-75E9-8B43-ED89-B3D72B1F0C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A9824F-FE70-4F06-5280-B6A06333CA32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CAB0EB-12C3-6BC0-1E2F-2FD3FDCC26F1}"/>
              </a:ext>
            </a:extLst>
          </p:cNvPr>
          <p:cNvGrpSpPr/>
          <p:nvPr/>
        </p:nvGrpSpPr>
        <p:grpSpPr>
          <a:xfrm>
            <a:off x="7579224" y="338616"/>
            <a:ext cx="681840" cy="561600"/>
            <a:chOff x="7579224" y="338616"/>
            <a:chExt cx="68184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5F7F8B-38B8-9839-4D36-B0E10997F771}"/>
                    </a:ext>
                  </a:extLst>
                </p14:cNvPr>
                <p14:cNvContentPartPr/>
                <p14:nvPr/>
              </p14:nvContentPartPr>
              <p14:xfrm>
                <a:off x="7579224" y="338616"/>
                <a:ext cx="631800" cy="56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5F7F8B-38B8-9839-4D36-B0E10997F7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61214" y="320628"/>
                  <a:ext cx="667460" cy="597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F7B14D-E9FD-A592-EE46-8255B1DC327E}"/>
                    </a:ext>
                  </a:extLst>
                </p14:cNvPr>
                <p14:cNvContentPartPr/>
                <p14:nvPr/>
              </p14:nvContentPartPr>
              <p14:xfrm>
                <a:off x="8226504" y="638856"/>
                <a:ext cx="34560" cy="108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F7B14D-E9FD-A592-EE46-8255B1DC32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08504" y="620856"/>
                  <a:ext cx="7020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C5C2FA2-D618-9BEC-5F7F-1B41E49987E5}"/>
                  </a:ext>
                </a:extLst>
              </p14:cNvPr>
              <p14:cNvContentPartPr/>
              <p14:nvPr/>
            </p14:nvContentPartPr>
            <p14:xfrm>
              <a:off x="8779824" y="629136"/>
              <a:ext cx="81360" cy="99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C5C2FA2-D618-9BEC-5F7F-1B41E49987E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62184" y="611496"/>
                <a:ext cx="1170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6947925-10F2-FC47-9F52-4DFA368123B7}"/>
                  </a:ext>
                </a:extLst>
              </p14:cNvPr>
              <p14:cNvContentPartPr/>
              <p14:nvPr/>
            </p14:nvContentPartPr>
            <p14:xfrm>
              <a:off x="9316584" y="650016"/>
              <a:ext cx="72720" cy="112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6947925-10F2-FC47-9F52-4DFA368123B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98584" y="632376"/>
                <a:ext cx="1083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13D5401-3A93-99DA-E868-BDC856705DF4}"/>
                  </a:ext>
                </a:extLst>
              </p14:cNvPr>
              <p14:cNvContentPartPr/>
              <p14:nvPr/>
            </p14:nvContentPartPr>
            <p14:xfrm>
              <a:off x="9944064" y="653976"/>
              <a:ext cx="61560" cy="115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13D5401-3A93-99DA-E868-BDC856705DF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26064" y="635976"/>
                <a:ext cx="9720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19BFBE7-953C-F797-4001-EBE8EC238FBE}"/>
              </a:ext>
            </a:extLst>
          </p:cNvPr>
          <p:cNvGrpSpPr/>
          <p:nvPr/>
        </p:nvGrpSpPr>
        <p:grpSpPr>
          <a:xfrm>
            <a:off x="10578744" y="659736"/>
            <a:ext cx="132120" cy="111960"/>
            <a:chOff x="10578744" y="659736"/>
            <a:chExt cx="13212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AE9381-B03F-902B-9C96-81AB7007CC3F}"/>
                    </a:ext>
                  </a:extLst>
                </p14:cNvPr>
                <p14:cNvContentPartPr/>
                <p14:nvPr/>
              </p14:nvContentPartPr>
              <p14:xfrm>
                <a:off x="10578744" y="661536"/>
                <a:ext cx="56160" cy="11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AE9381-B03F-902B-9C96-81AB7007CC3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61104" y="643896"/>
                  <a:ext cx="91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39ED3B-1450-A4C6-F5C3-1F7F284FDE12}"/>
                    </a:ext>
                  </a:extLst>
                </p14:cNvPr>
                <p14:cNvContentPartPr/>
                <p14:nvPr/>
              </p14:nvContentPartPr>
              <p14:xfrm>
                <a:off x="10612584" y="659736"/>
                <a:ext cx="98280" cy="3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39ED3B-1450-A4C6-F5C3-1F7F284FDE1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594584" y="641736"/>
                  <a:ext cx="13392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E38D663-46CF-7A0D-A04B-61B6E8F1E9D1}"/>
                  </a:ext>
                </a:extLst>
              </p14:cNvPr>
              <p14:cNvContentPartPr/>
              <p14:nvPr/>
            </p14:nvContentPartPr>
            <p14:xfrm>
              <a:off x="11068344" y="652536"/>
              <a:ext cx="79200" cy="109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E38D663-46CF-7A0D-A04B-61B6E8F1E9D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050344" y="634896"/>
                <a:ext cx="114840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F248E1A-3865-3DCF-324C-15BCC3EDE0AD}"/>
              </a:ext>
            </a:extLst>
          </p:cNvPr>
          <p:cNvGrpSpPr/>
          <p:nvPr/>
        </p:nvGrpSpPr>
        <p:grpSpPr>
          <a:xfrm>
            <a:off x="11695824" y="652536"/>
            <a:ext cx="121680" cy="108000"/>
            <a:chOff x="11695824" y="652536"/>
            <a:chExt cx="121680" cy="10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CE183CB-ED71-E0CA-0915-C012A1464E2E}"/>
                    </a:ext>
                  </a:extLst>
                </p14:cNvPr>
                <p14:cNvContentPartPr/>
                <p14:nvPr/>
              </p14:nvContentPartPr>
              <p14:xfrm>
                <a:off x="11719944" y="652536"/>
                <a:ext cx="66600" cy="108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CE183CB-ED71-E0CA-0915-C012A1464E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702304" y="634896"/>
                  <a:ext cx="102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A5895A0-1010-16E9-7F0F-A70E8816A71B}"/>
                    </a:ext>
                  </a:extLst>
                </p14:cNvPr>
                <p14:cNvContentPartPr/>
                <p14:nvPr/>
              </p14:nvContentPartPr>
              <p14:xfrm>
                <a:off x="11695824" y="714816"/>
                <a:ext cx="121680" cy="19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A5895A0-1010-16E9-7F0F-A70E8816A71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678184" y="696816"/>
                  <a:ext cx="157320" cy="5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7173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90D84-27D4-6DA4-EC99-B568E449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BB4437-1264-D0D7-F68A-4F3CFBDA9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3952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EA7E62-B2AC-364D-5D39-E2EF97FB4965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E402FE-7029-1DFA-ADF4-3500A6F90EC3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DB31344-9706-6EA9-918D-2DC2FA4D1E90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2971A-4E6F-D172-216E-912C75DB346B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Fourth set of 5 reads started.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1AC519-0601-7DA4-F782-4B822B295B82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F2059D-D14D-9C9A-18D4-C2B4D6022104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6EBC633-AE8C-1DE0-A9ED-DC2EA639EE14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D64A3A0-1E87-1B41-8CB7-9F092A6A69B0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64A3A0-1E87-1B41-8CB7-9F092A6A69B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D60AD65-4656-1773-EA1D-852C7568524F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D60AD65-4656-1773-EA1D-852C756852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089E162-41D3-A820-E572-ED5983A002F8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089E162-41D3-A820-E572-ED5983A002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1338D47-5537-FDCE-C030-EA2CD5949F73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1338D47-5537-FDCE-C030-EA2CD5949F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3CC4A5-014B-1DE7-CEE0-E0AEDEE99B17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03CC4A5-014B-1DE7-CEE0-E0AEDEE99B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E396F74-B024-DAE6-F538-2FF3786A9BC3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E396F74-B024-DAE6-F538-2FF3786A9B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650A585-E76A-EE30-31F6-1E9B06C01A83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650A585-E76A-EE30-31F6-1E9B06C01A8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F0FF759-0D94-70C6-E9D2-4CF34F1982F9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F0FF759-0D94-70C6-E9D2-4CF34F1982F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34BC5A9-C833-5141-AFA5-83CAE5DC0014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34BC5A9-C833-5141-AFA5-83CAE5DC001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7DB47C2-0265-A14E-9FB6-809E207E0AE7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7DB47C2-0265-A14E-9FB6-809E207E0AE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24703D6-18A4-0AD8-25D7-77E6E85A7727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24703D6-18A4-0AD8-25D7-77E6E85A77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B9843B8-5E1C-5A18-FD80-04B82524B845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B9843B8-5E1C-5A18-FD80-04B82524B8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DF7804-64D4-2950-CC73-F7114BB5AE42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DF7804-64D4-2950-CC73-F7114BB5AE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A701435-B572-A977-1D17-D0E0637DCA20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E66503-BBDB-7A47-42AB-51506AE8C71E}"/>
              </a:ext>
            </a:extLst>
          </p:cNvPr>
          <p:cNvGrpSpPr/>
          <p:nvPr/>
        </p:nvGrpSpPr>
        <p:grpSpPr>
          <a:xfrm>
            <a:off x="7579224" y="338616"/>
            <a:ext cx="681840" cy="561600"/>
            <a:chOff x="7579224" y="338616"/>
            <a:chExt cx="68184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B451C22-41F2-5B94-C6A8-7A7BA696792E}"/>
                    </a:ext>
                  </a:extLst>
                </p14:cNvPr>
                <p14:cNvContentPartPr/>
                <p14:nvPr/>
              </p14:nvContentPartPr>
              <p14:xfrm>
                <a:off x="7579224" y="338616"/>
                <a:ext cx="631800" cy="56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B451C22-41F2-5B94-C6A8-7A7BA69679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61214" y="320628"/>
                  <a:ext cx="667460" cy="597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669D3C-F85B-8E5E-687B-33A1DA4E27C2}"/>
                    </a:ext>
                  </a:extLst>
                </p14:cNvPr>
                <p14:cNvContentPartPr/>
                <p14:nvPr/>
              </p14:nvContentPartPr>
              <p14:xfrm>
                <a:off x="8226504" y="638856"/>
                <a:ext cx="34560" cy="108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669D3C-F85B-8E5E-687B-33A1DA4E27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08504" y="620856"/>
                  <a:ext cx="7020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DFBD849-BA7D-8E7D-2627-6B484C4EF3EC}"/>
                  </a:ext>
                </a:extLst>
              </p14:cNvPr>
              <p14:cNvContentPartPr/>
              <p14:nvPr/>
            </p14:nvContentPartPr>
            <p14:xfrm>
              <a:off x="8779824" y="629136"/>
              <a:ext cx="81360" cy="99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DFBD849-BA7D-8E7D-2627-6B484C4EF3E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61824" y="611070"/>
                <a:ext cx="117000" cy="134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10EF1EC-F446-DC07-4AF0-0A8C1E61B6E8}"/>
                  </a:ext>
                </a:extLst>
              </p14:cNvPr>
              <p14:cNvContentPartPr/>
              <p14:nvPr/>
            </p14:nvContentPartPr>
            <p14:xfrm>
              <a:off x="9316584" y="650016"/>
              <a:ext cx="72720" cy="112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10EF1EC-F446-DC07-4AF0-0A8C1E61B6E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98673" y="631958"/>
                <a:ext cx="108184" cy="148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1A1CCF9-154E-612F-54EF-A106798B30E1}"/>
                  </a:ext>
                </a:extLst>
              </p14:cNvPr>
              <p14:cNvContentPartPr/>
              <p14:nvPr/>
            </p14:nvContentPartPr>
            <p14:xfrm>
              <a:off x="9944064" y="653976"/>
              <a:ext cx="61560" cy="115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1A1CCF9-154E-612F-54EF-A106798B30E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26064" y="635976"/>
                <a:ext cx="9720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BA2527A-C199-C15E-E3D9-A344F13BEAAB}"/>
              </a:ext>
            </a:extLst>
          </p:cNvPr>
          <p:cNvGrpSpPr/>
          <p:nvPr/>
        </p:nvGrpSpPr>
        <p:grpSpPr>
          <a:xfrm>
            <a:off x="10578744" y="659736"/>
            <a:ext cx="132120" cy="111960"/>
            <a:chOff x="10578744" y="659736"/>
            <a:chExt cx="13212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D57E06-051C-E6C7-5139-B105C21A0F27}"/>
                    </a:ext>
                  </a:extLst>
                </p14:cNvPr>
                <p14:cNvContentPartPr/>
                <p14:nvPr/>
              </p14:nvContentPartPr>
              <p14:xfrm>
                <a:off x="10578744" y="661536"/>
                <a:ext cx="56160" cy="11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D57E06-051C-E6C7-5139-B105C21A0F2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60744" y="643477"/>
                  <a:ext cx="91800" cy="1459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C7691AC-0011-C345-D2C2-86E8EFB2FD77}"/>
                    </a:ext>
                  </a:extLst>
                </p14:cNvPr>
                <p14:cNvContentPartPr/>
                <p14:nvPr/>
              </p14:nvContentPartPr>
              <p14:xfrm>
                <a:off x="10612584" y="659736"/>
                <a:ext cx="98280" cy="3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C7691AC-0011-C345-D2C2-86E8EFB2FD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594584" y="641945"/>
                  <a:ext cx="133920" cy="6582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938DB82-C71F-398C-723E-8C17CAC630E4}"/>
                  </a:ext>
                </a:extLst>
              </p14:cNvPr>
              <p14:cNvContentPartPr/>
              <p14:nvPr/>
            </p14:nvContentPartPr>
            <p14:xfrm>
              <a:off x="11068344" y="652536"/>
              <a:ext cx="79200" cy="109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938DB82-C71F-398C-723E-8C17CAC630E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050425" y="634536"/>
                <a:ext cx="114679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C2311D0-8DC9-D1C7-F853-D34C683B3DB7}"/>
              </a:ext>
            </a:extLst>
          </p:cNvPr>
          <p:cNvGrpSpPr/>
          <p:nvPr/>
        </p:nvGrpSpPr>
        <p:grpSpPr>
          <a:xfrm>
            <a:off x="11695824" y="652536"/>
            <a:ext cx="121680" cy="108000"/>
            <a:chOff x="11695824" y="652536"/>
            <a:chExt cx="121680" cy="10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298F333-8070-EFA4-5B29-C86DC0E8C70D}"/>
                    </a:ext>
                  </a:extLst>
                </p14:cNvPr>
                <p14:cNvContentPartPr/>
                <p14:nvPr/>
              </p14:nvContentPartPr>
              <p14:xfrm>
                <a:off x="11719944" y="652536"/>
                <a:ext cx="66600" cy="108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298F333-8070-EFA4-5B29-C86DC0E8C7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701944" y="634536"/>
                  <a:ext cx="102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7CE680-D05A-A78B-B6CA-DF89C17FA45D}"/>
                    </a:ext>
                  </a:extLst>
                </p14:cNvPr>
                <p14:cNvContentPartPr/>
                <p14:nvPr/>
              </p14:nvContentPartPr>
              <p14:xfrm>
                <a:off x="11695824" y="714816"/>
                <a:ext cx="121680" cy="19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7CE680-D05A-A78B-B6CA-DF89C17FA45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677824" y="696816"/>
                  <a:ext cx="15732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61CC717-F3F5-FF10-0936-50C827578C87}"/>
                  </a:ext>
                </a:extLst>
              </p14:cNvPr>
              <p14:cNvContentPartPr/>
              <p14:nvPr/>
            </p14:nvContentPartPr>
            <p14:xfrm>
              <a:off x="7534224" y="1027296"/>
              <a:ext cx="91800" cy="87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61CC717-F3F5-FF10-0936-50C827578C8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516584" y="1009296"/>
                <a:ext cx="1274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7944281-25F6-A3AB-0C14-573A6D72587C}"/>
                  </a:ext>
                </a:extLst>
              </p14:cNvPr>
              <p14:cNvContentPartPr/>
              <p14:nvPr/>
            </p14:nvContentPartPr>
            <p14:xfrm>
              <a:off x="8158824" y="1030176"/>
              <a:ext cx="74520" cy="95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7944281-25F6-A3AB-0C14-573A6D72587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141184" y="1012536"/>
                <a:ext cx="110160" cy="1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A293631-2C36-EFCE-5A24-3651C85CD813}"/>
              </a:ext>
            </a:extLst>
          </p:cNvPr>
          <p:cNvGrpSpPr/>
          <p:nvPr/>
        </p:nvGrpSpPr>
        <p:grpSpPr>
          <a:xfrm>
            <a:off x="8729424" y="1059696"/>
            <a:ext cx="128880" cy="63360"/>
            <a:chOff x="8729424" y="1059696"/>
            <a:chExt cx="128880" cy="6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2DD06E-C28B-1322-01B1-88C623892E51}"/>
                    </a:ext>
                  </a:extLst>
                </p14:cNvPr>
                <p14:cNvContentPartPr/>
                <p14:nvPr/>
              </p14:nvContentPartPr>
              <p14:xfrm>
                <a:off x="8729424" y="1059696"/>
                <a:ext cx="14760" cy="57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2DD06E-C28B-1322-01B1-88C623892E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11784" y="1042056"/>
                  <a:ext cx="50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1C1ACD5-18E8-3FB0-62EA-54244A3571C7}"/>
                    </a:ext>
                  </a:extLst>
                </p14:cNvPr>
                <p14:cNvContentPartPr/>
                <p14:nvPr/>
              </p14:nvContentPartPr>
              <p14:xfrm>
                <a:off x="8783424" y="1060416"/>
                <a:ext cx="74880" cy="62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1C1ACD5-18E8-3FB0-62EA-54244A3571C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65424" y="1042776"/>
                  <a:ext cx="11052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70D176C-10F6-17F4-A757-CE70C22C0228}"/>
              </a:ext>
            </a:extLst>
          </p:cNvPr>
          <p:cNvGrpSpPr/>
          <p:nvPr/>
        </p:nvGrpSpPr>
        <p:grpSpPr>
          <a:xfrm>
            <a:off x="9336744" y="1058976"/>
            <a:ext cx="68040" cy="72000"/>
            <a:chOff x="9336744" y="1058976"/>
            <a:chExt cx="68040" cy="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FB37CDA-5552-7D73-4D30-0A069B40D22E}"/>
                    </a:ext>
                  </a:extLst>
                </p14:cNvPr>
                <p14:cNvContentPartPr/>
                <p14:nvPr/>
              </p14:nvContentPartPr>
              <p14:xfrm>
                <a:off x="9336744" y="1060056"/>
                <a:ext cx="13680" cy="59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FB37CDA-5552-7D73-4D30-0A069B40D22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19104" y="1042416"/>
                  <a:ext cx="493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41E311-973D-4D8C-4F25-7D43318E2384}"/>
                    </a:ext>
                  </a:extLst>
                </p14:cNvPr>
                <p14:cNvContentPartPr/>
                <p14:nvPr/>
              </p14:nvContentPartPr>
              <p14:xfrm>
                <a:off x="9387504" y="1058976"/>
                <a:ext cx="1728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B41E311-973D-4D8C-4F25-7D43318E23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69504" y="1040976"/>
                  <a:ext cx="5292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4986BEA-3156-E667-93D0-6E8948EBFDCB}"/>
              </a:ext>
            </a:extLst>
          </p:cNvPr>
          <p:cNvGrpSpPr/>
          <p:nvPr/>
        </p:nvGrpSpPr>
        <p:grpSpPr>
          <a:xfrm>
            <a:off x="9927504" y="1048176"/>
            <a:ext cx="118440" cy="89280"/>
            <a:chOff x="9927504" y="1048176"/>
            <a:chExt cx="118440" cy="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469E0A2-47C9-9F84-6C07-664D113A1F83}"/>
                    </a:ext>
                  </a:extLst>
                </p14:cNvPr>
                <p14:cNvContentPartPr/>
                <p14:nvPr/>
              </p14:nvContentPartPr>
              <p14:xfrm>
                <a:off x="9927504" y="1054656"/>
                <a:ext cx="10440" cy="6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469E0A2-47C9-9F84-6C07-664D113A1F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09504" y="1036656"/>
                  <a:ext cx="46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57C031-E7E5-4C38-0593-6CCCEE29E579}"/>
                    </a:ext>
                  </a:extLst>
                </p14:cNvPr>
                <p14:cNvContentPartPr/>
                <p14:nvPr/>
              </p14:nvContentPartPr>
              <p14:xfrm>
                <a:off x="9974304" y="1048176"/>
                <a:ext cx="71640" cy="8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57C031-E7E5-4C38-0593-6CCCEE29E57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56664" y="1030536"/>
                  <a:ext cx="10728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F888D05-BFE1-2DD9-4321-5DCE9B29971F}"/>
              </a:ext>
            </a:extLst>
          </p:cNvPr>
          <p:cNvGrpSpPr/>
          <p:nvPr/>
        </p:nvGrpSpPr>
        <p:grpSpPr>
          <a:xfrm>
            <a:off x="10470744" y="1049256"/>
            <a:ext cx="114480" cy="91080"/>
            <a:chOff x="10470744" y="1049256"/>
            <a:chExt cx="114480" cy="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7D4B02-B3DC-7D61-C5D0-5CE14D58C5EC}"/>
                    </a:ext>
                  </a:extLst>
                </p14:cNvPr>
                <p14:cNvContentPartPr/>
                <p14:nvPr/>
              </p14:nvContentPartPr>
              <p14:xfrm>
                <a:off x="10470744" y="1065816"/>
                <a:ext cx="7560" cy="66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7D4B02-B3DC-7D61-C5D0-5CE14D58C5E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453104" y="1048176"/>
                  <a:ext cx="43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83F3F6-C2F9-F975-E79A-05B1E4D030FB}"/>
                    </a:ext>
                  </a:extLst>
                </p14:cNvPr>
                <p14:cNvContentPartPr/>
                <p14:nvPr/>
              </p14:nvContentPartPr>
              <p14:xfrm>
                <a:off x="10521504" y="1049256"/>
                <a:ext cx="63720" cy="91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83F3F6-C2F9-F975-E79A-05B1E4D030F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503504" y="1031256"/>
                  <a:ext cx="9936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A3450E7-DB0C-4C93-F5A7-B5F12F90D37D}"/>
              </a:ext>
            </a:extLst>
          </p:cNvPr>
          <p:cNvGrpSpPr/>
          <p:nvPr/>
        </p:nvGrpSpPr>
        <p:grpSpPr>
          <a:xfrm>
            <a:off x="11117304" y="1049976"/>
            <a:ext cx="109440" cy="126360"/>
            <a:chOff x="11117304" y="1049976"/>
            <a:chExt cx="10944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F18D95F-4384-D960-6A1D-0EA6D4938B4D}"/>
                    </a:ext>
                  </a:extLst>
                </p14:cNvPr>
                <p14:cNvContentPartPr/>
                <p14:nvPr/>
              </p14:nvContentPartPr>
              <p14:xfrm>
                <a:off x="11117304" y="1049976"/>
                <a:ext cx="9000" cy="92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F18D95F-4384-D960-6A1D-0EA6D4938B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99304" y="1032336"/>
                  <a:ext cx="44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FB2C465-A3CA-1F7C-D14A-AD64DADE85E2}"/>
                    </a:ext>
                  </a:extLst>
                </p14:cNvPr>
                <p14:cNvContentPartPr/>
                <p14:nvPr/>
              </p14:nvContentPartPr>
              <p14:xfrm>
                <a:off x="11168784" y="1075176"/>
                <a:ext cx="57960" cy="10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FB2C465-A3CA-1F7C-D14A-AD64DADE85E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50784" y="1057536"/>
                  <a:ext cx="936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40E655-A648-FA51-9520-28869AE6E68E}"/>
              </a:ext>
            </a:extLst>
          </p:cNvPr>
          <p:cNvGrpSpPr/>
          <p:nvPr/>
        </p:nvGrpSpPr>
        <p:grpSpPr>
          <a:xfrm>
            <a:off x="11720304" y="1026216"/>
            <a:ext cx="158040" cy="111240"/>
            <a:chOff x="11720304" y="1026216"/>
            <a:chExt cx="15804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09A59E-00EA-0C9F-E48A-F999DD564974}"/>
                    </a:ext>
                  </a:extLst>
                </p14:cNvPr>
                <p14:cNvContentPartPr/>
                <p14:nvPr/>
              </p14:nvContentPartPr>
              <p14:xfrm>
                <a:off x="11720304" y="1044216"/>
                <a:ext cx="23040" cy="82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09A59E-00EA-0C9F-E48A-F999DD56497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702304" y="1026216"/>
                  <a:ext cx="586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FCC8C9B-F959-9C59-DF3A-C1E11E57F5D4}"/>
                    </a:ext>
                  </a:extLst>
                </p14:cNvPr>
                <p14:cNvContentPartPr/>
                <p14:nvPr/>
              </p14:nvContentPartPr>
              <p14:xfrm>
                <a:off x="11800584" y="1050696"/>
                <a:ext cx="10440" cy="86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FCC8C9B-F959-9C59-DF3A-C1E11E57F5D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782584" y="1033056"/>
                  <a:ext cx="46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AFBDC9F-1E60-C45D-884F-5BC6C80F2499}"/>
                    </a:ext>
                  </a:extLst>
                </p14:cNvPr>
                <p14:cNvContentPartPr/>
                <p14:nvPr/>
              </p14:nvContentPartPr>
              <p14:xfrm>
                <a:off x="11810664" y="1026216"/>
                <a:ext cx="67680" cy="23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AFBDC9F-1E60-C45D-884F-5BC6C80F249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92664" y="1008216"/>
                  <a:ext cx="103320" cy="5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52784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A19F-EE2C-544A-C28F-4B83B59C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89C646-E794-2A85-9A68-6CFEE1E2F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260050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517B50-97EA-EBB0-EA68-D1D13286F06E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4F3726-DADE-96EA-BE8E-FFBCB24A6FC6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588BCE-9B36-100C-56F8-14A90BDA0C35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5DAA97-6729-586F-F41C-6C888742A817}"/>
              </a:ext>
            </a:extLst>
          </p:cNvPr>
          <p:cNvSpPr txBox="1"/>
          <p:nvPr/>
        </p:nvSpPr>
        <p:spPr>
          <a:xfrm>
            <a:off x="310896" y="5384623"/>
            <a:ext cx="11397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Fourth set of 5 reads started.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65D484-7130-7664-B5DF-146DF358BC2A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E7C9B4-24EF-107C-6DEC-5CAFCDC9DD7C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84CA842-739E-F6D2-85EE-838322C9A05E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B2168D8-88D7-6176-5F7D-7B74453DC335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B2168D8-88D7-6176-5F7D-7B74453DC33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16296EA-2875-1E48-C140-2CAEC8876925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16296EA-2875-1E48-C140-2CAEC88769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F7C12E6-30D1-FFED-8CB4-40D0F0D608B5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F7C12E6-30D1-FFED-8CB4-40D0F0D608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FD8A338-084A-E368-DDA1-AFCF301D89D5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FD8A338-084A-E368-DDA1-AFCF301D89D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8546962-E097-F8FE-7143-A093025A1F64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8546962-E097-F8FE-7143-A093025A1F6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68671F3-3001-448A-7D40-129DB31BF5A0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68671F3-3001-448A-7D40-129DB31BF5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5C6D4B3-ABF3-7391-1963-8882D70CB94D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5C6D4B3-ABF3-7391-1963-8882D70CB9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C7CEB7A-B342-F41C-1A95-DC8CC67AFF53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C7CEB7A-B342-F41C-1A95-DC8CC67AFF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D23671E-3F66-8251-6E58-A5C1B324F69F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D23671E-3F66-8251-6E58-A5C1B324F6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9884B72-E406-092E-A932-79EA4990D3FD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9884B72-E406-092E-A932-79EA4990D3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E345AA1-ACE1-61C4-FB45-B446E189DD73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E345AA1-ACE1-61C4-FB45-B446E189DD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04B66CC-D1D6-758F-288D-2FEA64A550CC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04B66CC-D1D6-758F-288D-2FEA64A550C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F751BC-9EF4-C146-8A01-8B00E74BB78E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F751BC-9EF4-C146-8A01-8B00E74BB7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38836F2-8068-6E58-D725-33BAC8772D2F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A50A1-26BF-BCB4-42C7-DF64ADF437CE}"/>
              </a:ext>
            </a:extLst>
          </p:cNvPr>
          <p:cNvGrpSpPr/>
          <p:nvPr/>
        </p:nvGrpSpPr>
        <p:grpSpPr>
          <a:xfrm>
            <a:off x="7579224" y="338616"/>
            <a:ext cx="681840" cy="561600"/>
            <a:chOff x="7579224" y="338616"/>
            <a:chExt cx="68184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0FE3D1-63B3-4ADB-BCA9-A883F3F0BB9E}"/>
                    </a:ext>
                  </a:extLst>
                </p14:cNvPr>
                <p14:cNvContentPartPr/>
                <p14:nvPr/>
              </p14:nvContentPartPr>
              <p14:xfrm>
                <a:off x="7579224" y="338616"/>
                <a:ext cx="631800" cy="56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0FE3D1-63B3-4ADB-BCA9-A883F3F0BB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61214" y="320628"/>
                  <a:ext cx="667460" cy="597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FA56B6-42BD-0053-E492-BE04E3F94D24}"/>
                    </a:ext>
                  </a:extLst>
                </p14:cNvPr>
                <p14:cNvContentPartPr/>
                <p14:nvPr/>
              </p14:nvContentPartPr>
              <p14:xfrm>
                <a:off x="8226504" y="638856"/>
                <a:ext cx="34560" cy="108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FA56B6-42BD-0053-E492-BE04E3F94D2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08504" y="620856"/>
                  <a:ext cx="7020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BE34399-146B-2813-697A-2D17C84EC1A7}"/>
                  </a:ext>
                </a:extLst>
              </p14:cNvPr>
              <p14:cNvContentPartPr/>
              <p14:nvPr/>
            </p14:nvContentPartPr>
            <p14:xfrm>
              <a:off x="8779824" y="629136"/>
              <a:ext cx="81360" cy="99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BE34399-146B-2813-697A-2D17C84EC1A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61824" y="611070"/>
                <a:ext cx="117000" cy="134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2DAFA21-F194-268C-2CA1-CF21EF98D21C}"/>
                  </a:ext>
                </a:extLst>
              </p14:cNvPr>
              <p14:cNvContentPartPr/>
              <p14:nvPr/>
            </p14:nvContentPartPr>
            <p14:xfrm>
              <a:off x="9316584" y="650016"/>
              <a:ext cx="72720" cy="112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2DAFA21-F194-268C-2CA1-CF21EF98D21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98673" y="631958"/>
                <a:ext cx="108184" cy="148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14F7EA2-107C-EFDF-9F09-67C607470094}"/>
                  </a:ext>
                </a:extLst>
              </p14:cNvPr>
              <p14:cNvContentPartPr/>
              <p14:nvPr/>
            </p14:nvContentPartPr>
            <p14:xfrm>
              <a:off x="9944064" y="653976"/>
              <a:ext cx="61560" cy="115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14F7EA2-107C-EFDF-9F09-67C60747009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26064" y="635976"/>
                <a:ext cx="9720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BBDCEB2-4916-BA65-8D44-066F3BFA42F4}"/>
              </a:ext>
            </a:extLst>
          </p:cNvPr>
          <p:cNvGrpSpPr/>
          <p:nvPr/>
        </p:nvGrpSpPr>
        <p:grpSpPr>
          <a:xfrm>
            <a:off x="10578744" y="659736"/>
            <a:ext cx="132120" cy="111960"/>
            <a:chOff x="10578744" y="659736"/>
            <a:chExt cx="13212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2B5E7E3-98BB-8EE4-6397-4B17AA64492A}"/>
                    </a:ext>
                  </a:extLst>
                </p14:cNvPr>
                <p14:cNvContentPartPr/>
                <p14:nvPr/>
              </p14:nvContentPartPr>
              <p14:xfrm>
                <a:off x="10578744" y="661536"/>
                <a:ext cx="56160" cy="11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2B5E7E3-98BB-8EE4-6397-4B17AA64492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60744" y="643477"/>
                  <a:ext cx="91800" cy="1459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C00D68B-6B63-7519-E69C-125F785CB2DC}"/>
                    </a:ext>
                  </a:extLst>
                </p14:cNvPr>
                <p14:cNvContentPartPr/>
                <p14:nvPr/>
              </p14:nvContentPartPr>
              <p14:xfrm>
                <a:off x="10612584" y="659736"/>
                <a:ext cx="98280" cy="3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C00D68B-6B63-7519-E69C-125F785CB2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594584" y="641945"/>
                  <a:ext cx="133920" cy="6582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C2AFF9C-A962-CB1F-0951-178FBF3FDE6D}"/>
                  </a:ext>
                </a:extLst>
              </p14:cNvPr>
              <p14:cNvContentPartPr/>
              <p14:nvPr/>
            </p14:nvContentPartPr>
            <p14:xfrm>
              <a:off x="11068344" y="652536"/>
              <a:ext cx="79200" cy="109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C2AFF9C-A962-CB1F-0951-178FBF3FDE6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050425" y="634536"/>
                <a:ext cx="114679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763A7F4D-AEA9-6862-5E72-C2D1E832442C}"/>
              </a:ext>
            </a:extLst>
          </p:cNvPr>
          <p:cNvGrpSpPr/>
          <p:nvPr/>
        </p:nvGrpSpPr>
        <p:grpSpPr>
          <a:xfrm>
            <a:off x="11695824" y="652536"/>
            <a:ext cx="121680" cy="108000"/>
            <a:chOff x="11695824" y="652536"/>
            <a:chExt cx="121680" cy="10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3DB6F8-2A72-5AAD-C512-9A145BDCAD65}"/>
                    </a:ext>
                  </a:extLst>
                </p14:cNvPr>
                <p14:cNvContentPartPr/>
                <p14:nvPr/>
              </p14:nvContentPartPr>
              <p14:xfrm>
                <a:off x="11719944" y="652536"/>
                <a:ext cx="66600" cy="108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3DB6F8-2A72-5AAD-C512-9A145BDCAD6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701944" y="634536"/>
                  <a:ext cx="102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8AFB11-9386-B233-63A3-E9057E9950FA}"/>
                    </a:ext>
                  </a:extLst>
                </p14:cNvPr>
                <p14:cNvContentPartPr/>
                <p14:nvPr/>
              </p14:nvContentPartPr>
              <p14:xfrm>
                <a:off x="11695824" y="714816"/>
                <a:ext cx="121680" cy="19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B8AFB11-9386-B233-63A3-E9057E9950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677824" y="696816"/>
                  <a:ext cx="15732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ABA8EE3-FEB8-C5A2-D4F0-A46D8835C510}"/>
                  </a:ext>
                </a:extLst>
              </p14:cNvPr>
              <p14:cNvContentPartPr/>
              <p14:nvPr/>
            </p14:nvContentPartPr>
            <p14:xfrm>
              <a:off x="7534224" y="1027296"/>
              <a:ext cx="91800" cy="87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ABA8EE3-FEB8-C5A2-D4F0-A46D8835C51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516224" y="1009370"/>
                <a:ext cx="127440" cy="1229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1D98387-1CA9-E3D1-B51C-3299E84B54E5}"/>
                  </a:ext>
                </a:extLst>
              </p14:cNvPr>
              <p14:cNvContentPartPr/>
              <p14:nvPr/>
            </p14:nvContentPartPr>
            <p14:xfrm>
              <a:off x="8158824" y="1030176"/>
              <a:ext cx="74520" cy="95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1D98387-1CA9-E3D1-B51C-3299E84B54E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140824" y="1012108"/>
                <a:ext cx="110160" cy="130816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0BC3DBD-CC9C-9D89-64A9-04BB1FB95EA8}"/>
              </a:ext>
            </a:extLst>
          </p:cNvPr>
          <p:cNvGrpSpPr/>
          <p:nvPr/>
        </p:nvGrpSpPr>
        <p:grpSpPr>
          <a:xfrm>
            <a:off x="8729424" y="1059696"/>
            <a:ext cx="128880" cy="63360"/>
            <a:chOff x="8729424" y="1059696"/>
            <a:chExt cx="128880" cy="6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AB77CA3-8C89-485C-8FF2-FCB666706038}"/>
                    </a:ext>
                  </a:extLst>
                </p14:cNvPr>
                <p14:cNvContentPartPr/>
                <p14:nvPr/>
              </p14:nvContentPartPr>
              <p14:xfrm>
                <a:off x="8729424" y="1059696"/>
                <a:ext cx="14760" cy="57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AB77CA3-8C89-485C-8FF2-FCB66670603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11424" y="1041696"/>
                  <a:ext cx="50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7DCEDBE-ACED-3DA2-8689-5DD51A4B2282}"/>
                    </a:ext>
                  </a:extLst>
                </p14:cNvPr>
                <p14:cNvContentPartPr/>
                <p14:nvPr/>
              </p14:nvContentPartPr>
              <p14:xfrm>
                <a:off x="8783424" y="1060416"/>
                <a:ext cx="74880" cy="62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7DCEDBE-ACED-3DA2-8689-5DD51A4B228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65424" y="1042312"/>
                  <a:ext cx="110520" cy="984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4137ADF-85C0-0A1B-C6F2-D5A6F1152991}"/>
              </a:ext>
            </a:extLst>
          </p:cNvPr>
          <p:cNvGrpSpPr/>
          <p:nvPr/>
        </p:nvGrpSpPr>
        <p:grpSpPr>
          <a:xfrm>
            <a:off x="9336744" y="1058976"/>
            <a:ext cx="68040" cy="72000"/>
            <a:chOff x="9336744" y="1058976"/>
            <a:chExt cx="68040" cy="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0170C2-29B7-9908-E6B2-9CA989FA296F}"/>
                    </a:ext>
                  </a:extLst>
                </p14:cNvPr>
                <p14:cNvContentPartPr/>
                <p14:nvPr/>
              </p14:nvContentPartPr>
              <p14:xfrm>
                <a:off x="9336744" y="1060056"/>
                <a:ext cx="13680" cy="59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0170C2-29B7-9908-E6B2-9CA989FA29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18744" y="1042056"/>
                  <a:ext cx="493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62024E2-494C-A8EA-11CB-BF96E5656E96}"/>
                    </a:ext>
                  </a:extLst>
                </p14:cNvPr>
                <p14:cNvContentPartPr/>
                <p14:nvPr/>
              </p14:nvContentPartPr>
              <p14:xfrm>
                <a:off x="9387504" y="1058976"/>
                <a:ext cx="1728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62024E2-494C-A8EA-11CB-BF96E5656E9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69504" y="1040976"/>
                  <a:ext cx="5292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CCD427-D29D-C105-081A-E91EF9B3B60E}"/>
              </a:ext>
            </a:extLst>
          </p:cNvPr>
          <p:cNvGrpSpPr/>
          <p:nvPr/>
        </p:nvGrpSpPr>
        <p:grpSpPr>
          <a:xfrm>
            <a:off x="9927504" y="1048176"/>
            <a:ext cx="118440" cy="89280"/>
            <a:chOff x="9927504" y="1048176"/>
            <a:chExt cx="118440" cy="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6B6ADE0-289D-9C71-8580-CDDD44D22809}"/>
                    </a:ext>
                  </a:extLst>
                </p14:cNvPr>
                <p14:cNvContentPartPr/>
                <p14:nvPr/>
              </p14:nvContentPartPr>
              <p14:xfrm>
                <a:off x="9927504" y="1054656"/>
                <a:ext cx="10440" cy="6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6B6ADE0-289D-9C71-8580-CDDD44D228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09504" y="1036656"/>
                  <a:ext cx="46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1E96BEE-AE2C-1787-DA77-79E64DC7AFE8}"/>
                    </a:ext>
                  </a:extLst>
                </p14:cNvPr>
                <p14:cNvContentPartPr/>
                <p14:nvPr/>
              </p14:nvContentPartPr>
              <p14:xfrm>
                <a:off x="9974304" y="1048176"/>
                <a:ext cx="71640" cy="8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1E96BEE-AE2C-1787-DA77-79E64DC7AF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56213" y="1030176"/>
                  <a:ext cx="10746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C2AF4A1-AC0C-E324-B4C7-75BBCF286FEB}"/>
              </a:ext>
            </a:extLst>
          </p:cNvPr>
          <p:cNvGrpSpPr/>
          <p:nvPr/>
        </p:nvGrpSpPr>
        <p:grpSpPr>
          <a:xfrm>
            <a:off x="10470744" y="1049256"/>
            <a:ext cx="114480" cy="91080"/>
            <a:chOff x="10470744" y="1049256"/>
            <a:chExt cx="114480" cy="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0F9E1C-AE81-A689-5A08-CC9D7B93E30C}"/>
                    </a:ext>
                  </a:extLst>
                </p14:cNvPr>
                <p14:cNvContentPartPr/>
                <p14:nvPr/>
              </p14:nvContentPartPr>
              <p14:xfrm>
                <a:off x="10470744" y="1065816"/>
                <a:ext cx="7560" cy="66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0F9E1C-AE81-A689-5A08-CC9D7B93E30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452744" y="1047719"/>
                  <a:ext cx="4320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B4211F-C4D8-758C-48BE-2E5A7A3F3C64}"/>
                    </a:ext>
                  </a:extLst>
                </p14:cNvPr>
                <p14:cNvContentPartPr/>
                <p14:nvPr/>
              </p14:nvContentPartPr>
              <p14:xfrm>
                <a:off x="10521504" y="1049256"/>
                <a:ext cx="63720" cy="91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B4211F-C4D8-758C-48BE-2E5A7A3F3C6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503504" y="1031256"/>
                  <a:ext cx="9936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D772F2D-6E0D-98B9-163F-F241D20D8F9A}"/>
              </a:ext>
            </a:extLst>
          </p:cNvPr>
          <p:cNvGrpSpPr/>
          <p:nvPr/>
        </p:nvGrpSpPr>
        <p:grpSpPr>
          <a:xfrm>
            <a:off x="11117304" y="1049976"/>
            <a:ext cx="109440" cy="126360"/>
            <a:chOff x="11117304" y="1049976"/>
            <a:chExt cx="10944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9047738-AA46-FC6C-DE57-FFA95FFBCF7C}"/>
                    </a:ext>
                  </a:extLst>
                </p14:cNvPr>
                <p14:cNvContentPartPr/>
                <p14:nvPr/>
              </p14:nvContentPartPr>
              <p14:xfrm>
                <a:off x="11117304" y="1049976"/>
                <a:ext cx="9000" cy="92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9047738-AA46-FC6C-DE57-FFA95FFBCF7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99304" y="1031976"/>
                  <a:ext cx="44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FE3E5F2-2CCB-30C6-63A6-28AF0866E9FA}"/>
                    </a:ext>
                  </a:extLst>
                </p14:cNvPr>
                <p14:cNvContentPartPr/>
                <p14:nvPr/>
              </p14:nvContentPartPr>
              <p14:xfrm>
                <a:off x="11168784" y="1075176"/>
                <a:ext cx="57960" cy="10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FE3E5F2-2CCB-30C6-63A6-28AF0866E9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50784" y="1057176"/>
                  <a:ext cx="936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96D1C50-0B0E-908E-D392-54A406D10938}"/>
              </a:ext>
            </a:extLst>
          </p:cNvPr>
          <p:cNvGrpSpPr/>
          <p:nvPr/>
        </p:nvGrpSpPr>
        <p:grpSpPr>
          <a:xfrm>
            <a:off x="11720304" y="1026216"/>
            <a:ext cx="158040" cy="111240"/>
            <a:chOff x="11720304" y="1026216"/>
            <a:chExt cx="15804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A88D60-0A59-89D3-5D55-6153445571E9}"/>
                    </a:ext>
                  </a:extLst>
                </p14:cNvPr>
                <p14:cNvContentPartPr/>
                <p14:nvPr/>
              </p14:nvContentPartPr>
              <p14:xfrm>
                <a:off x="11720304" y="1044216"/>
                <a:ext cx="23040" cy="82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A88D60-0A59-89D3-5D55-6153445571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702304" y="1026216"/>
                  <a:ext cx="586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ED74041-5D5B-CF6F-7FD5-1C560BB368FC}"/>
                    </a:ext>
                  </a:extLst>
                </p14:cNvPr>
                <p14:cNvContentPartPr/>
                <p14:nvPr/>
              </p14:nvContentPartPr>
              <p14:xfrm>
                <a:off x="11800584" y="1050696"/>
                <a:ext cx="10440" cy="86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ED74041-5D5B-CF6F-7FD5-1C560BB368F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782584" y="1032696"/>
                  <a:ext cx="46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46158C6-6E53-2B66-4F89-DD044FD54843}"/>
                    </a:ext>
                  </a:extLst>
                </p14:cNvPr>
                <p14:cNvContentPartPr/>
                <p14:nvPr/>
              </p14:nvContentPartPr>
              <p14:xfrm>
                <a:off x="11810664" y="1026216"/>
                <a:ext cx="67680" cy="23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46158C6-6E53-2B66-4F89-DD044FD548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92759" y="1008216"/>
                  <a:ext cx="103131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9ACCB59-8D5B-C75E-BB0F-100427AC4EB5}"/>
              </a:ext>
            </a:extLst>
          </p:cNvPr>
          <p:cNvGrpSpPr/>
          <p:nvPr/>
        </p:nvGrpSpPr>
        <p:grpSpPr>
          <a:xfrm>
            <a:off x="7551504" y="1303056"/>
            <a:ext cx="123120" cy="155880"/>
            <a:chOff x="7551504" y="1303056"/>
            <a:chExt cx="12312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03D600-0ECE-6B8E-65B9-5459571373F6}"/>
                    </a:ext>
                  </a:extLst>
                </p14:cNvPr>
                <p14:cNvContentPartPr/>
                <p14:nvPr/>
              </p14:nvContentPartPr>
              <p14:xfrm>
                <a:off x="7551504" y="1303056"/>
                <a:ext cx="24120" cy="127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03D600-0ECE-6B8E-65B9-5459571373F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33864" y="1285416"/>
                  <a:ext cx="59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45F16D-D32D-434C-8789-DE4D27D9C5AD}"/>
                    </a:ext>
                  </a:extLst>
                </p14:cNvPr>
                <p14:cNvContentPartPr/>
                <p14:nvPr/>
              </p14:nvContentPartPr>
              <p14:xfrm>
                <a:off x="7608744" y="1343736"/>
                <a:ext cx="65880" cy="115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45F16D-D32D-434C-8789-DE4D27D9C5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91104" y="1326096"/>
                  <a:ext cx="10152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2546641-759F-BEF9-DAC5-5440DFC1B0ED}"/>
              </a:ext>
            </a:extLst>
          </p:cNvPr>
          <p:cNvGrpSpPr/>
          <p:nvPr/>
        </p:nvGrpSpPr>
        <p:grpSpPr>
          <a:xfrm>
            <a:off x="7848504" y="2394936"/>
            <a:ext cx="594360" cy="194040"/>
            <a:chOff x="7848504" y="2394936"/>
            <a:chExt cx="59436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3D87156-7B96-2BF5-620B-59450B04AC5A}"/>
                    </a:ext>
                  </a:extLst>
                </p14:cNvPr>
                <p14:cNvContentPartPr/>
                <p14:nvPr/>
              </p14:nvContentPartPr>
              <p14:xfrm>
                <a:off x="7848504" y="2464416"/>
                <a:ext cx="71280" cy="113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3D87156-7B96-2BF5-620B-59450B04AC5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30504" y="2446416"/>
                  <a:ext cx="106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AFE8FC-E34B-EC7A-208A-AB6B8448328A}"/>
                    </a:ext>
                  </a:extLst>
                </p14:cNvPr>
                <p14:cNvContentPartPr/>
                <p14:nvPr/>
              </p14:nvContentPartPr>
              <p14:xfrm>
                <a:off x="7949664" y="2499336"/>
                <a:ext cx="71280" cy="7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AFE8FC-E34B-EC7A-208A-AB6B8448328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32024" y="2481696"/>
                  <a:ext cx="1069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3E9290A-A965-061D-6706-E55190FED7AC}"/>
                    </a:ext>
                  </a:extLst>
                </p14:cNvPr>
                <p14:cNvContentPartPr/>
                <p14:nvPr/>
              </p14:nvContentPartPr>
              <p14:xfrm>
                <a:off x="8024544" y="2410776"/>
                <a:ext cx="70560" cy="178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3E9290A-A965-061D-6706-E55190FED7A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06544" y="2392776"/>
                  <a:ext cx="1062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43D3589-F2A6-CBC4-BBC5-D41A7E395BA8}"/>
                    </a:ext>
                  </a:extLst>
                </p14:cNvPr>
                <p14:cNvContentPartPr/>
                <p14:nvPr/>
              </p14:nvContentPartPr>
              <p14:xfrm>
                <a:off x="8151264" y="2453616"/>
                <a:ext cx="38880" cy="125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43D3589-F2A6-CBC4-BBC5-D41A7E395B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33264" y="2435976"/>
                  <a:ext cx="74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E8EB53D-9601-2AB6-12EC-9C397BC805DE}"/>
                    </a:ext>
                  </a:extLst>
                </p14:cNvPr>
                <p14:cNvContentPartPr/>
                <p14:nvPr/>
              </p14:nvContentPartPr>
              <p14:xfrm>
                <a:off x="8209584" y="2425176"/>
                <a:ext cx="20880" cy="116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E8EB53D-9601-2AB6-12EC-9C397BC805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91584" y="2407176"/>
                  <a:ext cx="56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02FDA21-4B07-4F50-756A-6DADEB4D3D5A}"/>
                    </a:ext>
                  </a:extLst>
                </p14:cNvPr>
                <p14:cNvContentPartPr/>
                <p14:nvPr/>
              </p14:nvContentPartPr>
              <p14:xfrm>
                <a:off x="8246664" y="2478456"/>
                <a:ext cx="3600" cy="68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02FDA21-4B07-4F50-756A-6DADEB4D3D5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29024" y="2460456"/>
                  <a:ext cx="39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78C434-AB4D-A9FD-92CE-340882DA6ECC}"/>
                    </a:ext>
                  </a:extLst>
                </p14:cNvPr>
                <p14:cNvContentPartPr/>
                <p14:nvPr/>
              </p14:nvContentPartPr>
              <p14:xfrm>
                <a:off x="8246664" y="2440296"/>
                <a:ext cx="10440" cy="32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78C434-AB4D-A9FD-92CE-340882DA6EC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29024" y="2422656"/>
                  <a:ext cx="46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AB05C81-D242-200F-B9D8-DB4663985DF9}"/>
                    </a:ext>
                  </a:extLst>
                </p14:cNvPr>
                <p14:cNvContentPartPr/>
                <p14:nvPr/>
              </p14:nvContentPartPr>
              <p14:xfrm>
                <a:off x="8272944" y="2394936"/>
                <a:ext cx="169920" cy="165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AB05C81-D242-200F-B9D8-DB4663985D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4944" y="2377296"/>
                  <a:ext cx="205560" cy="20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2029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F5810-4717-2D83-395D-B2436AB8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2D3260-610F-0169-54C5-EB88B70F8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674173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A14EAD-7A60-A748-CB0A-3865E7E66160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6FFA86-9E16-4221-579F-872E1327F724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6FAA7F0-3303-3B9A-8D1F-2F0E8CB68972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050C9-F852-9FCD-8F5A-951D9BF8AB62}"/>
              </a:ext>
            </a:extLst>
          </p:cNvPr>
          <p:cNvSpPr txBox="1"/>
          <p:nvPr/>
        </p:nvSpPr>
        <p:spPr>
          <a:xfrm>
            <a:off x="310896" y="5384623"/>
            <a:ext cx="11397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Fourth set of 5 reads started.</a:t>
            </a:r>
          </a:p>
          <a:p>
            <a:r>
              <a:rPr lang="en-US" dirty="0"/>
              <a:t>Populate slide buffer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268D57-ACFD-10A3-9741-D9908CC2D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84964"/>
              </p:ext>
            </p:extLst>
          </p:nvPr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C796F2-BD4D-FD51-A9AC-971A15FD3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73330"/>
              </p:ext>
            </p:extLst>
          </p:nvPr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84FA46F-B4F3-60FE-B9EE-C1063F3C6039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AEE5A84-888E-0B8B-CDD9-BDACBE5CC43D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AEE5A84-888E-0B8B-CDD9-BDACBE5CC43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F9B3330-A41D-CED6-3710-458D6D7B4258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F9B3330-A41D-CED6-3710-458D6D7B42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BB5B745-2316-EC66-ADE2-53F4BC55E6AD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BB5B745-2316-EC66-ADE2-53F4BC55E6A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80EB9D4-D9FB-57A8-89EB-E2C38BFD30AF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80EB9D4-D9FB-57A8-89EB-E2C38BFD30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23FC87C-4F3F-9821-BF5D-8487653EADCE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23FC87C-4F3F-9821-BF5D-8487653EAD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4133CED-E0F0-CCDD-7B0C-F47296BD524C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4133CED-E0F0-CCDD-7B0C-F47296BD52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BA339C9-71FB-8343-F1B3-1675AAEB3570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BA339C9-71FB-8343-F1B3-1675AAEB35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927D978-8401-4756-B112-9BDD649E7FEB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927D978-8401-4756-B112-9BDD649E7F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81062DF-2383-D19F-B893-CEABD3D54B58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81062DF-2383-D19F-B893-CEABD3D54B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04AEBCB-0312-F976-29FC-CF10B4CFB89B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04AEBCB-0312-F976-29FC-CF10B4CFB8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DE1C1D2-AE63-DA6B-2771-B8E772489F79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DE1C1D2-AE63-DA6B-2771-B8E772489F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86729F6-4185-F274-68CC-510BB13D1690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86729F6-4185-F274-68CC-510BB13D16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F9EE605-4759-57B8-3F92-0184A42278A8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F9EE605-4759-57B8-3F92-0184A42278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6736241-8541-0A30-39E9-783F24184025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424C31F-0B1A-843B-1A98-8095E3EFEC0E}"/>
                  </a:ext>
                </a:extLst>
              </p14:cNvPr>
              <p14:cNvContentPartPr/>
              <p14:nvPr/>
            </p14:nvContentPartPr>
            <p14:xfrm>
              <a:off x="7199784" y="1528056"/>
              <a:ext cx="483480" cy="3578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424C31F-0B1A-843B-1A98-8095E3EFEC0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81784" y="1510056"/>
                <a:ext cx="519120" cy="39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1AFA78B9-2DBD-B665-391D-E6114A090F62}"/>
              </a:ext>
            </a:extLst>
          </p:cNvPr>
          <p:cNvGrpSpPr/>
          <p:nvPr/>
        </p:nvGrpSpPr>
        <p:grpSpPr>
          <a:xfrm>
            <a:off x="7304904" y="2446416"/>
            <a:ext cx="662040" cy="331920"/>
            <a:chOff x="7304904" y="2446416"/>
            <a:chExt cx="66204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661A83-9C55-C372-683E-A02DB672BA2E}"/>
                    </a:ext>
                  </a:extLst>
                </p14:cNvPr>
                <p14:cNvContentPartPr/>
                <p14:nvPr/>
              </p14:nvContentPartPr>
              <p14:xfrm>
                <a:off x="7325424" y="2592216"/>
                <a:ext cx="11520" cy="169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661A83-9C55-C372-683E-A02DB672BA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07424" y="2574576"/>
                  <a:ext cx="47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7A93538-6AFD-DBFC-074B-7FCAFA0F11EF}"/>
                    </a:ext>
                  </a:extLst>
                </p14:cNvPr>
                <p14:cNvContentPartPr/>
                <p14:nvPr/>
              </p14:nvContentPartPr>
              <p14:xfrm>
                <a:off x="7304904" y="2578896"/>
                <a:ext cx="96840" cy="72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7A93538-6AFD-DBFC-074B-7FCAFA0F11E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87264" y="2560896"/>
                  <a:ext cx="132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A85CD1-D9A5-70F7-4B54-5AEAE1D70798}"/>
                    </a:ext>
                  </a:extLst>
                </p14:cNvPr>
                <p14:cNvContentPartPr/>
                <p14:nvPr/>
              </p14:nvContentPartPr>
              <p14:xfrm>
                <a:off x="7412904" y="2597256"/>
                <a:ext cx="92520" cy="123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A85CD1-D9A5-70F7-4B54-5AEAE1D707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95264" y="2579616"/>
                  <a:ext cx="128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93F1EAA-83AE-0068-AEF9-6B503A4228E0}"/>
                    </a:ext>
                  </a:extLst>
                </p14:cNvPr>
                <p14:cNvContentPartPr/>
                <p14:nvPr/>
              </p14:nvContentPartPr>
              <p14:xfrm>
                <a:off x="7513344" y="2597976"/>
                <a:ext cx="8640" cy="180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93F1EAA-83AE-0068-AEF9-6B503A4228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95344" y="2579976"/>
                  <a:ext cx="44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392346-7FBB-258B-E084-9B78B60DC2E2}"/>
                    </a:ext>
                  </a:extLst>
                </p14:cNvPr>
                <p14:cNvContentPartPr/>
                <p14:nvPr/>
              </p14:nvContentPartPr>
              <p14:xfrm>
                <a:off x="7524504" y="2589336"/>
                <a:ext cx="50400" cy="71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392346-7FBB-258B-E084-9B78B60DC2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06504" y="2571696"/>
                  <a:ext cx="86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131498B-1461-4880-33CB-F3C6E58F75DA}"/>
                    </a:ext>
                  </a:extLst>
                </p14:cNvPr>
                <p14:cNvContentPartPr/>
                <p14:nvPr/>
              </p14:nvContentPartPr>
              <p14:xfrm>
                <a:off x="7591824" y="2617056"/>
                <a:ext cx="74520" cy="43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131498B-1461-4880-33CB-F3C6E58F75D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73824" y="2599056"/>
                  <a:ext cx="110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247342B-0AB4-C3D3-EA80-BE92227D6D95}"/>
                    </a:ext>
                  </a:extLst>
                </p14:cNvPr>
                <p14:cNvContentPartPr/>
                <p14:nvPr/>
              </p14:nvContentPartPr>
              <p14:xfrm>
                <a:off x="7659504" y="2455416"/>
                <a:ext cx="20520" cy="228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247342B-0AB4-C3D3-EA80-BE92227D6D9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41504" y="2437776"/>
                  <a:ext cx="56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139B5FC-8461-BAA1-D4A7-88EEDE253F6F}"/>
                    </a:ext>
                  </a:extLst>
                </p14:cNvPr>
                <p14:cNvContentPartPr/>
                <p14:nvPr/>
              </p14:nvContentPartPr>
              <p14:xfrm>
                <a:off x="7715664" y="2603376"/>
                <a:ext cx="88920" cy="62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139B5FC-8461-BAA1-D4A7-88EEDE253F6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97664" y="2585376"/>
                  <a:ext cx="124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B1C471-B008-20DB-82BA-CF1490A4ABC3}"/>
                    </a:ext>
                  </a:extLst>
                </p14:cNvPr>
                <p14:cNvContentPartPr/>
                <p14:nvPr/>
              </p14:nvContentPartPr>
              <p14:xfrm>
                <a:off x="7814664" y="2446416"/>
                <a:ext cx="20520" cy="197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B1C471-B008-20DB-82BA-CF1490A4ABC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97024" y="2428776"/>
                  <a:ext cx="56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938CB4-157D-7085-8AF2-590854A20EBB}"/>
                    </a:ext>
                  </a:extLst>
                </p14:cNvPr>
                <p14:cNvContentPartPr/>
                <p14:nvPr/>
              </p14:nvContentPartPr>
              <p14:xfrm>
                <a:off x="7821504" y="2571336"/>
                <a:ext cx="7200" cy="6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938CB4-157D-7085-8AF2-590854A20E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03504" y="2553696"/>
                  <a:ext cx="42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265B43B-CA79-2DA1-E119-309D216414AC}"/>
                    </a:ext>
                  </a:extLst>
                </p14:cNvPr>
                <p14:cNvContentPartPr/>
                <p14:nvPr/>
              </p14:nvContentPartPr>
              <p14:xfrm>
                <a:off x="7861824" y="2534616"/>
                <a:ext cx="105120" cy="121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265B43B-CA79-2DA1-E119-309D216414A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44184" y="2516616"/>
                  <a:ext cx="1407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C13E4B4-5B42-F490-279C-5002F4F11EB6}"/>
              </a:ext>
            </a:extLst>
          </p:cNvPr>
          <p:cNvGrpSpPr/>
          <p:nvPr/>
        </p:nvGrpSpPr>
        <p:grpSpPr>
          <a:xfrm>
            <a:off x="8115624" y="2398536"/>
            <a:ext cx="1005480" cy="289080"/>
            <a:chOff x="8115624" y="2398536"/>
            <a:chExt cx="100548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662D596-1997-ADB8-8883-929D7047F828}"/>
                    </a:ext>
                  </a:extLst>
                </p14:cNvPr>
                <p14:cNvContentPartPr/>
                <p14:nvPr/>
              </p14:nvContentPartPr>
              <p14:xfrm>
                <a:off x="8115624" y="2532456"/>
                <a:ext cx="74880" cy="155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662D596-1997-ADB8-8883-929D7047F8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97624" y="2514816"/>
                  <a:ext cx="1105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41194A-C078-D509-E8C9-0F06FA6D535C}"/>
                    </a:ext>
                  </a:extLst>
                </p14:cNvPr>
                <p14:cNvContentPartPr/>
                <p14:nvPr/>
              </p14:nvContentPartPr>
              <p14:xfrm>
                <a:off x="8203104" y="2493576"/>
                <a:ext cx="16920" cy="159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841194A-C078-D509-E8C9-0F06FA6D53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185104" y="2475576"/>
                  <a:ext cx="52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B3AE9E9-13A8-C995-A042-0CA801F37CA6}"/>
                    </a:ext>
                  </a:extLst>
                </p14:cNvPr>
                <p14:cNvContentPartPr/>
                <p14:nvPr/>
              </p14:nvContentPartPr>
              <p14:xfrm>
                <a:off x="8246664" y="2580696"/>
                <a:ext cx="17280" cy="87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B3AE9E9-13A8-C995-A042-0CA801F37CA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29024" y="2563056"/>
                  <a:ext cx="52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9747834-3F08-BF4D-5DCD-58F9A889ED32}"/>
                    </a:ext>
                  </a:extLst>
                </p14:cNvPr>
                <p14:cNvContentPartPr/>
                <p14:nvPr/>
              </p14:nvContentPartPr>
              <p14:xfrm>
                <a:off x="8276904" y="2522016"/>
                <a:ext cx="24120" cy="21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9747834-3F08-BF4D-5DCD-58F9A889ED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59264" y="2504016"/>
                  <a:ext cx="59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3324FCB-4386-2E2A-A8F8-BAC79CC89C83}"/>
                    </a:ext>
                  </a:extLst>
                </p14:cNvPr>
                <p14:cNvContentPartPr/>
                <p14:nvPr/>
              </p14:nvContentPartPr>
              <p14:xfrm>
                <a:off x="8329464" y="2478816"/>
                <a:ext cx="170640" cy="189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3324FCB-4386-2E2A-A8F8-BAC79CC89C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11824" y="2461176"/>
                  <a:ext cx="206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636BA6-AFF6-08CC-F0E1-CD493EBC7008}"/>
                    </a:ext>
                  </a:extLst>
                </p14:cNvPr>
                <p14:cNvContentPartPr/>
                <p14:nvPr/>
              </p14:nvContentPartPr>
              <p14:xfrm>
                <a:off x="8604504" y="2523816"/>
                <a:ext cx="3600" cy="7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636BA6-AFF6-08CC-F0E1-CD493EBC70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86504" y="2506176"/>
                  <a:ext cx="39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94DD730-A282-9616-40ED-5C4D39F35BFB}"/>
                    </a:ext>
                  </a:extLst>
                </p14:cNvPr>
                <p14:cNvContentPartPr/>
                <p14:nvPr/>
              </p14:nvContentPartPr>
              <p14:xfrm>
                <a:off x="8586504" y="2489976"/>
                <a:ext cx="99360" cy="180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94DD730-A282-9616-40ED-5C4D39F35B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68504" y="2471976"/>
                  <a:ext cx="1350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0B83BFB-95CD-A50E-DCC2-AA1E277AF9B0}"/>
                    </a:ext>
                  </a:extLst>
                </p14:cNvPr>
                <p14:cNvContentPartPr/>
                <p14:nvPr/>
              </p14:nvContentPartPr>
              <p14:xfrm>
                <a:off x="8681904" y="2552256"/>
                <a:ext cx="61920" cy="82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0B83BFB-95CD-A50E-DCC2-AA1E277AF9B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64264" y="2534616"/>
                  <a:ext cx="975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6ECAAB8-6AEA-ECB3-07FD-E7C4C3571D05}"/>
                    </a:ext>
                  </a:extLst>
                </p14:cNvPr>
                <p14:cNvContentPartPr/>
                <p14:nvPr/>
              </p14:nvContentPartPr>
              <p14:xfrm>
                <a:off x="8796024" y="2398536"/>
                <a:ext cx="28080" cy="246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6ECAAB8-6AEA-ECB3-07FD-E7C4C3571D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78024" y="2380896"/>
                  <a:ext cx="63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751D956-C36F-EC20-8157-966E7A4064AC}"/>
                    </a:ext>
                  </a:extLst>
                </p14:cNvPr>
                <p14:cNvContentPartPr/>
                <p14:nvPr/>
              </p14:nvContentPartPr>
              <p14:xfrm>
                <a:off x="8756424" y="2594016"/>
                <a:ext cx="44280" cy="15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751D956-C36F-EC20-8157-966E7A4064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38424" y="2576376"/>
                  <a:ext cx="79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6531C08-EE8B-1955-194B-A1CE83BED4C1}"/>
                    </a:ext>
                  </a:extLst>
                </p14:cNvPr>
                <p14:cNvContentPartPr/>
                <p14:nvPr/>
              </p14:nvContentPartPr>
              <p14:xfrm>
                <a:off x="8872344" y="2451096"/>
                <a:ext cx="56880" cy="213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6531C08-EE8B-1955-194B-A1CE83BED4C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54704" y="2433456"/>
                  <a:ext cx="925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BBD9480-7225-19AC-1A36-56F758495D13}"/>
                    </a:ext>
                  </a:extLst>
                </p14:cNvPr>
                <p14:cNvContentPartPr/>
                <p14:nvPr/>
              </p14:nvContentPartPr>
              <p14:xfrm>
                <a:off x="8840664" y="2516256"/>
                <a:ext cx="280440" cy="148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BBD9480-7225-19AC-1A36-56F758495D1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23024" y="2498616"/>
                  <a:ext cx="316080" cy="18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06430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8F7F-3D8C-B974-E881-ADAD63E21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966D97-8C12-2693-D714-2C97B4E63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956955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A5CE9C-7BCD-D321-B077-3FF6BDD7D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354183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FDC656-7C98-F6F5-836C-91116C9DAA21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C9AC059-7807-F6B8-2AF3-2CC492CBD794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CE0D5-A359-77B4-3937-FEBF12D91030}"/>
              </a:ext>
            </a:extLst>
          </p:cNvPr>
          <p:cNvSpPr txBox="1"/>
          <p:nvPr/>
        </p:nvSpPr>
        <p:spPr>
          <a:xfrm>
            <a:off x="310896" y="5384623"/>
            <a:ext cx="11397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Fourth set of 5 reads started.</a:t>
            </a:r>
          </a:p>
          <a:p>
            <a:r>
              <a:rPr lang="en-US" dirty="0"/>
              <a:t>Copy rows 1-4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AADAAD-A635-08AD-65A2-1C749B95D916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54ABDB-3DF2-25FE-0E4B-44F312900146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48847BF-EBDA-7A0F-C489-1FCB8AC806B1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FC6DDFD-DFE1-6846-EB99-32F45EEEAD17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FC6DDFD-DFE1-6846-EB99-32F45EEEAD1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929156A-36D7-ADC2-71DD-72E9B72194F9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929156A-36D7-ADC2-71DD-72E9B72194F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F24EFA6-B391-56BF-A2E1-C3CE7508E23A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F24EFA6-B391-56BF-A2E1-C3CE7508E23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CCE519-FCDA-096F-73B3-93B1DEA89AFE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CCE519-FCDA-096F-73B3-93B1DEA89A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1A46AF5-F330-A5C5-F363-E442DA07FADC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1A46AF5-F330-A5C5-F363-E442DA07FA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4CF0222-9409-F968-83B5-210F1FB6CBEC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4CF0222-9409-F968-83B5-210F1FB6CB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8154DDC-4330-83A6-62CD-030BA976E0E8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8154DDC-4330-83A6-62CD-030BA976E0E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5E4AF6-9250-AB72-9801-B9987346924F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5E4AF6-9250-AB72-9801-B998734692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A50121E-A5E0-F8B7-8A3A-1DC3041B517D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A50121E-A5E0-F8B7-8A3A-1DC3041B51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49EB789-67F1-A9A7-3DDB-F38B935E9D98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49EB789-67F1-A9A7-3DDB-F38B935E9D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8DF9517-D700-0461-F28A-FBFFC10EDED6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8DF9517-D700-0461-F28A-FBFFC10EDED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A981905-4848-4137-4CF2-50C966FF789B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A981905-4848-4137-4CF2-50C966FF78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341A517-4932-807C-1576-BA7B350C5E82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341A517-4932-807C-1576-BA7B350C5E8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BC5BF60-0D28-3E19-CAB5-1C209BFF62C7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</p:spTree>
    <p:extLst>
      <p:ext uri="{BB962C8B-B14F-4D97-AF65-F5344CB8AC3E}">
        <p14:creationId xmlns:p14="http://schemas.microsoft.com/office/powerpoint/2010/main" val="3488643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B122D-6632-E745-0385-C03FAF01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E2821D-DA58-E078-50DF-F00CC63F5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788230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DC6D6F-D5F5-1883-9390-A97B50EDE623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4FC27F-09CD-0D0B-9AF2-F0A32C073D0E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AF20D2-E0BA-335C-0669-7473ECC2C87A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424025-332C-A38B-597B-6507259D32B2}"/>
              </a:ext>
            </a:extLst>
          </p:cNvPr>
          <p:cNvSpPr txBox="1"/>
          <p:nvPr/>
        </p:nvSpPr>
        <p:spPr>
          <a:xfrm>
            <a:off x="310896" y="5384623"/>
            <a:ext cx="11397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Fourth set of 5 reads completed.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A2ECDD-4A3C-5D3C-5FD9-F89E33BDE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239524"/>
              </p:ext>
            </p:extLst>
          </p:nvPr>
        </p:nvGraphicFramePr>
        <p:xfrm>
          <a:off x="68027" y="459062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892EE8-9C63-0292-1CDB-5558DD004A4A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AA10523-FB1E-0C0A-9F9C-650973E5DF07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FD01AB6-0723-BD85-1E37-C172C06AC454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FD01AB6-0723-BD85-1E37-C172C06AC45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943B6FE-6EF5-2332-2ECC-D1451DF095DD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943B6FE-6EF5-2332-2ECC-D1451DF095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0B30A81-1996-558D-6D68-256182432B70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0B30A81-1996-558D-6D68-256182432B7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9233FB4-406F-FBEC-ABDD-EB3BA4FE5FF1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9233FB4-406F-FBEC-ABDD-EB3BA4FE5FF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71F4B46-3CAC-5587-97A0-57CF7952C516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71F4B46-3CAC-5587-97A0-57CF7952C5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A35DB04-0031-43D0-3751-01905AEB87C6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A35DB04-0031-43D0-3751-01905AEB87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AB4475E-51B5-DA55-A848-89FDF7F7A071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AB4475E-51B5-DA55-A848-89FDF7F7A0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A82DD8F-8306-4FA3-2E34-DCAC173F35CC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A82DD8F-8306-4FA3-2E34-DCAC173F35C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C8E4FB9-301B-5BAA-FD4D-ED5044F0AF53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C8E4FB9-301B-5BAA-FD4D-ED5044F0AF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BAE0FEA-0C20-C456-3588-DAFD216F0C5B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BAE0FEA-0C20-C456-3588-DAFD216F0C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8031E59-6B58-1287-16E4-C2A136306B51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8031E59-6B58-1287-16E4-C2A136306B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91980DD-91D8-4BA7-6833-6E2CDBA1B703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91980DD-91D8-4BA7-6833-6E2CDBA1B7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0D12783-5B40-8435-3545-2F1F9AE398C9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0D12783-5B40-8435-3545-2F1F9AE398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61D873E-8F20-8777-820E-41539FAC74DA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</p:spTree>
    <p:extLst>
      <p:ext uri="{BB962C8B-B14F-4D97-AF65-F5344CB8AC3E}">
        <p14:creationId xmlns:p14="http://schemas.microsoft.com/office/powerpoint/2010/main" val="484057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482F-D109-C8D5-39FA-376E5471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7FB8DF-AA50-1F3F-B8D8-DCC5A7643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069671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768D67-CCB3-F9E4-5232-9B056BDB9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39966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6C4E6D-77A0-DE87-C5B1-1C1E266E30CA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4B390D1-1051-1F93-B88E-7B1D5826D7AA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0EB5E5-A6D5-E9BF-A942-BF87B715C9C6}"/>
              </a:ext>
            </a:extLst>
          </p:cNvPr>
          <p:cNvSpPr txBox="1"/>
          <p:nvPr/>
        </p:nvSpPr>
        <p:spPr>
          <a:xfrm>
            <a:off x="173737" y="5380672"/>
            <a:ext cx="1139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Fifth set of 5 reads started. Slide start</a:t>
            </a:r>
          </a:p>
          <a:p>
            <a:r>
              <a:rPr lang="en-US" dirty="0"/>
              <a:t>Copy last row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DF951B-33D2-DF3B-8512-D9AAFC56E07C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F45DC9-9AB7-70F2-9805-838B1908EEF8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3C58D3E-9D5B-2480-52DE-D3A8C26D80E5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2FBA13C-AF63-16C7-1E28-A0AB1BD82EC2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2FBA13C-AF63-16C7-1E28-A0AB1BD82E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2B2243C-5DAA-D96E-7818-F99E57517D99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2B2243C-5DAA-D96E-7818-F99E57517D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F4FFBA1-4A33-DAF7-1150-60AC46EF9DE8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F4FFBA1-4A33-DAF7-1150-60AC46EF9D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6CAF208-48E5-9CAC-9221-4974915FDAA4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6CAF208-48E5-9CAC-9221-4974915FDAA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C4CDAD1-D215-AA00-F11F-7B6AE6200391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C4CDAD1-D215-AA00-F11F-7B6AE62003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07440E-5C48-C2F9-3384-E562ACF8E247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07440E-5C48-C2F9-3384-E562ACF8E24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850D87A-75D3-00EF-ECA1-3F56A9E8741B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850D87A-75D3-00EF-ECA1-3F56A9E874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90CEC05-AE56-9C14-B62F-32528C2B4426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90CEC05-AE56-9C14-B62F-32528C2B442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9DB876A-7728-B1D3-4801-E2474DC78443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9DB876A-7728-B1D3-4801-E2474DC784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6FB1E1D-4F63-C6A0-DC3A-2E4A103252A7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6FB1E1D-4F63-C6A0-DC3A-2E4A103252A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7B8E2C-C5CC-42A7-DFD0-5F4946DBBE66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7B8E2C-C5CC-42A7-DFD0-5F4946DBBE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4DDA5A6-D035-E9F1-5556-D44EEE82308A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4DDA5A6-D035-E9F1-5556-D44EEE8230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9AC9920-9DEB-3BE0-3BE3-3109F9A661AA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9AC9920-9DEB-3BE0-3BE3-3109F9A661A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8506169-6969-C159-5F0E-BA8AE72EFCAC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808B38-21A1-3571-6213-2DC21ECFB13F}"/>
              </a:ext>
            </a:extLst>
          </p:cNvPr>
          <p:cNvGrpSpPr/>
          <p:nvPr/>
        </p:nvGrpSpPr>
        <p:grpSpPr>
          <a:xfrm>
            <a:off x="511344" y="538056"/>
            <a:ext cx="148680" cy="201960"/>
            <a:chOff x="511344" y="538056"/>
            <a:chExt cx="14868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72D3D49-3237-662D-B806-787D5B925A14}"/>
                    </a:ext>
                  </a:extLst>
                </p14:cNvPr>
                <p14:cNvContentPartPr/>
                <p14:nvPr/>
              </p14:nvContentPartPr>
              <p14:xfrm>
                <a:off x="548424" y="538056"/>
                <a:ext cx="94680" cy="174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2D3D49-3237-662D-B806-787D5B925A1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0424" y="520416"/>
                  <a:ext cx="130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5595CCF-0DCD-94F3-51D9-D51E2E95D8E0}"/>
                    </a:ext>
                  </a:extLst>
                </p14:cNvPr>
                <p14:cNvContentPartPr/>
                <p14:nvPr/>
              </p14:nvContentPartPr>
              <p14:xfrm>
                <a:off x="511344" y="724176"/>
                <a:ext cx="148680" cy="1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5595CCF-0DCD-94F3-51D9-D51E2E95D8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3704" y="706536"/>
                  <a:ext cx="184320" cy="5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201144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E8FD-DCC4-4D97-7C49-EA40E92A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42458B-31EF-711C-B3C4-FE1080F2F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650188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DF9AC5-A1B7-E646-553C-45AA2B150A34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1BAD2A-D4A6-A1DE-3065-C1787995C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894831"/>
              </p:ext>
            </p:extLst>
          </p:nvPr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D8FE840-00BB-B7E2-22A7-5FEBF059D421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1258A1-61D7-72DC-E803-24A9145B24A2}"/>
              </a:ext>
            </a:extLst>
          </p:cNvPr>
          <p:cNvSpPr txBox="1"/>
          <p:nvPr/>
        </p:nvSpPr>
        <p:spPr>
          <a:xfrm>
            <a:off x="310896" y="5384623"/>
            <a:ext cx="1139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Fifth set of 5 reads started</a:t>
            </a:r>
          </a:p>
          <a:p>
            <a:r>
              <a:rPr lang="en-US" dirty="0"/>
              <a:t>Copy Buffer 2 to matrix. Last slide of the row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A44E16-EB7D-F717-A05E-A038EA45A3A9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A45F7B-BB0E-4E4E-384D-682EB9B4F352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8014E9B-CE49-3D1D-6F3D-A403DE8CF9FD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7D3459C-20BD-E4D3-584A-6BCE996A83E6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7D3459C-20BD-E4D3-584A-6BCE996A83E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9A8346-1738-9639-91A1-87075F391BD4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9A8346-1738-9639-91A1-87075F391B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B06CA4C-D509-399C-12D4-92DB039E7C17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B06CA4C-D509-399C-12D4-92DB039E7C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600092B-F8AE-F0AB-2EE0-CDE6F413D18D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600092B-F8AE-F0AB-2EE0-CDE6F413D1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8419841-317F-14AB-8905-8A980C378367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8419841-317F-14AB-8905-8A980C3783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7D1E962-24E2-3BF7-1ED5-34472E0CBADD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7D1E962-24E2-3BF7-1ED5-34472E0CBA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5FC1F2F-0C6F-6A45-28F0-67DCC2D0D765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5FC1F2F-0C6F-6A45-28F0-67DCC2D0D7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E4DB358-FC31-E417-9FBC-7A626C17F902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E4DB358-FC31-E417-9FBC-7A626C17F9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390CE5E-1367-19BC-2E9B-1ECCF45E15C4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390CE5E-1367-19BC-2E9B-1ECCF45E15C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4C999DA-58FF-9E27-8203-11DB60234B76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4C999DA-58FF-9E27-8203-11DB60234B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9CCE153-BDC3-182D-6C43-211BF7EDBFFE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9CCE153-BDC3-182D-6C43-211BF7EDBF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89D6297-4938-DF4F-9078-CD03CBB00740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89D6297-4938-DF4F-9078-CD03CBB007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6486017-38A4-7BD1-630F-1411575E93C3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6486017-38A4-7BD1-630F-1411575E93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82C780D-19ED-D982-5BE5-305727FEC69F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F62B52-848F-A352-628B-5B117F194194}"/>
              </a:ext>
            </a:extLst>
          </p:cNvPr>
          <p:cNvGrpSpPr/>
          <p:nvPr/>
        </p:nvGrpSpPr>
        <p:grpSpPr>
          <a:xfrm>
            <a:off x="496584" y="617976"/>
            <a:ext cx="106200" cy="150120"/>
            <a:chOff x="496584" y="617976"/>
            <a:chExt cx="10620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4E0179-57DD-DB12-5981-0F56F3A8497C}"/>
                    </a:ext>
                  </a:extLst>
                </p14:cNvPr>
                <p14:cNvContentPartPr/>
                <p14:nvPr/>
              </p14:nvContentPartPr>
              <p14:xfrm>
                <a:off x="508824" y="617976"/>
                <a:ext cx="60840" cy="131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4E0179-57DD-DB12-5981-0F56F3A849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1184" y="599976"/>
                  <a:ext cx="96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325FB9-921A-ADF7-F91F-35C4969BAEA1}"/>
                    </a:ext>
                  </a:extLst>
                </p14:cNvPr>
                <p14:cNvContentPartPr/>
                <p14:nvPr/>
              </p14:nvContentPartPr>
              <p14:xfrm>
                <a:off x="496584" y="764136"/>
                <a:ext cx="106200" cy="3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325FB9-921A-ADF7-F91F-35C4969BAEA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8584" y="746136"/>
                  <a:ext cx="14184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A147893-32A6-336A-4375-EED68E659EE8}"/>
                  </a:ext>
                </a:extLst>
              </p14:cNvPr>
              <p14:cNvContentPartPr/>
              <p14:nvPr/>
            </p14:nvContentPartPr>
            <p14:xfrm>
              <a:off x="518904" y="945936"/>
              <a:ext cx="137880" cy="126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A147893-32A6-336A-4375-EED68E659EE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0904" y="927936"/>
                <a:ext cx="173520" cy="16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2669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81C1-DF43-01EF-CD85-97E96C19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4A09DF-4DFE-1B42-6564-15A30412C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975649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A1A669-3D8A-FA3A-3D96-BF98F7D5B0DF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74E0FD-63DB-0A82-2645-A1C1E6FB83B7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028D21-02DA-FFB5-5CC7-46882B5E5C32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E0BC5-0A36-2493-9767-7C34FE9CE88E}"/>
              </a:ext>
            </a:extLst>
          </p:cNvPr>
          <p:cNvSpPr txBox="1"/>
          <p:nvPr/>
        </p:nvSpPr>
        <p:spPr>
          <a:xfrm>
            <a:off x="310896" y="5384623"/>
            <a:ext cx="1139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Fifth set of 5 reads started.</a:t>
            </a:r>
          </a:p>
          <a:p>
            <a:r>
              <a:rPr lang="en-US" dirty="0"/>
              <a:t>Copy matrix index 0 to row buffer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F66D83-E89E-ED64-AC83-D7A5FC8FB2BE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F198BF-607A-4114-57E3-F8323A55E896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626F093-0587-5BE6-F448-E41DFE280CA8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20E570F-8ABB-8F94-9B08-16FF0C8C4201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20E570F-8ABB-8F94-9B08-16FF0C8C420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85DFC22-501B-B834-5664-0A5612DDFF6A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85DFC22-501B-B834-5664-0A5612DDFF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EEC7B96-3F18-57B5-EE1A-B82D07029BCF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EEC7B96-3F18-57B5-EE1A-B82D07029B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901DC64-836D-8A0C-7E98-5089B2C22F19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901DC64-836D-8A0C-7E98-5089B2C22F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B4EC7A1-C4EE-CE8A-9E61-E9BCD1DF39F8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B4EC7A1-C4EE-CE8A-9E61-E9BCD1DF39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96B29CA-048F-3B38-BC16-66097A2F7F81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96B29CA-048F-3B38-BC16-66097A2F7F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E1ACEFA-5A38-E198-94E9-F59ED859CB97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E1ACEFA-5A38-E198-94E9-F59ED859CB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0DCF655-B86F-440B-8AB4-A2B5C7C2E1D9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0DCF655-B86F-440B-8AB4-A2B5C7C2E1D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E771096-5FB5-6281-7D02-2542A0531EAF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E771096-5FB5-6281-7D02-2542A0531EA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4D2E148-66D5-9C67-C91B-48872F71AE0B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4D2E148-66D5-9C67-C91B-48872F71AE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82031D5-2066-1FE2-D9E4-941073FF4218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82031D5-2066-1FE2-D9E4-941073FF42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590C625-5123-ED3C-B80D-342DBF1F3343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590C625-5123-ED3C-B80D-342DBF1F33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B73EFDD-1B7A-7053-B5C2-B7AC347ED5A0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B73EFDD-1B7A-7053-B5C2-B7AC347ED5A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7531988-FC4E-CC1F-30F7-7C7A84F8D0BF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A48EB3-0406-5733-6024-43DB9F2B2A5F}"/>
              </a:ext>
            </a:extLst>
          </p:cNvPr>
          <p:cNvSpPr txBox="1"/>
          <p:nvPr/>
        </p:nvSpPr>
        <p:spPr>
          <a:xfrm>
            <a:off x="467784" y="4773168"/>
            <a:ext cx="1070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                                                   index 1                                                index 2                                                   index 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717598A-2737-A479-344C-C5AFCBD50359}"/>
                  </a:ext>
                </a:extLst>
              </p14:cNvPr>
              <p14:cNvContentPartPr/>
              <p14:nvPr/>
            </p14:nvContentPartPr>
            <p14:xfrm>
              <a:off x="613224" y="538056"/>
              <a:ext cx="14400" cy="142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717598A-2737-A479-344C-C5AFCBD5035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5224" y="520416"/>
                <a:ext cx="5004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BD99C01-D302-0A2A-CFD9-E00521FC45A3}"/>
                  </a:ext>
                </a:extLst>
              </p14:cNvPr>
              <p14:cNvContentPartPr/>
              <p14:nvPr/>
            </p14:nvContentPartPr>
            <p14:xfrm>
              <a:off x="529344" y="896976"/>
              <a:ext cx="79920" cy="132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BD99C01-D302-0A2A-CFD9-E00521FC45A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1704" y="879336"/>
                <a:ext cx="11556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6C83612-E509-FA3B-F5FD-ECEDC0D45172}"/>
                  </a:ext>
                </a:extLst>
              </p14:cNvPr>
              <p14:cNvContentPartPr/>
              <p14:nvPr/>
            </p14:nvContentPartPr>
            <p14:xfrm>
              <a:off x="1288944" y="601416"/>
              <a:ext cx="92160" cy="132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6C83612-E509-FA3B-F5FD-ECEDC0D4517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70944" y="583416"/>
                <a:ext cx="1278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398A465-B2B8-3F9E-C457-1F5208865304}"/>
                  </a:ext>
                </a:extLst>
              </p14:cNvPr>
              <p14:cNvContentPartPr/>
              <p14:nvPr/>
            </p14:nvContentPartPr>
            <p14:xfrm>
              <a:off x="1308384" y="913536"/>
              <a:ext cx="67680" cy="156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398A465-B2B8-3F9E-C457-1F52088653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90384" y="895536"/>
                <a:ext cx="103320" cy="19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08C7A066-F977-97D0-2E8B-A71E652F56A5}"/>
              </a:ext>
            </a:extLst>
          </p:cNvPr>
          <p:cNvGrpSpPr/>
          <p:nvPr/>
        </p:nvGrpSpPr>
        <p:grpSpPr>
          <a:xfrm>
            <a:off x="2070144" y="578016"/>
            <a:ext cx="98640" cy="159840"/>
            <a:chOff x="2070144" y="578016"/>
            <a:chExt cx="9864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89051C-A58B-7DBD-D524-594E159F9207}"/>
                    </a:ext>
                  </a:extLst>
                </p14:cNvPr>
                <p14:cNvContentPartPr/>
                <p14:nvPr/>
              </p14:nvContentPartPr>
              <p14:xfrm>
                <a:off x="2070144" y="578016"/>
                <a:ext cx="20880" cy="159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89051C-A58B-7DBD-D524-594E159F92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52504" y="560016"/>
                  <a:ext cx="565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CF1273-FC07-83CA-89EF-A89CFCC54DED}"/>
                    </a:ext>
                  </a:extLst>
                </p14:cNvPr>
                <p14:cNvContentPartPr/>
                <p14:nvPr/>
              </p14:nvContentPartPr>
              <p14:xfrm>
                <a:off x="2084184" y="581976"/>
                <a:ext cx="84600" cy="23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CF1273-FC07-83CA-89EF-A89CFCC54D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66184" y="563976"/>
                  <a:ext cx="12024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A25DC1C-61B2-EB6B-4EBF-3D94BFF61C59}"/>
                  </a:ext>
                </a:extLst>
              </p14:cNvPr>
              <p14:cNvContentPartPr/>
              <p14:nvPr/>
            </p14:nvContentPartPr>
            <p14:xfrm>
              <a:off x="1970064" y="923976"/>
              <a:ext cx="70560" cy="131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A25DC1C-61B2-EB6B-4EBF-3D94BFF61C5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52064" y="906336"/>
                <a:ext cx="10620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848A2B9-B1CB-D136-008C-51AA88934130}"/>
                  </a:ext>
                </a:extLst>
              </p14:cNvPr>
              <p14:cNvContentPartPr/>
              <p14:nvPr/>
            </p14:nvContentPartPr>
            <p14:xfrm>
              <a:off x="2817144" y="543816"/>
              <a:ext cx="67680" cy="140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848A2B9-B1CB-D136-008C-51AA8893413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99144" y="526176"/>
                <a:ext cx="1033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FFCDD6C-3FE3-0C10-A4CE-EDA22944AEB3}"/>
                  </a:ext>
                </a:extLst>
              </p14:cNvPr>
              <p14:cNvContentPartPr/>
              <p14:nvPr/>
            </p14:nvContentPartPr>
            <p14:xfrm>
              <a:off x="2771424" y="941976"/>
              <a:ext cx="102960" cy="134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FFCDD6C-3FE3-0C10-A4CE-EDA22944AEB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53424" y="924336"/>
                <a:ext cx="138600" cy="17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7975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7ED3A-4CD5-83E8-EA0B-1B30D0B4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3B7B98-0E92-FDCB-8886-EC5AB3EA9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070380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6A28A4-C9D5-5A58-3CC5-C12BACF88EAA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013B33-189C-9F70-115A-B649EBCB49FD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1A10D0B-3471-951B-5CCD-CDFBFB534A17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DEFC74-467D-E8AB-9301-DFF2CA2E8672}"/>
              </a:ext>
            </a:extLst>
          </p:cNvPr>
          <p:cNvSpPr txBox="1"/>
          <p:nvPr/>
        </p:nvSpPr>
        <p:spPr>
          <a:xfrm>
            <a:off x="310896" y="5384623"/>
            <a:ext cx="1139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Fifth set of 5 reads started. Can clear slide buffer.</a:t>
            </a:r>
          </a:p>
          <a:p>
            <a:endParaRPr lang="en-US" dirty="0"/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326E3A-016C-9A4B-60D3-63CEA3A24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380989"/>
              </p:ext>
            </p:extLst>
          </p:nvPr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8416D3-9996-955B-EB0C-BA48D11F3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97554"/>
              </p:ext>
            </p:extLst>
          </p:nvPr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60D83C2-67BB-1F4B-A97B-C00F3CEAB961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2233552-E0D2-9645-2CED-AFA16421D16E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2233552-E0D2-9645-2CED-AFA16421D16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E8F20C9-1BDA-BB9B-1211-92F5899CFBDB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E8F20C9-1BDA-BB9B-1211-92F5899CFB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D09C3CA-B75B-3C05-0583-B240D4B7FECB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D09C3CA-B75B-3C05-0583-B240D4B7FE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2736F4C-D972-CCFB-69A6-2514B79E5E6D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2736F4C-D972-CCFB-69A6-2514B79E5E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7C17CA-E0CF-473B-2CF2-18BA06FE89AF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7C17CA-E0CF-473B-2CF2-18BA06FE89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C57BAA1-6E14-9993-2AF1-B231BA6F18E1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C57BAA1-6E14-9993-2AF1-B231BA6F18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70C8F1C-88E2-D60D-B144-4D2E1D26F2E6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70C8F1C-88E2-D60D-B144-4D2E1D26F2E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BA07AC3-8D1D-BD75-E804-E1E28AC47397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BA07AC3-8D1D-BD75-E804-E1E28AC4739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B570B8-904B-275B-3707-4A6245B90206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B570B8-904B-275B-3707-4A6245B9020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0FD77E9-AB71-A84E-9701-1D4D1D5DDDCC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0FD77E9-AB71-A84E-9701-1D4D1D5DDD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E32E3C-7E12-6A78-482A-1FE779740CA7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E32E3C-7E12-6A78-482A-1FE779740C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9DBC6DA-1334-D295-E7D0-8E9299C6BD47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9DBC6DA-1334-D295-E7D0-8E9299C6BD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359BB6A-2A0B-1775-ACB0-E0C0696F5BC1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359BB6A-2A0B-1775-ACB0-E0C0696F5B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3ECB97-2193-2250-FD0C-76765A7FD287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4690C-C373-21E8-D9C1-6CD6609B3CCC}"/>
              </a:ext>
            </a:extLst>
          </p:cNvPr>
          <p:cNvSpPr txBox="1"/>
          <p:nvPr/>
        </p:nvSpPr>
        <p:spPr>
          <a:xfrm>
            <a:off x="467784" y="4773168"/>
            <a:ext cx="1070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                                                   index 1                                                index 2                                                   index 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84359AF-1529-B59B-A1FC-AC1A9F71A984}"/>
                  </a:ext>
                </a:extLst>
              </p14:cNvPr>
              <p14:cNvContentPartPr/>
              <p14:nvPr/>
            </p14:nvContentPartPr>
            <p14:xfrm>
              <a:off x="2817144" y="543816"/>
              <a:ext cx="67680" cy="140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84359AF-1529-B59B-A1FC-AC1A9F71A98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99144" y="525816"/>
                <a:ext cx="1033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A0DD112-8EA7-8C7E-84CF-4AAA89527711}"/>
                  </a:ext>
                </a:extLst>
              </p14:cNvPr>
              <p14:cNvContentPartPr/>
              <p14:nvPr/>
            </p14:nvContentPartPr>
            <p14:xfrm>
              <a:off x="2771424" y="941976"/>
              <a:ext cx="102960" cy="134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A0DD112-8EA7-8C7E-84CF-4AAA8952771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53424" y="923976"/>
                <a:ext cx="13860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D226440-E4D6-D776-1CCE-FEADE38CDF29}"/>
                  </a:ext>
                </a:extLst>
              </p14:cNvPr>
              <p14:cNvContentPartPr/>
              <p14:nvPr/>
            </p14:nvContentPartPr>
            <p14:xfrm>
              <a:off x="3377664" y="530136"/>
              <a:ext cx="77760" cy="150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D226440-E4D6-D776-1CCE-FEADE38CDF2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60024" y="512136"/>
                <a:ext cx="11340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6122B9B9-3D36-BA41-0069-BEBDB68D7C84}"/>
              </a:ext>
            </a:extLst>
          </p:cNvPr>
          <p:cNvGrpSpPr/>
          <p:nvPr/>
        </p:nvGrpSpPr>
        <p:grpSpPr>
          <a:xfrm>
            <a:off x="3315744" y="942336"/>
            <a:ext cx="94680" cy="72360"/>
            <a:chOff x="3315744" y="942336"/>
            <a:chExt cx="94680" cy="7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CDD924-A8BF-B9AF-4B6D-4A3EEBB3C6C4}"/>
                    </a:ext>
                  </a:extLst>
                </p14:cNvPr>
                <p14:cNvContentPartPr/>
                <p14:nvPr/>
              </p14:nvContentPartPr>
              <p14:xfrm>
                <a:off x="3315744" y="942336"/>
                <a:ext cx="3960" cy="64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CDD924-A8BF-B9AF-4B6D-4A3EEBB3C6C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98104" y="924696"/>
                  <a:ext cx="39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B929443-9BFA-F112-4466-7BA85FF59187}"/>
                    </a:ext>
                  </a:extLst>
                </p14:cNvPr>
                <p14:cNvContentPartPr/>
                <p14:nvPr/>
              </p14:nvContentPartPr>
              <p14:xfrm>
                <a:off x="3352824" y="957816"/>
                <a:ext cx="57600" cy="56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B929443-9BFA-F112-4466-7BA85FF5918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35184" y="940176"/>
                  <a:ext cx="9324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5106D3-98FB-468C-6417-1F5E481BBDF4}"/>
              </a:ext>
            </a:extLst>
          </p:cNvPr>
          <p:cNvGrpSpPr/>
          <p:nvPr/>
        </p:nvGrpSpPr>
        <p:grpSpPr>
          <a:xfrm>
            <a:off x="3977424" y="591696"/>
            <a:ext cx="57960" cy="127080"/>
            <a:chOff x="3977424" y="591696"/>
            <a:chExt cx="5796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6EA841-8470-88BE-7CF7-463ED946AA24}"/>
                    </a:ext>
                  </a:extLst>
                </p14:cNvPr>
                <p14:cNvContentPartPr/>
                <p14:nvPr/>
              </p14:nvContentPartPr>
              <p14:xfrm>
                <a:off x="3977424" y="591696"/>
                <a:ext cx="10440" cy="79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6EA841-8470-88BE-7CF7-463ED946AA2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59424" y="574056"/>
                  <a:ext cx="46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ABB589-D9FD-E45B-2A20-782EA6683A2C}"/>
                    </a:ext>
                  </a:extLst>
                </p14:cNvPr>
                <p14:cNvContentPartPr/>
                <p14:nvPr/>
              </p14:nvContentPartPr>
              <p14:xfrm>
                <a:off x="4021344" y="614736"/>
                <a:ext cx="14040" cy="10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ABB589-D9FD-E45B-2A20-782EA6683A2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03344" y="597096"/>
                  <a:ext cx="496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16ADEB6-AFC5-11C1-09F6-753D2A4E4A4C}"/>
              </a:ext>
            </a:extLst>
          </p:cNvPr>
          <p:cNvGrpSpPr/>
          <p:nvPr/>
        </p:nvGrpSpPr>
        <p:grpSpPr>
          <a:xfrm>
            <a:off x="3984264" y="917856"/>
            <a:ext cx="98280" cy="126000"/>
            <a:chOff x="3984264" y="917856"/>
            <a:chExt cx="9828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B3162A9-F800-E40A-433B-356031FC5672}"/>
                    </a:ext>
                  </a:extLst>
                </p14:cNvPr>
                <p14:cNvContentPartPr/>
                <p14:nvPr/>
              </p14:nvContentPartPr>
              <p14:xfrm>
                <a:off x="3984264" y="917856"/>
                <a:ext cx="10440" cy="70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B3162A9-F800-E40A-433B-356031FC56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66264" y="899856"/>
                  <a:ext cx="46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3DD7D8-259B-9FD9-11FB-7B2624729BDE}"/>
                    </a:ext>
                  </a:extLst>
                </p14:cNvPr>
                <p14:cNvContentPartPr/>
                <p14:nvPr/>
              </p14:nvContentPartPr>
              <p14:xfrm>
                <a:off x="4016304" y="955656"/>
                <a:ext cx="66240" cy="88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3DD7D8-259B-9FD9-11FB-7B2624729B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98304" y="937656"/>
                  <a:ext cx="10188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C04E4BB-3009-9A0A-F47D-E9D6EA1A219C}"/>
              </a:ext>
            </a:extLst>
          </p:cNvPr>
          <p:cNvGrpSpPr/>
          <p:nvPr/>
        </p:nvGrpSpPr>
        <p:grpSpPr>
          <a:xfrm>
            <a:off x="4581504" y="560736"/>
            <a:ext cx="100080" cy="192240"/>
            <a:chOff x="4581504" y="560736"/>
            <a:chExt cx="10008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3B125D-A85D-2B79-BAEB-315A5EECBE30}"/>
                    </a:ext>
                  </a:extLst>
                </p14:cNvPr>
                <p14:cNvContentPartPr/>
                <p14:nvPr/>
              </p14:nvContentPartPr>
              <p14:xfrm>
                <a:off x="4581504" y="562176"/>
                <a:ext cx="17280" cy="105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3B125D-A85D-2B79-BAEB-315A5EECBE3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63504" y="544176"/>
                  <a:ext cx="52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7D57077-DD1C-0FCD-D6F9-8A10EC2384AA}"/>
                    </a:ext>
                  </a:extLst>
                </p14:cNvPr>
                <p14:cNvContentPartPr/>
                <p14:nvPr/>
              </p14:nvContentPartPr>
              <p14:xfrm>
                <a:off x="4605264" y="560736"/>
                <a:ext cx="76320" cy="192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7D57077-DD1C-0FCD-D6F9-8A10EC2384A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87264" y="543096"/>
                  <a:ext cx="11196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AE43315-B7C0-D648-F104-696AA93EC86F}"/>
              </a:ext>
            </a:extLst>
          </p:cNvPr>
          <p:cNvGrpSpPr/>
          <p:nvPr/>
        </p:nvGrpSpPr>
        <p:grpSpPr>
          <a:xfrm>
            <a:off x="4443264" y="977976"/>
            <a:ext cx="101520" cy="169920"/>
            <a:chOff x="4443264" y="977976"/>
            <a:chExt cx="10152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4A2324-032B-F0EF-F3EF-682DF188B7EA}"/>
                    </a:ext>
                  </a:extLst>
                </p14:cNvPr>
                <p14:cNvContentPartPr/>
                <p14:nvPr/>
              </p14:nvContentPartPr>
              <p14:xfrm>
                <a:off x="4443264" y="977976"/>
                <a:ext cx="13680" cy="77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4A2324-032B-F0EF-F3EF-682DF188B7E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25264" y="959976"/>
                  <a:ext cx="49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B0AD4CC-6B4C-145A-6780-E6C7DD0D6669}"/>
                    </a:ext>
                  </a:extLst>
                </p14:cNvPr>
                <p14:cNvContentPartPr/>
                <p14:nvPr/>
              </p14:nvContentPartPr>
              <p14:xfrm>
                <a:off x="4485744" y="984096"/>
                <a:ext cx="59040" cy="163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B0AD4CC-6B4C-145A-6780-E6C7DD0D666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67744" y="966456"/>
                  <a:ext cx="9468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0F8F0BC-C048-59B2-0CD3-D31C23859D8B}"/>
              </a:ext>
            </a:extLst>
          </p:cNvPr>
          <p:cNvGrpSpPr/>
          <p:nvPr/>
        </p:nvGrpSpPr>
        <p:grpSpPr>
          <a:xfrm>
            <a:off x="5121504" y="594936"/>
            <a:ext cx="206280" cy="123120"/>
            <a:chOff x="5121504" y="594936"/>
            <a:chExt cx="20628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9430F8-18BB-A099-3CE1-FDDEFC938B2F}"/>
                    </a:ext>
                  </a:extLst>
                </p14:cNvPr>
                <p14:cNvContentPartPr/>
                <p14:nvPr/>
              </p14:nvContentPartPr>
              <p14:xfrm>
                <a:off x="5121504" y="610416"/>
                <a:ext cx="10440" cy="78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9430F8-18BB-A099-3CE1-FDDEFC938B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03504" y="592416"/>
                  <a:ext cx="460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A35C7A2-6B5E-B162-DCB4-A38693408DD7}"/>
                    </a:ext>
                  </a:extLst>
                </p14:cNvPr>
                <p14:cNvContentPartPr/>
                <p14:nvPr/>
              </p14:nvContentPartPr>
              <p14:xfrm>
                <a:off x="5195304" y="627336"/>
                <a:ext cx="41040" cy="90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A35C7A2-6B5E-B162-DCB4-A38693408DD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77664" y="609336"/>
                  <a:ext cx="76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6691FE5-65F0-80D6-0491-4606E3D31503}"/>
                    </a:ext>
                  </a:extLst>
                </p14:cNvPr>
                <p14:cNvContentPartPr/>
                <p14:nvPr/>
              </p14:nvContentPartPr>
              <p14:xfrm>
                <a:off x="5226264" y="594936"/>
                <a:ext cx="101520" cy="23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6691FE5-65F0-80D6-0491-4606E3D3150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08264" y="577296"/>
                  <a:ext cx="137160" cy="5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0803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33F0-754A-ECCB-8FAD-C9C57D57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89B2B6-3970-8681-744C-DCAE946E7EA9}"/>
              </a:ext>
            </a:extLst>
          </p:cNvPr>
          <p:cNvGraphicFramePr>
            <a:graphicFrameLocks noGrp="1"/>
          </p:cNvGraphicFramePr>
          <p:nvPr/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D22E8C-E9A1-112B-6685-6C6D719EA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9147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8988FF-F762-940D-E1C9-1B94BC883AA0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9455181-C603-A036-F4F7-A7909D112A18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3FF39-6023-A5DE-4844-501D941B4C25}"/>
              </a:ext>
            </a:extLst>
          </p:cNvPr>
          <p:cNvSpPr txBox="1"/>
          <p:nvPr/>
        </p:nvSpPr>
        <p:spPr>
          <a:xfrm>
            <a:off x="310896" y="5384623"/>
            <a:ext cx="113975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Fifth set of 5 reads started. Can clear slide buffer.</a:t>
            </a:r>
          </a:p>
          <a:p>
            <a:r>
              <a:rPr lang="en-US" dirty="0"/>
              <a:t>Copy buffer 1 row 1 to buffer 2</a:t>
            </a:r>
          </a:p>
          <a:p>
            <a:endParaRPr lang="en-US" dirty="0"/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0D61C6-1CCC-4DD0-A9FA-1318A58AE1FC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9F05F2-B8E9-2B9E-1C25-187959DA6753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6CB50FB-5353-FA4A-CFC8-3BD6DBFC355D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3AE5E3-9A6A-5D93-7C06-9A59C5463F21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3AE5E3-9A6A-5D93-7C06-9A59C5463F2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99F5A90-6851-246F-E3CA-DAE674D45569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99F5A90-6851-246F-E3CA-DAE674D455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94AF1B8-1262-E616-8215-501B189BC35B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94AF1B8-1262-E616-8215-501B189BC3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B608A46-F590-20FF-46E2-9BB85E6BDE52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B608A46-F590-20FF-46E2-9BB85E6BDE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EC7FD2F-3F56-BD60-5233-E232874C4AD0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EC7FD2F-3F56-BD60-5233-E232874C4AD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29F9F0A-ED0B-7907-BE96-879D832D1849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29F9F0A-ED0B-7907-BE96-879D832D184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42302CE-8747-F631-33B9-0A6D376BBA1E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42302CE-8747-F631-33B9-0A6D376BBA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8726135-C922-2A2F-FA88-54A0C80252D8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8726135-C922-2A2F-FA88-54A0C80252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CEDAAD7-AE69-0CD7-B6F1-D09869990EEB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CEDAAD7-AE69-0CD7-B6F1-D09869990E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9C1439E-8858-42FA-F392-E54DF133EBE0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9C1439E-8858-42FA-F392-E54DF133EB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2616D90-87B6-7A83-1962-B0A8B17EC9AA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2616D90-87B6-7A83-1962-B0A8B17EC9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AE3B21F-EFBB-84FB-A126-1F275D9752F7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AE3B21F-EFBB-84FB-A126-1F275D9752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F57D5E1-9226-D39A-4868-219AC68B4BA6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F57D5E1-9226-D39A-4868-219AC68B4BA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64CF170-A86B-78FC-291B-1BC85F88FDE8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FC2889-EA3D-AEB7-3E16-E0317F956BE9}"/>
              </a:ext>
            </a:extLst>
          </p:cNvPr>
          <p:cNvSpPr txBox="1"/>
          <p:nvPr/>
        </p:nvSpPr>
        <p:spPr>
          <a:xfrm>
            <a:off x="467784" y="4773168"/>
            <a:ext cx="1070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                                                   index 1                                                index 2                                                   index 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B5D1C4C-5A2C-3E9A-CF04-53B06EC42C43}"/>
                  </a:ext>
                </a:extLst>
              </p14:cNvPr>
              <p14:cNvContentPartPr/>
              <p14:nvPr/>
            </p14:nvContentPartPr>
            <p14:xfrm>
              <a:off x="2817144" y="543816"/>
              <a:ext cx="67680" cy="140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B5D1C4C-5A2C-3E9A-CF04-53B06EC42C4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99144" y="525816"/>
                <a:ext cx="1033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E16CA0B-2006-6F3F-9198-A0F2B3F49837}"/>
                  </a:ext>
                </a:extLst>
              </p14:cNvPr>
              <p14:cNvContentPartPr/>
              <p14:nvPr/>
            </p14:nvContentPartPr>
            <p14:xfrm>
              <a:off x="2771424" y="941976"/>
              <a:ext cx="102960" cy="134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E16CA0B-2006-6F3F-9198-A0F2B3F4983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53424" y="923976"/>
                <a:ext cx="13860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9039AEF-2EA0-9B0B-2413-EE6FE6EDA487}"/>
                  </a:ext>
                </a:extLst>
              </p14:cNvPr>
              <p14:cNvContentPartPr/>
              <p14:nvPr/>
            </p14:nvContentPartPr>
            <p14:xfrm>
              <a:off x="3377664" y="530136"/>
              <a:ext cx="77760" cy="150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9039AEF-2EA0-9B0B-2413-EE6FE6EDA48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59664" y="512136"/>
                <a:ext cx="11340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79883305-2F10-86AD-EFE9-336783DBD83A}"/>
              </a:ext>
            </a:extLst>
          </p:cNvPr>
          <p:cNvGrpSpPr/>
          <p:nvPr/>
        </p:nvGrpSpPr>
        <p:grpSpPr>
          <a:xfrm>
            <a:off x="3315744" y="942336"/>
            <a:ext cx="94680" cy="72360"/>
            <a:chOff x="3315744" y="942336"/>
            <a:chExt cx="94680" cy="7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57AD95-6AE9-165C-14B9-D2F824FE3961}"/>
                    </a:ext>
                  </a:extLst>
                </p14:cNvPr>
                <p14:cNvContentPartPr/>
                <p14:nvPr/>
              </p14:nvContentPartPr>
              <p14:xfrm>
                <a:off x="3315744" y="942336"/>
                <a:ext cx="3960" cy="64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57AD95-6AE9-165C-14B9-D2F824FE39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97744" y="924336"/>
                  <a:ext cx="39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0AA9CD-55E5-DBA9-9A98-635BCAB80099}"/>
                    </a:ext>
                  </a:extLst>
                </p14:cNvPr>
                <p14:cNvContentPartPr/>
                <p14:nvPr/>
              </p14:nvContentPartPr>
              <p14:xfrm>
                <a:off x="3352824" y="957816"/>
                <a:ext cx="57600" cy="56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0AA9CD-55E5-DBA9-9A98-635BCAB800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34824" y="939816"/>
                  <a:ext cx="9324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903E53C-7D98-5182-BD76-4C60674803FE}"/>
              </a:ext>
            </a:extLst>
          </p:cNvPr>
          <p:cNvGrpSpPr/>
          <p:nvPr/>
        </p:nvGrpSpPr>
        <p:grpSpPr>
          <a:xfrm>
            <a:off x="3977424" y="591696"/>
            <a:ext cx="57960" cy="127080"/>
            <a:chOff x="3977424" y="591696"/>
            <a:chExt cx="5796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960E196-D138-F2DC-3FF4-A2C01044F3E6}"/>
                    </a:ext>
                  </a:extLst>
                </p14:cNvPr>
                <p14:cNvContentPartPr/>
                <p14:nvPr/>
              </p14:nvContentPartPr>
              <p14:xfrm>
                <a:off x="3977424" y="591696"/>
                <a:ext cx="10440" cy="79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960E196-D138-F2DC-3FF4-A2C01044F3E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59424" y="573696"/>
                  <a:ext cx="46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24D507-3182-90C3-C0D4-E012917C42FE}"/>
                    </a:ext>
                  </a:extLst>
                </p14:cNvPr>
                <p14:cNvContentPartPr/>
                <p14:nvPr/>
              </p14:nvContentPartPr>
              <p14:xfrm>
                <a:off x="4021344" y="614736"/>
                <a:ext cx="14040" cy="10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24D507-3182-90C3-C0D4-E012917C42F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03344" y="596736"/>
                  <a:ext cx="496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01F09D-FF86-3255-3AAA-6258386A1726}"/>
              </a:ext>
            </a:extLst>
          </p:cNvPr>
          <p:cNvGrpSpPr/>
          <p:nvPr/>
        </p:nvGrpSpPr>
        <p:grpSpPr>
          <a:xfrm>
            <a:off x="3984264" y="917856"/>
            <a:ext cx="98280" cy="126000"/>
            <a:chOff x="3984264" y="917856"/>
            <a:chExt cx="9828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D064599-87A8-34B8-86E6-70E57F5DD3C1}"/>
                    </a:ext>
                  </a:extLst>
                </p14:cNvPr>
                <p14:cNvContentPartPr/>
                <p14:nvPr/>
              </p14:nvContentPartPr>
              <p14:xfrm>
                <a:off x="3984264" y="917856"/>
                <a:ext cx="10440" cy="70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D064599-87A8-34B8-86E6-70E57F5DD3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66264" y="899947"/>
                  <a:ext cx="46080" cy="1060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76B5029-92DF-FC07-C5D9-09A3D28E99AD}"/>
                    </a:ext>
                  </a:extLst>
                </p14:cNvPr>
                <p14:cNvContentPartPr/>
                <p14:nvPr/>
              </p14:nvContentPartPr>
              <p14:xfrm>
                <a:off x="4016304" y="955656"/>
                <a:ext cx="66240" cy="88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76B5029-92DF-FC07-C5D9-09A3D28E99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98304" y="937656"/>
                  <a:ext cx="10188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42A756-FF5A-498B-998F-93360CC92F5D}"/>
              </a:ext>
            </a:extLst>
          </p:cNvPr>
          <p:cNvGrpSpPr/>
          <p:nvPr/>
        </p:nvGrpSpPr>
        <p:grpSpPr>
          <a:xfrm>
            <a:off x="4581504" y="560736"/>
            <a:ext cx="100080" cy="192240"/>
            <a:chOff x="4581504" y="560736"/>
            <a:chExt cx="10008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C563E59-9F7A-DA07-1B5D-BFD0E535EAAE}"/>
                    </a:ext>
                  </a:extLst>
                </p14:cNvPr>
                <p14:cNvContentPartPr/>
                <p14:nvPr/>
              </p14:nvContentPartPr>
              <p14:xfrm>
                <a:off x="4581504" y="562176"/>
                <a:ext cx="17280" cy="105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C563E59-9F7A-DA07-1B5D-BFD0E535EAA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63504" y="544176"/>
                  <a:ext cx="52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F6B3343-A0FB-7389-F87E-5311B219995E}"/>
                    </a:ext>
                  </a:extLst>
                </p14:cNvPr>
                <p14:cNvContentPartPr/>
                <p14:nvPr/>
              </p14:nvContentPartPr>
              <p14:xfrm>
                <a:off x="4605264" y="560736"/>
                <a:ext cx="76320" cy="192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F6B3343-A0FB-7389-F87E-5311B219995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87349" y="542736"/>
                  <a:ext cx="111793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C6F9AB-62FF-1114-1C48-5CFE3610B357}"/>
              </a:ext>
            </a:extLst>
          </p:cNvPr>
          <p:cNvGrpSpPr/>
          <p:nvPr/>
        </p:nvGrpSpPr>
        <p:grpSpPr>
          <a:xfrm>
            <a:off x="4443264" y="977976"/>
            <a:ext cx="101520" cy="169920"/>
            <a:chOff x="4443264" y="977976"/>
            <a:chExt cx="10152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FD47EE0-B357-8F3F-A9F1-8658DD4989EE}"/>
                    </a:ext>
                  </a:extLst>
                </p14:cNvPr>
                <p14:cNvContentPartPr/>
                <p14:nvPr/>
              </p14:nvContentPartPr>
              <p14:xfrm>
                <a:off x="4443264" y="977976"/>
                <a:ext cx="13680" cy="77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FD47EE0-B357-8F3F-A9F1-8658DD4989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25726" y="959976"/>
                  <a:ext cx="48406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393E8D7-D29A-628A-C011-E4C07846DE33}"/>
                    </a:ext>
                  </a:extLst>
                </p14:cNvPr>
                <p14:cNvContentPartPr/>
                <p14:nvPr/>
              </p14:nvContentPartPr>
              <p14:xfrm>
                <a:off x="4485744" y="984096"/>
                <a:ext cx="59040" cy="163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393E8D7-D29A-628A-C011-E4C07846DE3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67853" y="966056"/>
                  <a:ext cx="94464" cy="19951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DDCC78F-1294-B52D-F59B-EC914EE9474C}"/>
              </a:ext>
            </a:extLst>
          </p:cNvPr>
          <p:cNvGrpSpPr/>
          <p:nvPr/>
        </p:nvGrpSpPr>
        <p:grpSpPr>
          <a:xfrm>
            <a:off x="5121504" y="594936"/>
            <a:ext cx="206280" cy="123120"/>
            <a:chOff x="5121504" y="594936"/>
            <a:chExt cx="20628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0EECA58-6379-E176-DFFB-D47964AEF56A}"/>
                    </a:ext>
                  </a:extLst>
                </p14:cNvPr>
                <p14:cNvContentPartPr/>
                <p14:nvPr/>
              </p14:nvContentPartPr>
              <p14:xfrm>
                <a:off x="5121504" y="610416"/>
                <a:ext cx="10440" cy="78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0EECA58-6379-E176-DFFB-D47964AEF56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04104" y="592416"/>
                  <a:ext cx="44892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1FFE0AD-9A22-89DC-31BE-62BBD7E96938}"/>
                    </a:ext>
                  </a:extLst>
                </p14:cNvPr>
                <p14:cNvContentPartPr/>
                <p14:nvPr/>
              </p14:nvContentPartPr>
              <p14:xfrm>
                <a:off x="5195304" y="627336"/>
                <a:ext cx="41040" cy="90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1FFE0AD-9A22-89DC-31BE-62BBD7E9693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77304" y="609336"/>
                  <a:ext cx="76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B1D9E2-B286-56BD-F567-F60A656CAC0D}"/>
                    </a:ext>
                  </a:extLst>
                </p14:cNvPr>
                <p14:cNvContentPartPr/>
                <p14:nvPr/>
              </p14:nvContentPartPr>
              <p14:xfrm>
                <a:off x="5226264" y="594936"/>
                <a:ext cx="101520" cy="23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B1D9E2-B286-56BD-F567-F60A656CAC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08264" y="576936"/>
                  <a:ext cx="13716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508C9F-15B1-238B-2FC2-66C84DE01F9E}"/>
              </a:ext>
            </a:extLst>
          </p:cNvPr>
          <p:cNvGrpSpPr/>
          <p:nvPr/>
        </p:nvGrpSpPr>
        <p:grpSpPr>
          <a:xfrm>
            <a:off x="5104584" y="981288"/>
            <a:ext cx="54360" cy="133200"/>
            <a:chOff x="5104584" y="981288"/>
            <a:chExt cx="5436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815335-CA22-0852-3154-DA0343C098A5}"/>
                    </a:ext>
                  </a:extLst>
                </p14:cNvPr>
                <p14:cNvContentPartPr/>
                <p14:nvPr/>
              </p14:nvContentPartPr>
              <p14:xfrm>
                <a:off x="5104584" y="981288"/>
                <a:ext cx="10440" cy="133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815335-CA22-0852-3154-DA0343C098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6944" y="963648"/>
                  <a:ext cx="46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C0715C-C35D-FAE4-3A3C-FA3C89D65940}"/>
                    </a:ext>
                  </a:extLst>
                </p14:cNvPr>
                <p14:cNvContentPartPr/>
                <p14:nvPr/>
              </p14:nvContentPartPr>
              <p14:xfrm>
                <a:off x="5128344" y="1003968"/>
                <a:ext cx="30600" cy="97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1C0715C-C35D-FAE4-3A3C-FA3C89D659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10344" y="986328"/>
                  <a:ext cx="66240" cy="13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9488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AA7E-9700-E073-9625-691AE0F7B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9FD445-D20D-0B95-C36F-89DF9CCF2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01013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F4E358-FF0F-C64C-8AED-A8B1AE029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59708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A566D5-57F7-C912-7AC4-4E98EFC1201B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721856-88AF-34EF-615A-447627A6C06B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DB6CB-473F-ED55-A5F5-D1E900189E27}"/>
              </a:ext>
            </a:extLst>
          </p:cNvPr>
          <p:cNvSpPr txBox="1"/>
          <p:nvPr/>
        </p:nvSpPr>
        <p:spPr>
          <a:xfrm>
            <a:off x="310896" y="5384623"/>
            <a:ext cx="113975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Fifth set of 5 reads started. Can clear slide buffer.</a:t>
            </a:r>
          </a:p>
          <a:p>
            <a:r>
              <a:rPr lang="en-US" dirty="0"/>
              <a:t>Copy buffer 1 row 2 to 5 to buffer 2.</a:t>
            </a:r>
          </a:p>
          <a:p>
            <a:r>
              <a:rPr lang="en-US" dirty="0"/>
              <a:t>Slide start. </a:t>
            </a:r>
          </a:p>
          <a:p>
            <a:endParaRPr lang="en-US" dirty="0"/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F4767D-B060-FC2A-A725-74D49FAC6D52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6B8204-054C-643D-7DB0-AEC7F5D20EDD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4BDD743-F7F8-4B1A-2A1C-2CDC3A740C78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A869550-C68C-B7BE-B528-00A63202FC97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A869550-C68C-B7BE-B528-00A63202FC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F1BF8B5-9E11-2FDF-EC12-EB74DE8AF576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F1BF8B5-9E11-2FDF-EC12-EB74DE8AF5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E5EB296-1D79-0ADC-B3A5-39870F9DF0AA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E5EB296-1D79-0ADC-B3A5-39870F9DF0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EB6A62A-23C5-9E49-97EE-4CC2AFBBBCE1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EB6A62A-23C5-9E49-97EE-4CC2AFBBBC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270C5D7-7F99-7A70-EDF4-460C4AA55D1F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270C5D7-7F99-7A70-EDF4-460C4AA55D1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6C1A909-94CD-D055-E0C3-B98C5E6AAE7A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6C1A909-94CD-D055-E0C3-B98C5E6AAE7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A9BEF72-DAAC-8067-C8AF-1378FDE37752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A9BEF72-DAAC-8067-C8AF-1378FDE3775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03D0C0D-766E-4A80-1944-77862C6BAB62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03D0C0D-766E-4A80-1944-77862C6BAB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D282D77-5B2D-20AA-2F68-BAD0798CF6C9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D282D77-5B2D-20AA-2F68-BAD0798CF6C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6F7B250-986F-7FEB-B7B6-B5856B3D7E7B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6F7B250-986F-7FEB-B7B6-B5856B3D7E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9F0F506-10DA-D231-533F-6BF76157E0A0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9F0F506-10DA-D231-533F-6BF76157E0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CB6026D-28D4-1E3E-DA1E-3575B9A204B8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CB6026D-28D4-1E3E-DA1E-3575B9A204B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C09C479-427F-D967-1625-6126FC173F56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C09C479-427F-D967-1625-6126FC173F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7DBBFBE-66D1-E879-5775-EECFBF9967A0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E7D51-8B6C-8AC5-73A5-8DE04D56F66B}"/>
              </a:ext>
            </a:extLst>
          </p:cNvPr>
          <p:cNvSpPr txBox="1"/>
          <p:nvPr/>
        </p:nvSpPr>
        <p:spPr>
          <a:xfrm>
            <a:off x="467784" y="4773168"/>
            <a:ext cx="1070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                                                   index 1                                                index 2                                                   index 3</a:t>
            </a:r>
          </a:p>
        </p:txBody>
      </p:sp>
    </p:spTree>
    <p:extLst>
      <p:ext uri="{BB962C8B-B14F-4D97-AF65-F5344CB8AC3E}">
        <p14:creationId xmlns:p14="http://schemas.microsoft.com/office/powerpoint/2010/main" val="4271148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0D76A-42DD-5EE2-0817-8F6452C95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D94C27-496E-4772-5166-08CA705BC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8926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CD29B6-E03E-92C2-D028-142064868CA6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784EC4-F19D-64F3-4415-C3D339DF4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321613"/>
              </p:ext>
            </p:extLst>
          </p:nvPr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402F0E-EA96-C59E-F6DA-3C4BB045EC04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EFE6F-1766-4678-398D-48B534F66D7F}"/>
              </a:ext>
            </a:extLst>
          </p:cNvPr>
          <p:cNvSpPr txBox="1"/>
          <p:nvPr/>
        </p:nvSpPr>
        <p:spPr>
          <a:xfrm>
            <a:off x="310896" y="5384623"/>
            <a:ext cx="113975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Fifth set of 5 reads started. Can clear slide buffer.</a:t>
            </a:r>
          </a:p>
          <a:p>
            <a:r>
              <a:rPr lang="en-US" dirty="0"/>
              <a:t>Matrix index 0 : move row 3 to row 1. </a:t>
            </a:r>
            <a:br>
              <a:rPr lang="en-US" dirty="0"/>
            </a:br>
            <a:r>
              <a:rPr lang="en-US" dirty="0"/>
              <a:t>copy buffer 2 rows 1,2 to index 0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D4C13F-04A3-71EB-953D-7598A526B203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368A5E-CDB9-7125-DE44-0C0D14EC9010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4CACCEB-FD5E-BC46-3EBC-52056CAAAD53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0950193-82E9-6334-75E7-802AF6942F84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0950193-82E9-6334-75E7-802AF6942F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17AD381-98AE-968F-7D10-9C41CC261658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17AD381-98AE-968F-7D10-9C41CC2616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6B6B2FE-2128-9201-57E0-FBF9C718900F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6B6B2FE-2128-9201-57E0-FBF9C71890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7FFA2B2-D373-238F-2E04-1E324EC157D3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7FFA2B2-D373-238F-2E04-1E324EC157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E1EFB15-C4B6-82BA-23B5-17442BDB9B72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E1EFB15-C4B6-82BA-23B5-17442BDB9B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B4C90B5-1489-1C43-56E8-AC2660EB2D7F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B4C90B5-1489-1C43-56E8-AC2660EB2D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320DD4A-844A-C45F-9A21-3870C35D3C29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320DD4A-844A-C45F-9A21-3870C35D3C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D909461-7307-18B2-758D-D929F603BE9A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D909461-7307-18B2-758D-D929F603BE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03EDADD-6D82-6084-4B5E-B185A26AC485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03EDADD-6D82-6084-4B5E-B185A26AC4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9C2A7D9-B997-4F67-1688-F3967B853E89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9C2A7D9-B997-4F67-1688-F3967B853E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7B7EF0C-B0A8-2B1C-2625-F8BA2889E74D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7B7EF0C-B0A8-2B1C-2625-F8BA2889E74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A2DE4A1-E0B5-BF8D-EE15-783C8108F63F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A2DE4A1-E0B5-BF8D-EE15-783C8108F6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99BD961-58D3-152C-8A45-C923B0E7DE2D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99BD961-58D3-152C-8A45-C923B0E7DE2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48DAE60-0ECB-6621-8ADD-9702FA032E74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BD14F-486E-D1A6-73A3-F56B5D611D7C}"/>
              </a:ext>
            </a:extLst>
          </p:cNvPr>
          <p:cNvSpPr txBox="1"/>
          <p:nvPr/>
        </p:nvSpPr>
        <p:spPr>
          <a:xfrm>
            <a:off x="467784" y="4773168"/>
            <a:ext cx="1070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                                                   index 1                                                index 2                                                   index 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7F1B69-4C07-0B71-0980-7658CF275A7E}"/>
              </a:ext>
            </a:extLst>
          </p:cNvPr>
          <p:cNvGrpSpPr/>
          <p:nvPr/>
        </p:nvGrpSpPr>
        <p:grpSpPr>
          <a:xfrm>
            <a:off x="2755584" y="523368"/>
            <a:ext cx="108360" cy="137880"/>
            <a:chOff x="2755584" y="523368"/>
            <a:chExt cx="10836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18E2F1-9B33-267B-844F-91665A2EBA76}"/>
                    </a:ext>
                  </a:extLst>
                </p14:cNvPr>
                <p14:cNvContentPartPr/>
                <p14:nvPr/>
              </p14:nvContentPartPr>
              <p14:xfrm>
                <a:off x="2789424" y="523368"/>
                <a:ext cx="61200" cy="127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018E2F1-9B33-267B-844F-91665A2EBA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71424" y="505728"/>
                  <a:ext cx="968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8A7FD5E-AE13-36E3-5B2E-5503EBE440F7}"/>
                    </a:ext>
                  </a:extLst>
                </p14:cNvPr>
                <p14:cNvContentPartPr/>
                <p14:nvPr/>
              </p14:nvContentPartPr>
              <p14:xfrm>
                <a:off x="2755584" y="647208"/>
                <a:ext cx="108360" cy="14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8A7FD5E-AE13-36E3-5B2E-5503EBE440F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37944" y="629568"/>
                  <a:ext cx="14400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891CA5B-E4DF-E8F2-DF46-59C3B2692CB4}"/>
                  </a:ext>
                </a:extLst>
              </p14:cNvPr>
              <p14:cNvContentPartPr/>
              <p14:nvPr/>
            </p14:nvContentPartPr>
            <p14:xfrm>
              <a:off x="2780064" y="907128"/>
              <a:ext cx="110880" cy="181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91CA5B-E4DF-E8F2-DF46-59C3B2692CB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62064" y="889128"/>
                <a:ext cx="146520" cy="21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3713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9C427-F711-9073-2945-2ECECC96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0CD1A6-2C7C-0871-AB8A-F1565AF27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514972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F8C219-53AE-29E2-5E12-B55B0CE21129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1D2556-5AEF-1314-6D04-4C35709F8D71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774A25-6964-0B54-0A8B-0CBE17E9235C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F4AEC-284C-0D68-0DFC-6A0507D9F4C8}"/>
              </a:ext>
            </a:extLst>
          </p:cNvPr>
          <p:cNvSpPr txBox="1"/>
          <p:nvPr/>
        </p:nvSpPr>
        <p:spPr>
          <a:xfrm>
            <a:off x="310896" y="5384623"/>
            <a:ext cx="1139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sixth set of 5 reads started. Can clear slide buffer.</a:t>
            </a:r>
          </a:p>
          <a:p>
            <a:r>
              <a:rPr lang="en-US" dirty="0"/>
              <a:t>Clear slide buffer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63F831-0A6C-2320-C270-7882DFE0965E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A8B788-016B-F1DA-65B6-44231BFD058A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0762317-A989-E34F-C452-3B0ED3087256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91F1552-8984-B357-6C00-5E857B58D7C4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91F1552-8984-B357-6C00-5E857B58D7C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5868B2-51E5-B53B-BDBD-5629F83C8585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5868B2-51E5-B53B-BDBD-5629F83C85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AE10CA4-9F3F-7AE7-777D-34B3E8DED688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AE10CA4-9F3F-7AE7-777D-34B3E8DED6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45F98F9-3760-C799-C53C-9BF39EE3FFE7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45F98F9-3760-C799-C53C-9BF39EE3FF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34E73CC-8CE9-A61C-18BE-C946219CA6FE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34E73CC-8CE9-A61C-18BE-C946219CA6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88400A1-9786-3F8B-5C59-E70BC81EC253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88400A1-9786-3F8B-5C59-E70BC81EC2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A58794-31EE-D573-AE3A-2BBF730C6725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A58794-31EE-D573-AE3A-2BBF730C67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EB5EC8B-DD26-7931-B4CE-93B357F822FD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EB5EC8B-DD26-7931-B4CE-93B357F822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2411EBA-6278-05BA-BE2D-88DF65705949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2411EBA-6278-05BA-BE2D-88DF6570594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81C6DE5-9B1D-DA1A-69DE-914BEC2725AF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81C6DE5-9B1D-DA1A-69DE-914BEC2725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8012B85-7F09-D22B-1F01-385B85C13D56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8012B85-7F09-D22B-1F01-385B85C13D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819B1A7-6F1B-18EF-36A6-6EBA44737CE7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819B1A7-6F1B-18EF-36A6-6EBA44737CE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AF63BCD-15B1-627A-C2A9-59E4902AC139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AF63BCD-15B1-627A-C2A9-59E4902AC1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87358F3-6578-D3A2-6FE3-EF69CCC7DB0B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87744-3347-98D9-E6DF-6D8767AC9409}"/>
              </a:ext>
            </a:extLst>
          </p:cNvPr>
          <p:cNvSpPr txBox="1"/>
          <p:nvPr/>
        </p:nvSpPr>
        <p:spPr>
          <a:xfrm>
            <a:off x="467784" y="4773168"/>
            <a:ext cx="1070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                                                   index 1                                                index 2                                                   index 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6AC2F6-396B-B7D9-B230-53E95298CC24}"/>
              </a:ext>
            </a:extLst>
          </p:cNvPr>
          <p:cNvGrpSpPr/>
          <p:nvPr/>
        </p:nvGrpSpPr>
        <p:grpSpPr>
          <a:xfrm>
            <a:off x="2755584" y="523368"/>
            <a:ext cx="108360" cy="137880"/>
            <a:chOff x="2755584" y="523368"/>
            <a:chExt cx="10836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E2394A3-4626-AEF6-38E9-AD87D9D1D16C}"/>
                    </a:ext>
                  </a:extLst>
                </p14:cNvPr>
                <p14:cNvContentPartPr/>
                <p14:nvPr/>
              </p14:nvContentPartPr>
              <p14:xfrm>
                <a:off x="2789424" y="523368"/>
                <a:ext cx="61200" cy="127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E2394A3-4626-AEF6-38E9-AD87D9D1D16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71424" y="505368"/>
                  <a:ext cx="968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1E5089E-4351-9135-EF9D-2673859EB1B7}"/>
                    </a:ext>
                  </a:extLst>
                </p14:cNvPr>
                <p14:cNvContentPartPr/>
                <p14:nvPr/>
              </p14:nvContentPartPr>
              <p14:xfrm>
                <a:off x="2755584" y="647208"/>
                <a:ext cx="108360" cy="14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1E5089E-4351-9135-EF9D-2673859EB1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37584" y="629208"/>
                  <a:ext cx="14400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607663D-4B1C-5D5E-FBCC-B887A2DB7111}"/>
                  </a:ext>
                </a:extLst>
              </p14:cNvPr>
              <p14:cNvContentPartPr/>
              <p14:nvPr/>
            </p14:nvContentPartPr>
            <p14:xfrm>
              <a:off x="2780064" y="907128"/>
              <a:ext cx="110880" cy="181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607663D-4B1C-5D5E-FBCC-B887A2DB711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62122" y="889128"/>
                <a:ext cx="146405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977776E-CD2D-1074-B894-D828B49E0EC3}"/>
                  </a:ext>
                </a:extLst>
              </p14:cNvPr>
              <p14:cNvContentPartPr/>
              <p14:nvPr/>
            </p14:nvContentPartPr>
            <p14:xfrm>
              <a:off x="3370464" y="548568"/>
              <a:ext cx="71280" cy="136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977776E-CD2D-1074-B894-D828B49E0EC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352464" y="530568"/>
                <a:ext cx="1069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172EE5D-E537-F9ED-158A-3870EC0FDB27}"/>
                  </a:ext>
                </a:extLst>
              </p14:cNvPr>
              <p14:cNvContentPartPr/>
              <p14:nvPr/>
            </p14:nvContentPartPr>
            <p14:xfrm>
              <a:off x="3341664" y="966888"/>
              <a:ext cx="62280" cy="149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172EE5D-E537-F9ED-158A-3870EC0FDB2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24024" y="949248"/>
                <a:ext cx="979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E3893F-B5CD-DF36-DE1D-B52742704389}"/>
                  </a:ext>
                </a:extLst>
              </p14:cNvPr>
              <p14:cNvContentPartPr/>
              <p14:nvPr/>
            </p14:nvContentPartPr>
            <p14:xfrm>
              <a:off x="3925224" y="957888"/>
              <a:ext cx="55800" cy="75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E3893F-B5CD-DF36-DE1D-B5274270438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07584" y="940248"/>
                <a:ext cx="9144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B2F9643-7A2C-CBF8-E8CF-E27D5F339D53}"/>
              </a:ext>
            </a:extLst>
          </p:cNvPr>
          <p:cNvGrpSpPr/>
          <p:nvPr/>
        </p:nvGrpSpPr>
        <p:grpSpPr>
          <a:xfrm>
            <a:off x="3919464" y="565488"/>
            <a:ext cx="139320" cy="169200"/>
            <a:chOff x="3919464" y="565488"/>
            <a:chExt cx="139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5D6FEC-4657-CBA5-A8D2-5A4C235C5318}"/>
                    </a:ext>
                  </a:extLst>
                </p14:cNvPr>
                <p14:cNvContentPartPr/>
                <p14:nvPr/>
              </p14:nvContentPartPr>
              <p14:xfrm>
                <a:off x="3980664" y="573048"/>
                <a:ext cx="17280" cy="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5D6FEC-4657-CBA5-A8D2-5A4C235C53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63024" y="555408"/>
                  <a:ext cx="52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D7EE02-1D6C-FF3F-A852-2FEBD986F21E}"/>
                    </a:ext>
                  </a:extLst>
                </p14:cNvPr>
                <p14:cNvContentPartPr/>
                <p14:nvPr/>
              </p14:nvContentPartPr>
              <p14:xfrm>
                <a:off x="3923424" y="599688"/>
                <a:ext cx="74520" cy="135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D7EE02-1D6C-FF3F-A852-2FEBD986F2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05424" y="582048"/>
                  <a:ext cx="110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AC2B788-839F-598B-B353-9826060B0670}"/>
                    </a:ext>
                  </a:extLst>
                </p14:cNvPr>
                <p14:cNvContentPartPr/>
                <p14:nvPr/>
              </p14:nvContentPartPr>
              <p14:xfrm>
                <a:off x="3919464" y="565488"/>
                <a:ext cx="139320" cy="3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AC2B788-839F-598B-B353-9826060B06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01464" y="547848"/>
                  <a:ext cx="17496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7C92EBA-54CE-21FA-A4B2-67C318DC9F6B}"/>
                  </a:ext>
                </a:extLst>
              </p14:cNvPr>
              <p14:cNvContentPartPr/>
              <p14:nvPr/>
            </p14:nvContentPartPr>
            <p14:xfrm>
              <a:off x="4555584" y="550368"/>
              <a:ext cx="87120" cy="123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7C92EBA-54CE-21FA-A4B2-67C318DC9F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37584" y="532728"/>
                <a:ext cx="12276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8601792-AE6F-97D3-2373-323F466B3EA4}"/>
                  </a:ext>
                </a:extLst>
              </p14:cNvPr>
              <p14:cNvContentPartPr/>
              <p14:nvPr/>
            </p14:nvContentPartPr>
            <p14:xfrm>
              <a:off x="4520664" y="894168"/>
              <a:ext cx="101520" cy="129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8601792-AE6F-97D3-2373-323F466B3EA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503024" y="876168"/>
                <a:ext cx="137160" cy="16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25362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0CBF-4AFA-7621-187F-AB95A9000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8DA0CB-A02E-850C-7141-6D81BF57E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43731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35539F-F17E-CD2C-56AA-0E23A50301B9}"/>
              </a:ext>
            </a:extLst>
          </p:cNvPr>
          <p:cNvGraphicFramePr>
            <a:graphicFrameLocks noGrp="1"/>
          </p:cNvGraphicFramePr>
          <p:nvPr/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D79955-EB1A-DDD1-79C3-224F778F549A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FC69607-A61C-7445-52A0-20818A01E7B5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4C7D9B-82A1-8668-E14E-C432DF23F45D}"/>
              </a:ext>
            </a:extLst>
          </p:cNvPr>
          <p:cNvSpPr txBox="1"/>
          <p:nvPr/>
        </p:nvSpPr>
        <p:spPr>
          <a:xfrm>
            <a:off x="310896" y="5384623"/>
            <a:ext cx="113975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Fifth set of 5 reads started. Can clear slide buffer.</a:t>
            </a:r>
          </a:p>
          <a:p>
            <a:r>
              <a:rPr lang="en-US" dirty="0"/>
              <a:t>Populate slide buffer.</a:t>
            </a:r>
          </a:p>
          <a:p>
            <a:endParaRPr lang="en-US" dirty="0"/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0B09D0-C60A-37E3-A133-F587388AE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284760"/>
              </p:ext>
            </p:extLst>
          </p:nvPr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FCE2BE-5672-C6A3-3891-A1057FA7F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773606"/>
              </p:ext>
            </p:extLst>
          </p:nvPr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BB41E00-2EEA-E4A3-D135-37F4274DB5CC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D4DA6C9-0A42-CB92-8ABB-B85C14B720CD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4DA6C9-0A42-CB92-8ABB-B85C14B720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89428B7-11F2-2349-56BD-1D162EF70184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89428B7-11F2-2349-56BD-1D162EF701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50A26F2-1104-B7D6-5AC4-4F792F8277E5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50A26F2-1104-B7D6-5AC4-4F792F8277E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2C39DE4-B599-A976-814D-1B3E70098D70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2C39DE4-B599-A976-814D-1B3E70098D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3A6CB4E-A0BA-D5EC-B21E-7A26FFDB734A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3A6CB4E-A0BA-D5EC-B21E-7A26FFDB734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E27703F-0F85-F3C7-0390-65E62AEAFE3C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E27703F-0F85-F3C7-0390-65E62AEAFE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821AA50-C28A-83D2-78F7-9DECF78043A8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821AA50-C28A-83D2-78F7-9DECF78043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63C0A85-D16C-86F4-534D-8256AF38F21B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63C0A85-D16C-86F4-534D-8256AF38F21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EC0BAB3-41D3-30CC-F662-26E7C7361E84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EC0BAB3-41D3-30CC-F662-26E7C7361E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B8C3DFE-73F0-2FAB-EE25-8B51C81B2CF3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B8C3DFE-73F0-2FAB-EE25-8B51C81B2C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15E4F80-91A4-ADC4-2AF4-045A42328CB0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15E4F80-91A4-ADC4-2AF4-045A42328C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772A360-F561-BE66-786A-E39307F747C6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772A360-F561-BE66-786A-E39307F747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0BAA58D-5F99-13DB-7E90-44084F941C88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0BAA58D-5F99-13DB-7E90-44084F941C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245A447-8CAD-2A39-5310-139A871D4D9A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1ED68C-F2F4-953B-64CE-4B1C56235B19}"/>
              </a:ext>
            </a:extLst>
          </p:cNvPr>
          <p:cNvSpPr txBox="1"/>
          <p:nvPr/>
        </p:nvSpPr>
        <p:spPr>
          <a:xfrm>
            <a:off x="467784" y="4773168"/>
            <a:ext cx="1070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                                                   index 1                                                index 2                                                   index 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A0FF46-9F67-5CF9-F067-81A9646767FA}"/>
              </a:ext>
            </a:extLst>
          </p:cNvPr>
          <p:cNvGrpSpPr/>
          <p:nvPr/>
        </p:nvGrpSpPr>
        <p:grpSpPr>
          <a:xfrm>
            <a:off x="2755584" y="523368"/>
            <a:ext cx="108360" cy="137880"/>
            <a:chOff x="2755584" y="523368"/>
            <a:chExt cx="10836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DB2ACAF-9426-D104-68F7-F5BDB000C797}"/>
                    </a:ext>
                  </a:extLst>
                </p14:cNvPr>
                <p14:cNvContentPartPr/>
                <p14:nvPr/>
              </p14:nvContentPartPr>
              <p14:xfrm>
                <a:off x="2789424" y="523368"/>
                <a:ext cx="61200" cy="127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DB2ACAF-9426-D104-68F7-F5BDB000C79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71424" y="505368"/>
                  <a:ext cx="968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E0069D-8DD1-234D-2DB2-7A4F59EA0EAC}"/>
                    </a:ext>
                  </a:extLst>
                </p14:cNvPr>
                <p14:cNvContentPartPr/>
                <p14:nvPr/>
              </p14:nvContentPartPr>
              <p14:xfrm>
                <a:off x="2755584" y="647208"/>
                <a:ext cx="108360" cy="14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E0069D-8DD1-234D-2DB2-7A4F59EA0EA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37584" y="629208"/>
                  <a:ext cx="14400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1C9026C-CB5D-4B8D-8E8D-94B061139B48}"/>
                  </a:ext>
                </a:extLst>
              </p14:cNvPr>
              <p14:cNvContentPartPr/>
              <p14:nvPr/>
            </p14:nvContentPartPr>
            <p14:xfrm>
              <a:off x="2780064" y="907128"/>
              <a:ext cx="110880" cy="181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1C9026C-CB5D-4B8D-8E8D-94B061139B4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62122" y="889128"/>
                <a:ext cx="146405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9714932-F206-130A-F548-86B3F33B88C1}"/>
                  </a:ext>
                </a:extLst>
              </p14:cNvPr>
              <p14:cNvContentPartPr/>
              <p14:nvPr/>
            </p14:nvContentPartPr>
            <p14:xfrm>
              <a:off x="3370464" y="548568"/>
              <a:ext cx="71280" cy="136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9714932-F206-130A-F548-86B3F33B88C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352464" y="530615"/>
                <a:ext cx="106920" cy="171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BB1B2AC-6012-9E0F-931C-ED1F1DFC1B6E}"/>
                  </a:ext>
                </a:extLst>
              </p14:cNvPr>
              <p14:cNvContentPartPr/>
              <p14:nvPr/>
            </p14:nvContentPartPr>
            <p14:xfrm>
              <a:off x="3341664" y="966888"/>
              <a:ext cx="62280" cy="149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BB1B2AC-6012-9E0F-931C-ED1F1DFC1B6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23664" y="948888"/>
                <a:ext cx="979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4379383-9B63-EE05-C6DA-125A034CD707}"/>
                  </a:ext>
                </a:extLst>
              </p14:cNvPr>
              <p14:cNvContentPartPr/>
              <p14:nvPr/>
            </p14:nvContentPartPr>
            <p14:xfrm>
              <a:off x="3925224" y="957888"/>
              <a:ext cx="55800" cy="75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4379383-9B63-EE05-C6DA-125A034CD70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07224" y="939888"/>
                <a:ext cx="9144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17AB3A16-7F5D-EF38-E106-EDA474BEC39C}"/>
              </a:ext>
            </a:extLst>
          </p:cNvPr>
          <p:cNvGrpSpPr/>
          <p:nvPr/>
        </p:nvGrpSpPr>
        <p:grpSpPr>
          <a:xfrm>
            <a:off x="3919464" y="565488"/>
            <a:ext cx="139320" cy="169200"/>
            <a:chOff x="3919464" y="565488"/>
            <a:chExt cx="139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A0D683-9AD4-5000-C1E9-22EFEA1357AA}"/>
                    </a:ext>
                  </a:extLst>
                </p14:cNvPr>
                <p14:cNvContentPartPr/>
                <p14:nvPr/>
              </p14:nvContentPartPr>
              <p14:xfrm>
                <a:off x="3980664" y="573048"/>
                <a:ext cx="17280" cy="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A0D683-9AD4-5000-C1E9-22EFEA1357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62664" y="555048"/>
                  <a:ext cx="52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2FDB874-0778-0C48-4563-B4264686A947}"/>
                    </a:ext>
                  </a:extLst>
                </p14:cNvPr>
                <p14:cNvContentPartPr/>
                <p14:nvPr/>
              </p14:nvContentPartPr>
              <p14:xfrm>
                <a:off x="3923424" y="599688"/>
                <a:ext cx="74520" cy="135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2FDB874-0778-0C48-4563-B4264686A9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05424" y="581688"/>
                  <a:ext cx="110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928C131-B3FC-B47A-26EE-D2E58F240A6F}"/>
                    </a:ext>
                  </a:extLst>
                </p14:cNvPr>
                <p14:cNvContentPartPr/>
                <p14:nvPr/>
              </p14:nvContentPartPr>
              <p14:xfrm>
                <a:off x="3919464" y="565488"/>
                <a:ext cx="139320" cy="3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928C131-B3FC-B47A-26EE-D2E58F240A6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01464" y="547488"/>
                  <a:ext cx="17496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5474623-BA8E-8413-C167-F44A8E218E5E}"/>
                  </a:ext>
                </a:extLst>
              </p14:cNvPr>
              <p14:cNvContentPartPr/>
              <p14:nvPr/>
            </p14:nvContentPartPr>
            <p14:xfrm>
              <a:off x="4555584" y="550368"/>
              <a:ext cx="87120" cy="123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5474623-BA8E-8413-C167-F44A8E218E5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37584" y="532316"/>
                <a:ext cx="122760" cy="1595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A86F308-97BD-B3A5-7412-A55962812AB1}"/>
                  </a:ext>
                </a:extLst>
              </p14:cNvPr>
              <p14:cNvContentPartPr/>
              <p14:nvPr/>
            </p14:nvContentPartPr>
            <p14:xfrm>
              <a:off x="4520664" y="894168"/>
              <a:ext cx="101520" cy="129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A86F308-97BD-B3A5-7412-A55962812AB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502664" y="876168"/>
                <a:ext cx="1371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DE7B2C4-F3F9-2D5C-5D60-61B483198A48}"/>
                  </a:ext>
                </a:extLst>
              </p14:cNvPr>
              <p14:cNvContentPartPr/>
              <p14:nvPr/>
            </p14:nvContentPartPr>
            <p14:xfrm>
              <a:off x="5154984" y="556128"/>
              <a:ext cx="78480" cy="161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DE7B2C4-F3F9-2D5C-5D60-61B483198A4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37344" y="538128"/>
                <a:ext cx="11412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3981EF6-9491-3820-680E-B1A349731DDA}"/>
              </a:ext>
            </a:extLst>
          </p:cNvPr>
          <p:cNvGrpSpPr/>
          <p:nvPr/>
        </p:nvGrpSpPr>
        <p:grpSpPr>
          <a:xfrm>
            <a:off x="5124744" y="946728"/>
            <a:ext cx="106200" cy="120600"/>
            <a:chOff x="5124744" y="946728"/>
            <a:chExt cx="10620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3AE1EC7-3BA0-90D1-C843-D437B08E639E}"/>
                    </a:ext>
                  </a:extLst>
                </p14:cNvPr>
                <p14:cNvContentPartPr/>
                <p14:nvPr/>
              </p14:nvContentPartPr>
              <p14:xfrm>
                <a:off x="5124744" y="946728"/>
                <a:ext cx="10800" cy="11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3AE1EC7-3BA0-90D1-C843-D437B08E63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07104" y="928728"/>
                  <a:ext cx="46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AF56F7F-725C-5202-C63D-D968BAB0ECCD}"/>
                    </a:ext>
                  </a:extLst>
                </p14:cNvPr>
                <p14:cNvContentPartPr/>
                <p14:nvPr/>
              </p14:nvContentPartPr>
              <p14:xfrm>
                <a:off x="5175504" y="992808"/>
                <a:ext cx="55440" cy="74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AF56F7F-725C-5202-C63D-D968BAB0EC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57504" y="974808"/>
                  <a:ext cx="91080" cy="11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80574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54B03-4A49-8704-41A8-7578FB57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5072FF-CC77-3124-5772-5D2BBE213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406803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05E791-A1DB-F9D0-6E9A-B8A797317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745012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4112C7-9509-7C83-7855-476BC8F4FB1D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2145059-21E7-E827-387E-06D82C9F22D2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03882-85E3-8195-3E21-AF639A53E39D}"/>
              </a:ext>
            </a:extLst>
          </p:cNvPr>
          <p:cNvSpPr txBox="1"/>
          <p:nvPr/>
        </p:nvSpPr>
        <p:spPr>
          <a:xfrm>
            <a:off x="310896" y="5384623"/>
            <a:ext cx="1139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sixth set of 5 reads started. Can clear slide buffer.</a:t>
            </a:r>
          </a:p>
          <a:p>
            <a:r>
              <a:rPr lang="en-US" dirty="0"/>
              <a:t>Copy buffer 1 row to buffer -2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9D3768-35B0-6E1B-02BE-1233AED7CAD6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EB8BE4-800F-BBC1-32F8-1BC6546AC3CB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2BD506F-5E68-FE55-21BC-12906D0E20A5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0966FFF-B6DF-06F9-D9C0-188F77155572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0966FFF-B6DF-06F9-D9C0-188F7715557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DE70CF8-382D-30DA-3B32-D9587302937B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DE70CF8-382D-30DA-3B32-D958730293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0E11EFE-ADB5-092F-8F6D-8C5364A36AB2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0E11EFE-ADB5-092F-8F6D-8C5364A36A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E55BB7F-6092-2BEE-4217-446A1C424662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E55BB7F-6092-2BEE-4217-446A1C4246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49D3D9B-4839-26E9-315D-B4FE4AEF82E4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49D3D9B-4839-26E9-315D-B4FE4AEF82E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1EC1152-745A-9E8F-4F71-FC14AA1FA9A5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1EC1152-745A-9E8F-4F71-FC14AA1FA9A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ACA7DB0-7159-29E1-B467-7EB2AC9BA48D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ACA7DB0-7159-29E1-B467-7EB2AC9BA48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43FFBBB-3351-A17A-EA92-BF047A29BB52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43FFBBB-3351-A17A-EA92-BF047A29BB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0F030FD-32D1-55BA-EDA9-4B8201286185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0F030FD-32D1-55BA-EDA9-4B82012861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4D7C5A1-E73A-6C47-A858-CEA709810AAA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4D7C5A1-E73A-6C47-A858-CEA709810A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4601E10-DD77-59C2-2336-985309E5D20D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4601E10-DD77-59C2-2336-985309E5D2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16D4141-371A-4675-9657-B864A1470B6E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16D4141-371A-4675-9657-B864A1470B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925A09B-3241-F47B-076B-90D5D6B2BD96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925A09B-3241-F47B-076B-90D5D6B2BD9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5CEB8D7-DA9E-CBCB-E0FC-5BAE653D75C4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FFAC73-05B3-A9FD-1926-B03286BE07A5}"/>
              </a:ext>
            </a:extLst>
          </p:cNvPr>
          <p:cNvSpPr txBox="1"/>
          <p:nvPr/>
        </p:nvSpPr>
        <p:spPr>
          <a:xfrm>
            <a:off x="467784" y="4773168"/>
            <a:ext cx="1070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                                                   index 1                                                index 2                                                   index 3</a:t>
            </a:r>
          </a:p>
        </p:txBody>
      </p:sp>
    </p:spTree>
    <p:extLst>
      <p:ext uri="{BB962C8B-B14F-4D97-AF65-F5344CB8AC3E}">
        <p14:creationId xmlns:p14="http://schemas.microsoft.com/office/powerpoint/2010/main" val="41582407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5978-BC7F-3164-8B71-053FE100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6C6250-97CB-483A-5BF4-CBE9B38D6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918051"/>
              </p:ext>
            </p:extLst>
          </p:nvPr>
        </p:nvGraphicFramePr>
        <p:xfrm>
          <a:off x="7160528" y="449918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36DA6E-F468-4359-26C4-2CD42F8FB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897816"/>
              </p:ext>
            </p:extLst>
          </p:nvPr>
        </p:nvGraphicFramePr>
        <p:xfrm>
          <a:off x="2381758" y="436669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E113A7-8224-41BF-F92B-8744AF585021}"/>
              </a:ext>
            </a:extLst>
          </p:cNvPr>
          <p:cNvGraphicFramePr>
            <a:graphicFrameLocks noGrp="1"/>
          </p:cNvGraphicFramePr>
          <p:nvPr/>
        </p:nvGraphicFramePr>
        <p:xfrm>
          <a:off x="310897" y="3106252"/>
          <a:ext cx="11464991" cy="14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81">
                  <a:extLst>
                    <a:ext uri="{9D8B030D-6E8A-4147-A177-3AD203B41FA5}">
                      <a16:colId xmlns:a16="http://schemas.microsoft.com/office/drawing/2014/main" val="295452204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13424497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5726203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70701498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68675593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352506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10319898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7249154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00312432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59285917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5212690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88787806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427895020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0334151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16185658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056084444"/>
                    </a:ext>
                  </a:extLst>
                </a:gridCol>
                <a:gridCol w="361871">
                  <a:extLst>
                    <a:ext uri="{9D8B030D-6E8A-4147-A177-3AD203B41FA5}">
                      <a16:colId xmlns:a16="http://schemas.microsoft.com/office/drawing/2014/main" val="1154505893"/>
                    </a:ext>
                  </a:extLst>
                </a:gridCol>
                <a:gridCol w="354690">
                  <a:extLst>
                    <a:ext uri="{9D8B030D-6E8A-4147-A177-3AD203B41FA5}">
                      <a16:colId xmlns:a16="http://schemas.microsoft.com/office/drawing/2014/main" val="188881132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29313599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2285735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70655349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1626828839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27695007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21582080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53126066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52490845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96806781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370734391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725153383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4169655422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3821949315"/>
                    </a:ext>
                  </a:extLst>
                </a:gridCol>
                <a:gridCol w="358281">
                  <a:extLst>
                    <a:ext uri="{9D8B030D-6E8A-4147-A177-3AD203B41FA5}">
                      <a16:colId xmlns:a16="http://schemas.microsoft.com/office/drawing/2014/main" val="705739309"/>
                    </a:ext>
                  </a:extLst>
                </a:gridCol>
              </a:tblGrid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25449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92841"/>
                  </a:ext>
                </a:extLst>
              </a:tr>
              <a:tr h="49101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57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FBC23F-1605-A658-DCDE-1D306269B1EE}"/>
              </a:ext>
            </a:extLst>
          </p:cNvPr>
          <p:cNvSpPr txBox="1"/>
          <p:nvPr/>
        </p:nvSpPr>
        <p:spPr>
          <a:xfrm>
            <a:off x="7434905" y="80586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6D633-23B1-67BA-7382-0629CDB49172}"/>
              </a:ext>
            </a:extLst>
          </p:cNvPr>
          <p:cNvSpPr txBox="1"/>
          <p:nvPr/>
        </p:nvSpPr>
        <p:spPr>
          <a:xfrm>
            <a:off x="310896" y="5384623"/>
            <a:ext cx="1139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sixth set of 5 reads started. Can clear slide buffer.</a:t>
            </a:r>
          </a:p>
          <a:p>
            <a:r>
              <a:rPr lang="en-US" dirty="0"/>
              <a:t>Copy buffer 1 row to buffer -2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373C92-E87C-4E8D-0C30-340535E96C51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449918"/>
          <a:ext cx="224513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32088112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717469842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3772006069"/>
                    </a:ext>
                  </a:extLst>
                </a:gridCol>
              </a:tblGrid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20565"/>
                  </a:ext>
                </a:extLst>
              </a:tr>
              <a:tr h="331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221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D5248F-0A23-0103-91DC-2C14C6D2E620}"/>
              </a:ext>
            </a:extLst>
          </p:cNvPr>
          <p:cNvGraphicFramePr>
            <a:graphicFrameLocks noGrp="1"/>
          </p:cNvGraphicFramePr>
          <p:nvPr/>
        </p:nvGraphicFramePr>
        <p:xfrm>
          <a:off x="68027" y="1181438"/>
          <a:ext cx="22451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79">
                  <a:extLst>
                    <a:ext uri="{9D8B030D-6E8A-4147-A177-3AD203B41FA5}">
                      <a16:colId xmlns:a16="http://schemas.microsoft.com/office/drawing/2014/main" val="2326376480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1544583807"/>
                    </a:ext>
                  </a:extLst>
                </a:gridCol>
                <a:gridCol w="748379">
                  <a:extLst>
                    <a:ext uri="{9D8B030D-6E8A-4147-A177-3AD203B41FA5}">
                      <a16:colId xmlns:a16="http://schemas.microsoft.com/office/drawing/2014/main" val="251547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985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15679"/>
                  </a:ext>
                </a:extLst>
              </a:tr>
            </a:tbl>
          </a:graphicData>
        </a:graphic>
      </p:graphicFrame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9310D71-9E24-73B2-B9A9-8BA64B18C3BA}"/>
              </a:ext>
            </a:extLst>
          </p:cNvPr>
          <p:cNvGrpSpPr/>
          <p:nvPr/>
        </p:nvGrpSpPr>
        <p:grpSpPr>
          <a:xfrm>
            <a:off x="311544" y="80856"/>
            <a:ext cx="949320" cy="234000"/>
            <a:chOff x="311544" y="80856"/>
            <a:chExt cx="949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0FCD93-F644-A9B8-9479-0CD0026229B1}"/>
                    </a:ext>
                  </a:extLst>
                </p14:cNvPr>
                <p14:cNvContentPartPr/>
                <p14:nvPr/>
              </p14:nvContentPartPr>
              <p14:xfrm>
                <a:off x="311544" y="132696"/>
                <a:ext cx="81720" cy="16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0FCD93-F644-A9B8-9479-0CD0026229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544" y="114656"/>
                  <a:ext cx="117360" cy="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6E6D0C9-B683-D722-2C41-155AA79219B1}"/>
                    </a:ext>
                  </a:extLst>
                </p14:cNvPr>
                <p14:cNvContentPartPr/>
                <p14:nvPr/>
              </p14:nvContentPartPr>
              <p14:xfrm>
                <a:off x="446544" y="136656"/>
                <a:ext cx="21240" cy="162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6E6D0C9-B683-D722-2C41-155AA79219B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544" y="118656"/>
                  <a:ext cx="56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3629CEC-3326-8411-2B0B-D0F536D8A329}"/>
                    </a:ext>
                  </a:extLst>
                </p14:cNvPr>
                <p14:cNvContentPartPr/>
                <p14:nvPr/>
              </p14:nvContentPartPr>
              <p14:xfrm>
                <a:off x="484344" y="224856"/>
                <a:ext cx="7200" cy="66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3629CEC-3326-8411-2B0B-D0F536D8A32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344" y="206759"/>
                  <a:ext cx="42840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07534B7-1E76-0BBD-DBE4-E8082A8C35D7}"/>
                    </a:ext>
                  </a:extLst>
                </p14:cNvPr>
                <p14:cNvContentPartPr/>
                <p14:nvPr/>
              </p14:nvContentPartPr>
              <p14:xfrm>
                <a:off x="514584" y="173736"/>
                <a:ext cx="24120" cy="1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07534B7-1E76-0BBD-DBE4-E8082A8C35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6311" y="156103"/>
                  <a:ext cx="60300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BBFBE1B-1D97-05DA-F39A-02FBD3DB9B56}"/>
                    </a:ext>
                  </a:extLst>
                </p14:cNvPr>
                <p14:cNvContentPartPr/>
                <p14:nvPr/>
              </p14:nvContentPartPr>
              <p14:xfrm>
                <a:off x="527544" y="144216"/>
                <a:ext cx="75240" cy="162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BBFBE1B-1D97-05DA-F39A-02FBD3DB9B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44" y="126256"/>
                  <a:ext cx="110880" cy="197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BB92C34-8CAA-D6C7-4571-61F3433AE47C}"/>
                    </a:ext>
                  </a:extLst>
                </p14:cNvPr>
                <p14:cNvContentPartPr/>
                <p14:nvPr/>
              </p14:nvContentPartPr>
              <p14:xfrm>
                <a:off x="622584" y="230616"/>
                <a:ext cx="64440" cy="8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BB92C34-8CAA-D6C7-4571-61F3433AE4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584" y="212693"/>
                  <a:ext cx="1000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EF3B56B-75F7-ABB9-6DB5-A5B70250F089}"/>
                    </a:ext>
                  </a:extLst>
                </p14:cNvPr>
                <p14:cNvContentPartPr/>
                <p14:nvPr/>
              </p14:nvContentPartPr>
              <p14:xfrm>
                <a:off x="783864" y="113256"/>
                <a:ext cx="993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EF3B56B-75F7-ABB9-6DB5-A5B70250F0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5864" y="95295"/>
                  <a:ext cx="135000" cy="203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E9690AC-E621-1350-7A98-2399F9532198}"/>
                    </a:ext>
                  </a:extLst>
                </p14:cNvPr>
                <p14:cNvContentPartPr/>
                <p14:nvPr/>
              </p14:nvContentPartPr>
              <p14:xfrm>
                <a:off x="868824" y="181296"/>
                <a:ext cx="74880" cy="85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E9690AC-E621-1350-7A98-2399F95321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737" y="163296"/>
                  <a:ext cx="110692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0107961-E632-4C61-384B-C804D0DF2982}"/>
                    </a:ext>
                  </a:extLst>
                </p14:cNvPr>
                <p14:cNvContentPartPr/>
                <p14:nvPr/>
              </p14:nvContentPartPr>
              <p14:xfrm>
                <a:off x="956664" y="80856"/>
                <a:ext cx="81360" cy="231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0107961-E632-4C61-384B-C804D0DF29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664" y="62856"/>
                  <a:ext cx="117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E2C8C5C-5BB4-1475-48EC-C48D4B8165D8}"/>
                    </a:ext>
                  </a:extLst>
                </p14:cNvPr>
                <p14:cNvContentPartPr/>
                <p14:nvPr/>
              </p14:nvContentPartPr>
              <p14:xfrm>
                <a:off x="939744" y="224856"/>
                <a:ext cx="61200" cy="2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E2C8C5C-5BB4-1475-48EC-C48D4B8165D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1744" y="206856"/>
                  <a:ext cx="96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1B417BF-DC9D-61CD-0B15-676D4219A33A}"/>
                    </a:ext>
                  </a:extLst>
                </p14:cNvPr>
                <p14:cNvContentPartPr/>
                <p14:nvPr/>
              </p14:nvContentPartPr>
              <p14:xfrm>
                <a:off x="1024344" y="141336"/>
                <a:ext cx="60480" cy="165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1B417BF-DC9D-61CD-0B15-676D4219A33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451" y="123297"/>
                  <a:ext cx="95909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4D19EE0-5449-8DE2-3F0B-66C358020023}"/>
                    </a:ext>
                  </a:extLst>
                </p14:cNvPr>
                <p14:cNvContentPartPr/>
                <p14:nvPr/>
              </p14:nvContentPartPr>
              <p14:xfrm>
                <a:off x="1004184" y="208656"/>
                <a:ext cx="162360" cy="8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4D19EE0-5449-8DE2-3F0B-66C35802002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84" y="190656"/>
                  <a:ext cx="19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26F579C-BEE8-175B-2A65-A7C639EC506F}"/>
                    </a:ext>
                  </a:extLst>
                </p14:cNvPr>
                <p14:cNvContentPartPr/>
                <p14:nvPr/>
              </p14:nvContentPartPr>
              <p14:xfrm>
                <a:off x="1174824" y="211536"/>
                <a:ext cx="86040" cy="9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26F579C-BEE8-175B-2A65-A7C639EC506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824" y="193536"/>
                  <a:ext cx="1216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01AA0BC-E8D7-E0F7-EE41-2AE3B14FD1E7}"/>
              </a:ext>
            </a:extLst>
          </p:cNvPr>
          <p:cNvSpPr txBox="1"/>
          <p:nvPr/>
        </p:nvSpPr>
        <p:spPr>
          <a:xfrm>
            <a:off x="2313164" y="94497"/>
            <a:ext cx="108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Buffer -2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0A0F61-439D-65CF-DD90-BE0D333B99B6}"/>
              </a:ext>
            </a:extLst>
          </p:cNvPr>
          <p:cNvSpPr txBox="1"/>
          <p:nvPr/>
        </p:nvSpPr>
        <p:spPr>
          <a:xfrm>
            <a:off x="467784" y="4773168"/>
            <a:ext cx="1070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                                                   index 1                                                index 2                                                   index 3</a:t>
            </a:r>
          </a:p>
        </p:txBody>
      </p:sp>
    </p:spTree>
    <p:extLst>
      <p:ext uri="{BB962C8B-B14F-4D97-AF65-F5344CB8AC3E}">
        <p14:creationId xmlns:p14="http://schemas.microsoft.com/office/powerpoint/2010/main" val="7603095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DD9E6C-D938-076A-6F77-FD13E5620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14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</TotalTime>
  <Words>6359</Words>
  <Application>Microsoft Office PowerPoint</Application>
  <PresentationFormat>Widescreen</PresentationFormat>
  <Paragraphs>5683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Somana</dc:creator>
  <cp:lastModifiedBy>Chetan Somana</cp:lastModifiedBy>
  <cp:revision>1</cp:revision>
  <dcterms:created xsi:type="dcterms:W3CDTF">2025-11-09T20:54:07Z</dcterms:created>
  <dcterms:modified xsi:type="dcterms:W3CDTF">2025-11-20T05:10:05Z</dcterms:modified>
</cp:coreProperties>
</file>