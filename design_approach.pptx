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3" r:id="rId15"/>
    <p:sldId id="272" r:id="rId16"/>
    <p:sldId id="274" r:id="rId17"/>
    <p:sldId id="276" r:id="rId18"/>
    <p:sldId id="275" r:id="rId19"/>
    <p:sldId id="282" r:id="rId20"/>
    <p:sldId id="277" r:id="rId21"/>
    <p:sldId id="278" r:id="rId22"/>
    <p:sldId id="279" r:id="rId23"/>
    <p:sldId id="280" r:id="rId24"/>
    <p:sldId id="281" r:id="rId25"/>
    <p:sldId id="283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 Somana" userId="9b6f9e57-2673-4c93-9538-c241d6779953" providerId="ADAL" clId="{67960BD9-3E4D-4807-8BF7-74BD44888397}"/>
    <pc:docChg chg="custSel addSld modSld">
      <pc:chgData name="Chetan Somana" userId="9b6f9e57-2673-4c93-9538-c241d6779953" providerId="ADAL" clId="{67960BD9-3E4D-4807-8BF7-74BD44888397}" dt="2026-01-02T17:38:52.046" v="1185" actId="6549"/>
      <pc:docMkLst>
        <pc:docMk/>
      </pc:docMkLst>
      <pc:sldChg chg="modSp mod">
        <pc:chgData name="Chetan Somana" userId="9b6f9e57-2673-4c93-9538-c241d6779953" providerId="ADAL" clId="{67960BD9-3E4D-4807-8BF7-74BD44888397}" dt="2026-01-02T17:38:52.046" v="1185" actId="6549"/>
        <pc:sldMkLst>
          <pc:docMk/>
          <pc:sldMk cId="2356126841" sldId="256"/>
        </pc:sldMkLst>
        <pc:spChg chg="mod">
          <ac:chgData name="Chetan Somana" userId="9b6f9e57-2673-4c93-9538-c241d6779953" providerId="ADAL" clId="{67960BD9-3E4D-4807-8BF7-74BD44888397}" dt="2026-01-02T17:38:52.046" v="1185" actId="6549"/>
          <ac:spMkLst>
            <pc:docMk/>
            <pc:sldMk cId="2356126841" sldId="256"/>
            <ac:spMk id="3" creationId="{C6D6F384-877E-88C8-B002-DC788AD9743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1:43.21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48 832,'0'0'3253,"6"-4"-747,8-8-2914,13-9-3563,-18 11 2155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23.21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76 42 56,'-1'-3'412,"1"1"0,-1-1 0,0 0 0,0 0 0,0 1 0,0-1 0,0 0 0,-1 1 0,1-1 0,-1 1 0,1 0 0,-3-3 0,4 5-358,0 0 1,0 0-1,-1 0 0,1-1 1,0 1-1,0 0 0,0 0 1,0 0-1,0-1 0,0 1 1,0 0-1,0 0 0,0 0 1,0-1-1,0 1 1,0 0-1,1 0 0,-1 0 1,0 0-1,0-1 0,0 1 1,0 0-1,0 0 0,0 0 1,0 0-1,0-1 1,1 1-1,-1 0 0,0 0 1,0 0-1,0 0 0,0 0 1,0 0-1,1 0 0,-1-1 1,0 1-1,0 0 0,0 0 1,0 0-1,1 0 1,-1 0-1,0 0 0,0 0 1,0 0-1,1 0 0,-1 0 1,0 0-1,0 0 0,0 0 1,0 0-1,1 0 0,-1 0 1,0 0-1,0 0 1,0 0-1,1 0 0,-1 1 1,0-1-1,0 0 0,2-1 1102,-10 1-617,6 0-333,1 4-50,0 0 0,1 1 1,0-1-1,-1 0 0,1 0 1,0 1-1,2 7 0,-1 5 239,-10 78 1228,-5 111 481,0 4-1003,4 100-822,4-259 277,3-27-6688,3-67-2799,0 33 7300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48 8,'8'-25'2250,"-7"24"-2113,0-20 3269,-1 32-1948,-2 37-818,-3-24-340,2 0-1,0 48 0,-2 13 96,-4 78 148,5-51-204,-2 8-17,3-24-118,4-72-131,-1-1 0,-7 44-1,2-39 43,2 0 1,0 43-1,-6 51 146,9-91-326,0-30 41,9-39-8197,-9 23 6498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58 832,'-13'-15'2026,"13"15"-1953,0-1-1,0 0 0,-1 1 1,1-1-1,0 0 1,-1 1-1,1-1 1,-1 1-1,1-1 1,-1 1-1,1-1 0,-1 1 1,1-1-1,-1 1 1,1-1-1,-1 1 1,0 0-1,1-1 0,-1 1 1,0 0-1,1 0 1,-1-1-1,0 1 1,0 0-1,-2 2 140,0 0 1,0 0-1,0 1 1,1-1-1,-1 1 0,1 0 1,0 0-1,0 0 1,0 0-1,0 0 0,0 0 1,1 0-1,-1 1 1,1-1-1,0 1 0,-1 4 1,-22 75 1207,17-53-1003,-3 18 148,1 13-10,6-53-496,1 1-1,1-1 1,0 1 0,0-1 0,0 1 0,1-1 0,1 11 0,7 42 115,-5-31-119,1 1 0,10 31 0,-12-53-52,1 0 1,0-1-1,1 1 1,0-1-1,0 0 0,1 0 1,0-1-1,0 1 1,1-1-1,0 0 1,10 9-1,-14-14-5,1-1-1,-1 1 1,0-1-1,1 0 1,-1 0-1,0 0 0,1 0 1,-1-1-1,1 1 1,0-1-1,-1 1 0,1-1 1,-1 0-1,1 0 1,0 0-1,-1 0 1,1-1-1,0 1 0,-1-1 1,1 1-1,-1-1 1,1 0-1,-1 0 1,0 0-1,1 0 0,-1-1 1,0 1-1,0-1 1,0 1-1,0-1 0,0 0 1,0 1-1,3-4 1,3-4-8,1 0 1,-1 0 0,-1-1-1,0 0 1,11-20-1,-9 11-3,-1-1 0,0 0 0,-1 0 0,-2-1 0,0 1-1,2-23 1,0-125-10,-7 141 28,0 10-10,0-1 1,-1 1 0,-1 0-1,-1 0 1,0 0 0,-1 0-1,-1 1 1,-1 0 0,-7-18-1,11 32-1,1-1 0,-1 0 0,1 1 0,-1-1 0,0 1 0,0-1 0,0 1 0,0 0 0,-1 0 0,1 0 0,0 0 0,-1 0 0,1 0 0,-1 1 0,0-1 0,0 1 0,1 0 0,-1 0 0,0 0 0,0 0 0,0 1 0,0-1 0,0 1 0,0-1 0,-1 1 0,1 0 0,0 0 0,0 1 0,-4 0 0,4 0-112,-1 0-1,1 1 1,-1 0-1,1 0 1,-1 0-1,1 0 1,0 1-1,0-1 1,0 1-1,0-1 1,1 1-1,-1 0 1,1 0-1,-1 1 1,1-1-1,0 0 1,0 1-1,1-1 1,-1 1-1,1 0 1,0-1-1,-1 6 1,-1 1-538,1 1 1,1-1 0,0 1-1,1 0 1,0 0-1,1-1 1,0 1 0,0 0-1,1-1 1,6 19-1,-7-12-879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2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55 1568,'-2'-1'282,"0"1"-1,0 0 1,0-1 0,0 1-1,0-1 1,1 1-1,-1-1 1,0 0 0,0 0-1,0 0 1,1 0 0,-1 0-1,0 0 1,1-1-1,-3-2 1,-10-6 1720,18 7-1804,-1 0-1,1 0 1,0 0-1,0 1 0,0-1 1,0 1-1,0 0 1,1 0-1,4-1 1,-4 2-195,0 0 0,0 1-1,0-1 1,0 1 0,0 0 0,0 1 0,0-1-1,0 1 1,-1 0 0,1 0 0,0 1 0,0 0-1,-1-1 1,1 1 0,-1 1 0,6 3 0,-3-2 3,0 0 0,-1 1-1,1 0 1,-1 1 0,-1 0 0,1 0 0,-1 0 0,9 13 0,-10-13-4,0 1 0,-1-1 0,0 1 0,-1 0 0,1-1 0,-1 1 0,-1 1-1,1-1 1,-1 0 0,0 0 0,-1 0 0,0 12 0,-2-8-4,0 0 1,0 0 0,-1 0-1,-1 0 1,0-1-1,0 0 1,-8 14 0,-1 4 0,-13 19 21,-54 76 39,75-115-51,2-3-8,1 0-1,-1 1 0,1-1 1,0 1-1,0-1 1,1 1-1,0 0 0,0 0 1,0-1-1,1 1 1,-1 6-1,39-12 63,92-47 175,-58 23-268,-56 17 26,-1 1 0,2 1-1,24-4 1,-17 3-1688,49-16 0,-20 6-2012,-44 11 2585,0 0-289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3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25 924,'-1'-1'178,"0"0"0,0 0 1,1 0-1,-1 0 0,0 0 0,0 0 0,1 0 1,-1 0-1,0 0 0,1 0 0,-1 0 0,1-1 1,-1 1-1,1 0 0,0 0 0,0 0 1,-1-1-1,1-1 0,1 2 1424,0 20-779,-5 52 1279,-20 112 0,22-170-2007,-42 176 294,42-180-455,-1 0-1,1 0 1,1 0 0,0 0-1,-1 18 1,2-27 42,0 0 0,0 1 0,1-1 0,-1 0 1,0 1-1,0-1 0,0 1 0,0-1 0,0 0 0,0 1 0,1-1 0,-1 0 0,0 1 0,0-1 1,0 0-1,1 0 0,-1 1 0,0-1 0,0 0 0,1 0 0,-1 1 0,0-1 0,1 0 1,-1 0-1,0 0 0,1 1 0,-1-1 0,0 0 0,1 0 0,-1 0 0,0 0 0,1 0 0,-1 0 1,1 0-1,20-2-649,26-13-130,-41 12 729,9-2-244,0-1 1,0 0-1,-1-1 0,0-1 1,0 0-1,-1-1 1,0 0-1,-1-1 1,0-1-1,0 0 0,19-25 1,-27 30 262,0-2 0,0 1 0,-1 0 0,0-1 0,0 1 0,-1-1 0,0 0 0,-1 0 0,1 0 0,-1 0-1,-1 0 1,0 0 0,-1-16 0,1 19 74,-4-10 300,-5 19 368,-8 30 406,-10 70 387,5 1 1,4 1-1,-7 194 0,25-205-4521,0-95 2900,-1 0 1,1 0-1,0 0 1,-1 0 0,1 0-1,-1 0 1,1 0-1,0 0 1,-1-1-1,1 1 1,0 0-1,-1 0 1,1 0-1,0-1 1,-1 1 0,1 0-1,0 0 1,-1-1-1,1 1 1,0 0-1,0 0 1,-1-1-1,1 1 1,0 0-1,0-1 1,0 1-1,-1-1 1,1 1 0,0 0-1,0-1 1,0 1-1,0 0 1,0-1-1,0 1 1,0-1-1,0 1 1,0 0-1,0-1 1,0-14-1781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4.2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272 0 668,'-26'21'4271,"-9"59"-2010,-80 167-63,96-203-2195,15-33-200,-1 0 0,1-1-1,-13 19 1,9-15-420,-3 2-2219,10-16 2732,0-1 0,1 1 0,-1 0 0,0 0 1,0 0-1,1 0 0,-1-1 0,0 1 0,1 0 0,-1-1 1,0 1-1,1 0 0,-1-1 0,0 1 0,1-1 0,-1 1 1,1-1-1,-1 1 0,1-1 0,-1 0 0,1 1 0,-1-1 1,1 0-1,0 1 0,-1-1 0,1 0 0,0 1 0,-1-2 1,-2-8-830,-5-1-74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4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 44,'0'-52'3640,"0"51"-3605,0 1-1,1 0 0,-1 0 0,0-1 0,1 1 1,-1 0-1,0 0 0,1 0 0,-1 0 1,0-1-1,1 1 0,-1 0 0,0 0 1,1 0-1,-1 0 0,0 0 0,1 0 0,-1 0 1,1 0-1,-1 0 0,0 0 0,1 0 1,-1 0-1,0 0 0,1 0 0,-1 0 1,1 1-1,-1-1 0,0 0 0,1 0 0,-1 0 1,0 0-1,1 1 0,-1-1 0,0 0 1,0 0-1,1 1 0,-1 0 0,15 7 534,98 143 2983,-1-1-1968,-107-144-1672,16 16 227,-21-21-191,1-1 1,-1 1-1,0-1 1,1 1-1,-1-1 1,1 0-1,-1 1 1,1-1-1,-1 0 1,1 1-1,-1-1 1,1 0-1,-1 0 0,1 1 1,-1-1-1,1 0 1,0 0-1,-1 0 1,1 0-1,-1 0 1,1 0-1,-1 0 1,1 0-1,0 0 1,-1 0-1,1 0 1,-1 0-1,1 0 1,0 0-1,-1-1 0,1 1 1,-1 0-1,1 0 1,-1-1-1,1 1 1,10-49-6005,-11 40 4447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4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1104,'4'-23'3592,"5"35"-1724,7 43-57,-4 33 369,-4 0 0,-8 169-1,-2-112-441,1-119-1536,0-15-162,1 0 0,0 0 0,1 0 0,0 0 0,1-1 0,3 15 0,-3 11-529,-2-25-1045,5-13-1634,-1-12 108,-3 9 2462,-1 0-1,1 0 1,0 0-1,1 0 0,-1 0 1,1 0-1,0 0 0,0 0 1,5-7-1,2-3-786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5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47 128 1204,'-1'-5'5523,"-2"23"-3993,-2 33-674,-4 71 1201,4-28-745,2-61-968,2 0-1,1 0 0,7 52 1,-6-74-374,1 0-1,0 0 1,1-1 0,0 1-1,1-1 1,0 0 0,1 0-1,0 0 1,0-1 0,1 1-1,0-1 1,1-1 0,7 9-1,-13-16-35,1 0-1,-1 0 1,1 0-1,-1 0 1,1 0-1,-1 0 1,1-1-1,-1 1 1,1-1-1,-1 1 1,1-1-1,0 0 1,-1 1-1,1-1 1,0 0-1,-1 0 1,1 0-1,0 0 1,0 0-1,-1-1 1,3 0-1,0 0-49,0-1-1,-1 1 1,1-1-1,-1 0 1,1 0-1,-1 0 1,0-1-1,6-5 0,-2 2-29,-1-1-1,0-1 1,0 0-1,0 1 0,-1-2 1,7-14-1,-1-2 4,-1 0 0,-2-1 0,0 0 0,-2-1 0,-1 1 0,3-47 0,-8 40 64,1-10 6,-2 1 0,-1-1-1,-14-68 1,12 93 174,-1 1 0,0 0 0,-1 1 0,-16-32 0,21 45-77,0 0 0,-1 1 0,1 0 0,-1-1 0,0 1 0,1 0 0,-1-1 0,-1 1 0,1 0 0,0 1 0,0-1 1,-1 0-1,1 1 0,-1-1 0,1 1 0,-1 0 0,0-1 0,1 1 0,-1 1 0,0-1 0,0 0 0,0 1 0,1-1 0,-1 1 1,0 0-1,0 0 0,0 0 0,0 0 0,0 1 0,0-1 0,0 1 0,1 0 0,-1 0 0,0 0 0,0 0 0,1 0 0,-1 0 1,-3 3-1,-2 1-45,1 1-1,0-1 1,0 1 0,0 0 0,1 1 0,0 0 0,0 0 0,1 0 0,0 0 0,0 1 0,0 0 0,1 0 0,1 0 0,-4 11 0,1-2-831,1 1 0,1 0 0,0 1 0,2-1 0,-2 36 0,6-37-908,6 4-184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6.0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 1200,'0'-3'145,"0"1"0,1-1 0,-1 0 0,1 0 0,-1 0 0,1 1 0,0-1 0,0 0 0,0 1 0,0-1-1,1 1 1,-1-1 0,1 1 0,0 0 0,-1 0 0,1 0 0,0-1 0,0 2 0,0-1 0,1 0 0,-1 0 0,0 1 0,1-1 0,-1 1 0,1 0 0,-1 0 0,1 0-1,0 0 1,-1 0 0,1 0 0,0 1 0,0-1 0,0 1 0,3 0 0,0-1-42,0 1 1,1 0-1,-1 0 0,0 1 0,1-1 0,-1 1 1,0 1-1,0-1 0,0 1 0,0 0 1,0 1-1,0-1 0,-1 1 0,1 0 0,6 5 1,-4 0 22,-1 1 1,1 0 0,-1 0-1,-1 0 1,0 1 0,0 0-1,-1 0 1,0 0 0,-1 1-1,0 0 1,5 20 0,-3-3-9,-1 0 1,-1 0-1,-1 48 1,-4-56-135,-1 0 0,-1 0 1,-1-1-1,-1 1 0,-1-1 0,0 0 1,-2 0-1,0 0 0,-1-1 0,0-1 1,-2 0-1,-21 28 0,26-39-79,1 1 1,-1-1-1,0-1 0,0 1 0,0-1 0,-9 5 0,14-9 57,0 0-1,0 0 1,0-1-1,0 1 0,-1 0 1,1-1-1,0 1 1,0-1-1,0 1 0,-1-1 1,1 1-1,0-1 1,0 0-1,-1 0 0,1 1 1,0-1-1,-1 0 1,1 0-1,0-1 0,-1 1 1,1 0-1,0 0 1,0 0-1,-1-1 0,1 1 1,0-1-1,0 1 1,0-1-1,-1 0 0,1 1 1,0-1-1,0 0 0,0 0 1,0 1-1,0-1 1,0 0-1,0 0 0,1 0 1,-1 0-1,0 0 1,1-1-1,-1 1 0,0 0 1,1 0-1,-1-2 1,-2-8-82,0 1 1,2-1-1,-1 1 1,1-1-1,1 0 1,-1 0-1,2 1 0,2-15 1,-3 20 152,1-1 1,0 1-1,0-1 0,0 1 1,1 0-1,0-1 1,0 1-1,0 0 0,1 0 1,0 0-1,0 1 1,0-1-1,0 1 0,1-1 1,-1 1-1,1 0 1,0 1-1,6-5 0,-8 7 21,-1 1-1,1-1 0,0 0 0,-1 1 1,1 0-1,0-1 0,-1 1 0,1 0 1,0 0-1,0 0 0,-1 0 0,1 0 1,0 1-1,0-1 0,-1 0 0,1 1 1,0 0-1,-1-1 0,1 1 0,0 0 1,-1 0-1,1-1 0,-1 1 0,0 0 1,1 1-1,0 0 0,41 42 985,-18-17-467,25 23 270,-36-36-632,0 0 1,29 23-1,-9-10-688,6 4-4860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6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0 1004,'7'73'6889,"-3"-54"-6617,-2 0 1,0 0-1,-1 0 0,-1-1 0,-1 1 0,-3 22 0,-3 3 79,-5 17-150,11-55-257,0 0-1,0 0 1,0 0 0,1 0 0,0 0 0,1 12 0,0 2-927,0-19 931,-1 0 0,0 0 0,1 0 0,-1 0 0,1-1 0,-1 1 0,1 0 0,-1 0 0,1-1 0,-1 1 0,1 0 0,0-1 0,-1 1 1,1 0-1,0-1 0,-1 1 0,1-1 0,0 1 0,0-1 0,0 0 0,0 1 0,-1-1 0,1 0 0,0 0 0,0 1 0,0-1 0,0 0 0,0 0 0,2 0 0,32-1-1000,-18-3 602,1-1 0,-2-1 0,1 0 0,-1-2-1,19-10 1,-31 15 423,0 0 0,-1 0-1,1 0 1,-1 0-1,0 0 1,0-1 0,0 0-1,0 1 1,-1-1-1,1 0 1,-1 0 0,0-1-1,0 1 1,-1 0-1,1-1 1,-1 1 0,0-1-1,0 1 1,0-1-1,-1-8 1,10-80 942,-10 50-41,0 31 69,0 31-30,-14 213 2802,0 2-1936,4-54-2364,10-177 385,0 0-1,1 0 1,-1 0 0,1 0-1,-1 0 1,1 0 0,0 0-1,0-1 1,0 1 0,3 4 0,3 4-6660,-14-20 4478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7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308 80 1356,'3'-24'3033,"-2"20"-2922,-1 0 0,1 1 0,-1-1 0,1 0 0,-1 1 0,0-1 0,-1 0 0,0-4 0,1 7-92,-1 0 1,1 0 0,-1 0-1,0 0 1,0 0 0,1 0 0,-1 0-1,0 0 1,0 0 0,0 0-1,0 1 1,0-1 0,0 0-1,0 1 1,0-1 0,0 0 0,0 1-1,-1-1 1,1 1 0,0 0-1,0-1 1,0 1 0,-1 0-1,1 0 1,0 0 0,0 0-1,-1 0 1,1 0 0,-2 0 0,-2 1-15,0 0 0,1 0 1,-1 1-1,1-1 1,-1 1-1,1 0 1,0 0-1,0 0 1,0 1-1,0-1 0,0 1 1,0 0-1,1 0 1,-1 1-1,1-1 1,-5 7-1,0-1-13,1 2-1,-1-1 1,2 1-1,-1 0 1,-5 15 0,8-18 5,0 1 0,1 1-1,0-1 1,1 0 0,0 1 0,0-1 0,1 1 0,0 0 0,1 0 0,0-1 0,0 1 0,1 0 0,1-1 0,-1 1 0,2-1 0,-1 1 0,1-1 0,7 15 0,-5-15-7,0 0-1,0 0 1,1 0-1,0 0 0,1-1 1,12 12-1,1 2 3,27 40 4,-46-61 16,-1 0-1,1 0 0,-1 0 1,1 0-1,-1 0 1,0 0-1,1 0 0,-1 0 1,0 0-1,0 1 1,0-1-1,0 0 0,0 0 1,0 0-1,0 0 1,0 0-1,0 0 0,-1 0 1,1 0-1,0 1 0,-1-1 1,1 0-1,-1 0 1,1 0-1,-1 0 0,1-1 1,-1 1-1,0 0 1,0 0-1,1 0 0,-1 0 1,0-1-1,0 1 1,0 0-1,0-1 0,0 1 1,-1 0-1,-41 18 570,35-16-475,-200 65 327,208-68-471,0 0-1,-1 0 1,1 0 0,0 0-1,0 0 1,0 0-1,-1 0 1,1 0 0,0 0-1,0 1 1,-1-1 0,1 0-1,0 0 1,0 0-1,0 0 1,-1 0 0,1-1-1,0 1 1,0 0 0,0 0-1,-1 0 1,1 0-1,0 0 1,0 0 0,0 0-1,-1 0 1,1 0 0,0 0-1,0-1 1,0 1-1,-1 0 1,1 0 0,0 0-1,0 0 1,0-1 0,0 1-1,0 0 1,0 0-1,-1 0 1,1-1 0,0 1-1,0 0 1,0 0 0,3-13-1280,11-13-1254,-4 16 1028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8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1428,'2'8'2862,"13"49"-738,-12-31-1421,-1 0 0,-1 0 0,-3 34-1,0 0 327,1 14 230,0-13 294,10 106-1,1-57-931,-5-81-1514,-2 0 1,0 51 0,4-63-1757,-7-17 2449,1 1 1,-1-1 0,0 0-1,0 1 1,0-1 0,1 0-1,-1 0 1,0 1 0,0-1-1,1 0 1,-1 0 0,0 1-1,1-1 1,-1 0 0,0 0-1,0 0 1,1 1-1,-1-1 1,0 0 0,1 0-1,-1 0 1,1 0 0,-1 0-1,0 0 1,1 0 0,-1 0-1,0 0 1,1 0 0,-1 0-1,1 0 1,-1 0 0,0 0-1,1 0 1,-1 0 0,0 0-1,1 0 1,-1-1 0,0 1-1,1 0 1,7-6-1544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8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0 252,'9'72'5043,"20"50"-5071,-21-90 330,-4-10-424,-4-18-40,1-1 1,-1 1-1,1-1 1,0 0-1,0 1 1,0-1-1,0 0 0,1 0 1,-1 1-1,4 4 1,-3-2-1800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8.7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29 103 512,'-12'-39'2470,"-3"-5"-652,15 43-1808,0 1 1,0-1-1,-1 1 1,1-1 0,0 1-1,0-1 1,0 1-1,0-1 1,0 1-1,0-1 1,0 0 0,0 1-1,0-1 1,0 1-1,0-1 1,0 1-1,0-1 1,0 1 0,1-1-1,-1 1 1,0-1-1,0 1 1,0-1-1,1 1 1,-1-1-1,0 1 1,1-1 0,-1 1-1,1 0 1,-1-1-1,0 1 1,1-1-1,-1 1 1,1 0 0,-1 0-1,1-1 1,-1 1-1,1 0 1,-1 0-1,1-1 1,-1 1 0,1 0-1,-1 0 1,1 0-1,-1 0 1,1 0-1,0 0 1,-1 0-1,1 0 1,-1 0 0,1 0-1,-1 0 1,1 1-1,31-1-393,-17 5-52,0 0 1,-1 1-1,0 0 0,0 1 0,0 1 0,-1 0 1,0 1-1,14 12 0,-8-5-635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9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197 551 108,'0'0'1421,"-2"-11"-307,3 11-1075,-1 0 1,1-1-1,-1 1 1,0-1-1,1 1 1,-1-1-1,0 1 1,0-1-1,1 1 1,-1-1-1,0 1 1,0-1-1,0 0 1,0 1-1,0-1 1,0 1-1,0-1 1,0 0-1,0 1 1,0-1-1,0 1 1,0-1-1,0 1 1,0-1-1,0 1 1,-1-1-1,1 0 1,0 1-1,0-1 1,-1 1-1,1-1 1,0 1-1,-1 0 1,1-1-1,-1 1 1,1-1-1,0 1 1,-1 0-1,1-1 1,-1 1-1,1 0 1,-2-1-1,2 0 1,-1 1 1,0-1-1,0 1 0,1 0 0,-1-1 0,0 1 0,0 0 1,0 0-1,1-1 0,-1 1 0,0 0 0,0 0 0,0 0 0,0 0 1,1 0-1,-1 0 0,0 0 0,0 0 0,0 1 0,0-1 1,1 0-1,-1 0 0,0 1 0,0-1 0,1 0 0,-1 1 1,0-1-1,-1 1 0,-60 47 906,50-35-850,2 0 1,-1 1-1,2 0 0,0 0 1,0 1-1,2 1 0,0-1 0,0 1 1,2 0-1,0 1 0,1-1 1,0 1-1,1 0 0,0 18 1,3-32-101,0 1 1,0-1-1,1 1 1,-1 0-1,1-1 1,0 1-1,0-1 1,0 0-1,0 1 0,1-1 1,-1 0-1,1 1 1,0-1-1,2 3 1,-3-5-11,0 0-1,1 0 1,-1-1 0,0 1-1,0 0 1,1-1 0,-1 1-1,0-1 1,1 1 0,-1-1-1,0 1 1,1-1 0,-1 0 0,1 0-1,-1 0 1,1 0 0,-1 0-1,0 0 1,1 0 0,-1 0-1,1-1 1,-1 1 0,0 0 0,1-1-1,-1 1 1,0-1 0,1 0-1,-1 1 1,0-1 0,0 0-1,1 0 1,-1 0 0,0 0 0,0 0-1,0 0 1,0 0 0,0 0-1,0-2 1,11-10-130,-2-1-1,0 0 1,0-1-1,-1 0 1,-1 0-1,12-33 1,-8 20-42,-9 19 121,0 1 0,-1-1 0,0 0 0,0 0-1,0-11 1,4-23-171,4-4 71,-2-1 0,-2-1 1,-2 0-1,-3 1 0,-1-1 0,-8-55 0,-2 10 308,8 56 21,2 33-104,0 0 0,0 0-1,-1 0 1,1 1 0,-1-1 0,0 0-1,-3-9 1,1 1 322,2 8 74,-5 14-249,5-6-147,1 0 1,-1 0-1,0 0 1,1 0-1,-1 0 0,1 0 1,0 0-1,0 0 1,0 1-1,1 3 0,-1 23 357,-3-7-139,2-1 0,0 1-1,1-1 1,3 27 0,1 29 348,0 16 96,22 132 0,-20-197-819,1-1 0,17 41 0,-15-43-548,-7-24 434,-1 0 1,0 0 0,0 0 0,1 0 0,-1 0-1,1 0 1,0-1 0,-1 1 0,1-1 0,0 1-1,0-1 1,0 0 0,0 0 0,0 0-1,0 0 1,0 0 0,0 0 0,1 0 0,-1-1-1,0 1 1,0-1 0,1 1 0,-1-1 0,0 0-1,1 0 1,-1 0 0,0 0 0,1-1 0,-1 1-1,0-1 1,0 1 0,1-1 0,-1 0 0,0 0-1,3-2 1,13-2-1200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39.5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 0 472,'-1'1'137,"0"0"0,0 0 0,0-1 0,0 1 0,1 0 0,-1 0 0,0 0 0,0 1 0,1-1 0,-1 0 0,1 0 0,-1 0 0,1 0-1,-1 1 1,1-1 0,0 0 0,-1 0 0,1 1 0,0-1 0,0 0 0,0 1 0,0-1 0,1 2 0,5 38 1111,-1-10-601,-4-18-536,1 0-1,0-1 1,0 1 0,2-1 0,4 12-1,3 14-178,-9-32-265,0 0-1,0-1 1,1 1 0,0 0-1,0-1 1,1 0 0,-1 0 0,9 9-1,-10-13-754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0 148 72,'3'49'4229,"-1"-29"-3656,2 0 0,0-1 1,10 30-1,-13-47-530,0 0 1,-1 1-1,1-1 0,-1 0 0,1 1 1,-1-1-1,0 0 0,0 1 0,0-1 1,0 0-1,0 1 0,-1 2 1,0 10 82,0-15-127,1 0-1,0 1 1,0-1 0,0 0 0,0 0 0,0 0 0,0 0 0,0 0 0,0 0-1,0 1 1,0-1 0,0 0 0,0 0 0,0 0 0,0 0 0,0 0 0,0 1 0,0-1-1,0 0 1,0 0 0,0 0 0,0 0 0,0 0 0,0 0 0,0 1 0,0-1-1,0 0 1,0 0 0,0 0 0,0 0 0,0 0 0,1 0 0,-1 0 0,0 1 0,0-1-1,0 0 1,0 0 0,0 0 0,0 0 0,0 0 0,1 0 0,-1 0 0,0 0-1,0 0 1,0 0 0,0 0 0,0 0 0,0 0 0,1 0 0,-1 0 0,0 0 0,0 0-1,0 0 1,0 0 0,0 0 0,1 0 0,-1 0 0,0 0 0,0 0 0,0 0-1,0 0 1,0 0 0,9-10-199,5-16-206,17-84-914,7-38 504,-37 144 841,-1-1 0,1 1 0,1 0-1,-1 0 1,1 0 0,0-1 0,0 2 0,0-1 0,0 0 0,1 0 0,-1 1 0,1-1 0,0 1 0,5-5 0,-7 8 4,0 0 1,-1 0-1,1 0 0,0 0 1,0 0-1,-1 0 1,1 0-1,0 1 1,-1-1-1,1 0 0,0 0 1,-1 1-1,1-1 1,0 0-1,-1 1 0,1-1 1,-1 1-1,1-1 1,0 1-1,-1-1 1,1 1-1,-1-1 0,0 1 1,1 0-1,-1-1 1,1 1-1,-1-1 0,0 1 1,1 1-1,10 20 416,-10-21-351,8 21 589,0 0 1,-1 0 0,5 28 0,14 40 1689,-13-42-572,-12-39-1308,0 1 1,1-1 0,0-1-1,0 1 1,5 8-1,-5-5 267,-3-12-758,0 0 0,0 1 0,0-1 0,0 0 0,0 0 1,0 0-1,0 1 0,0-1 0,0 0 0,0 0 0,0 0 0,0 1 0,0-1 0,0 0 0,0 0 0,1 0 1,-1 0-1,0 1 0,0-1 0,0 0 0,0 0 0,0 0 0,0 0 0,1 1 0,-1-1 0,0 0 0,0 0 0,0 0 1,0 0-1,0 0 0,1 0 0,-1 0 0,0 0 0,0 0 0,0 1 0,1-1 0,-1 0 0,0 0 0,0 0 0,0 0 1,1 0-1,-1 0 0,0 0 0,0 0 0,0 0 0,1 0 0,-1 0 0,0-1 0,0 1 0,0 0 0,0 0 1,1 0-1,0 0 14,7 6-777,-13-2-162,14-5-10471,-2-3 11509,3-1-1792,-1 0-153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0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93 716,'3'-25'4060,"-2"23"-3964,0 1 0,-1-1-1,0 1 1,1-1 0,-1 0 0,0 1 0,0-1 0,0 1 0,0-1 0,0 0 0,0 1-1,0-1 1,0 0 0,-1 1 0,1-1 0,-1 1 0,1-1 0,-1 1 0,0-1-1,1 1 1,-1-1 0,0 1 0,0 0 0,0-1 0,0 1 0,0 0 0,0 0-1,-1 0 1,1 0 0,0 0 0,-1 0 0,1 0 0,0 0 0,-1 0 0,-1 0-1,0-1-36,0 0-1,-1 0 1,1 0-1,0 0 1,0 1-1,-1-1 1,1 1-1,-1 0 1,1 0-1,-1 1 1,0-1-1,1 1 1,-1-1-1,0 1 1,1 0 0,-1 1-1,0-1 1,1 1-1,-1-1 1,0 1-1,1 0 1,-1 0-1,1 1 1,0-1-1,-1 1 1,1 0-1,0 0 1,0 0-1,0 0 1,0 0-1,0 0 1,1 1-1,-1 0 1,1-1-1,-3 4 1,-1 3 40,-1 1 0,1-1 0,1 1 0,0 0 0,0 0 0,1 0 0,0 1 0,1 0 0,-2 11 0,1 7 8,1 0 1,2 39 0,1-66-105,0 1 1,0 0-1,1 0 0,-1 0 1,0 0-1,1 0 0,0 0 1,0-1-1,0 1 0,0 0 1,0 0-1,0-1 0,1 1 1,-1-1-1,1 1 0,0-1 1,2 2-1,-3-3-14,0 0-1,1 0 1,-1-1 0,1 1 0,-1-1 0,1 1-1,-1-1 1,1 1 0,-1-1 0,1 0 0,-1 0-1,1 0 1,-1 0 0,1 0 0,-1 0-1,1 0 1,-1-1 0,1 1 0,-1-1 0,1 1-1,-1-1 1,1 1 0,-1-1 0,1 0 0,-1 1-1,0-1 1,0 0 0,1 0 0,-1 0 0,0 0-1,0 0 1,0-1 0,2-1 0,8-10-255,0 0 1,0-1-1,-2-1 1,1 1 0,-2-1-1,0-1 1,-1 0-1,0 0 1,4-20-1,-2 21 124,0-6-42,-7 12 103,3 14 32,5 16 38,33 163 136,-19-76 33,-16-64 89,-2 1 0,-3-1 0,-1 66 1,-2-84-76,-1-14-52,0 0 1,0 0 0,-1-1 0,-1 1 0,0-1 0,0 0 0,-1 1-1,0-2 1,-9 15 0,10-18-55,-1-1 0,0 0 0,0 0 0,-1 0 0,0 0 0,0-1 0,0 0 0,0 0 0,-1 0 0,0-1 0,0 0 0,0 0 0,0 0 0,-1-1 0,-13 5 0,7-5-202,0 0 0,-1-1 0,1 0 0,-1-1 0,-26-2 0,32 0-487,1 0 0,-1 0 0,0 0 0,1-1 0,-1 0-1,1-1 1,0 1 0,0-2 0,0 1 0,0-1 0,-11-7 0,9 5-1436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7.5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43 1184,'-9'-42'8748,"10"70"-6514,3-12-1537,-1 1-1,-1 0 1,0 28-1,3 21 191,14 112 77,-10-109-2053,-7-56 1295,0 13-5413,-4-14-395,-6-26 2531,6-1 1727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8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0 126 696,'13'-42'1065,"-13"38"-1013,0 1 0,1-1 0,-1 1 1,1-1-1,0 1 0,0-1 1,0 1-1,0-1 0,1 1 0,-1 0 1,1 0-1,0 0 0,0 0 1,0 0-1,0 0 0,1 0 1,-1 1-1,1-1 0,-1 1 0,1-1 1,0 1-1,0 0 0,4-2 1,-2 2 0,1 1 1,-1-1 0,1 1 0,-1 0 0,1 0 0,-1 0 0,1 1 0,0 0 0,0 0-1,-1 0 1,1 1 0,0 0 0,-1 0 0,1 0 0,-1 1 0,1 0 0,-1 0 0,0 0-1,0 1 1,5 2 0,-4 0-11,0-1-1,-1 1 1,0 0-1,0 0 1,-1 0 0,1 0-1,-1 1 1,0 0-1,0 0 1,-1 0 0,0 0-1,0 1 1,0-1-1,-1 1 1,0 0 0,1 8-1,-1-5-17,-1-1 0,-1 0 0,0 1 0,0-1-1,-1 0 1,0 0 0,0 1 0,-1-1 0,-1 0 0,-5 17 0,0-9-13,0-1 1,0 0 0,-2 0 0,-19 25 0,3-4 0,-14 16 7,17-26 1,19-21-18,-1 0-1,1-1 0,-1 0 1,-1 1-1,1-2 0,-7 6 1,12-10-4,-1 0 0,1 0-1,-1 0 1,1 0 0,-1 0 0,1 1 0,-1-1 0,1 0 0,-1 0 0,1 1-1,0-1 1,-1 0 0,1 1 0,0-1 0,-1 0 0,1 1 0,0-1 0,-1 1-1,1-1 1,0 1 0,0-1 0,-1 0 0,1 1 0,0-1 0,0 1-1,0-1 1,0 1 0,-1 0 0,14 4-5,27-4 147,-36-1-79,13 1 251,-1 1-1,1 1 1,0 0-1,-1 2 1,0-1-1,0 2 1,16 7-1,107 60 1567,-127-67-1884,34 20-3422,-45-58-1988,-1 22 4499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8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17 352,'-9'-17'1795,"20"29"-320,-7-2-1300,1 0 1,-2 0 0,1 0 0,-1 1 0,-1-1-1,0 1 1,0 0 0,-1 16 0,18 42-256,-10-33-3050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8.4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2 129 756,'0'-99'3464,"0"98"-3460,0 0 1,-1 0 0,1 0-1,0 0 1,0 0-1,0 0 1,0 0 0,0 0-1,0 0 1,0 1-1,0-1 1,0 0 0,0 0-1,1 0 1,-1 0-1,0 0 1,1 0 0,-1 0-1,1 0 1,-1 1-1,1-1 1,-1 0 0,1 0-1,-1 1 1,1-1-1,0 0 1,-1 1 0,1-1-1,0 0 1,0 1 0,0-1-1,-1 1 1,1-1-1,0 1 1,0 0 0,0-1-1,0 1 1,0 0-1,0 0 1,0 0 0,0-1-1,0 1 1,0 0-1,-1 0 1,1 0 0,0 1-1,0-1 1,0 0-1,1 0 1,4 2-358,-1 1 0,1-1 0,-1 1 0,0 0 0,0 0 0,0 1 0,6 5-1,-1 1-459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9.1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85 84,'6'-9'2070,"-4"8"-1957,-1 0 1,0 0-1,0 0 0,0 0 0,0 0 0,0 0 1,-1-1-1,1 1 0,0 0 0,0 0 0,-1-1 0,1 1 1,-1 0-1,1-1 0,-1 1 0,0 0 0,1-1 1,-1 1-1,0-1 0,0 1 0,0-1 0,0 1 0,0 0 1,0-1-1,-1 1 0,1-1 0,0 1 0,-2-3 0,0 1 8,0 1 0,0-1 0,-1 1 0,1-1-1,-1 1 1,0 0 0,0 0 0,0 0 0,0 0-1,0 0 1,0 1 0,0 0 0,-1-1 0,1 1-1,-1 0 1,1 1 0,0-1 0,-1 1 0,1-1-1,-1 1 1,1 0 0,-1 0 0,0 1-1,1-1 1,-1 1 0,1-1 0,0 1 0,-1 0-1,-5 3 1,2-1 0,-1-1 0,1 1-1,0 1 1,0-1 0,0 1-1,1 0 1,-1 1 0,1 0-1,0 0 1,1 0 0,-1 1-1,1-1 1,-6 9 0,8-8-125,0 0 0,1 0 1,-1 0-1,1 0 0,1 0 1,-1 1-1,1-1 0,0 1 1,1-1-1,-1 1 0,1-1 1,0 1-1,1-1 0,0 1 1,0-1-1,0 0 0,1 1 1,0-1-1,0 0 0,0 0 1,7 11-1,-8-16-8,0 1 0,0-1 1,1 0-1,-1 1 0,1-1 0,-1 0 0,1 0 0,-1 0 1,1 0-1,0 0 0,-1-1 0,1 1 0,0 0 1,0-1-1,-1 1 0,1-1 0,0 0 0,0 0 0,0 1 1,0-1-1,0 0 0,-1-1 0,1 1 0,0 0 1,0 0-1,0-1 0,0 1 0,-1-1 0,1 0 0,0 1 1,0-1-1,2-2 0,1 1-77,0-1-1,0 0 1,0 1 0,-1-1-1,1-1 1,-1 1 0,0-1-1,0 0 1,0 0 0,4-6-1,8-15-367,-11 17 335,1 0 0,-2-1 0,1 0-1,-1 1 1,4-14 0,-1 2 33,-5 15 78,0 1-1,-1-1 1,1 1 0,-1-1 0,0 0-1,-1 1 1,1-8 0,5-17 0,-6 29 10,0-1 0,0 1 0,0-1 1,0 1-1,0-1 0,0 1 1,0-1-1,0 1 0,0 0 1,0-1-1,0 1 0,0-1 1,0 1-1,1-1 0,-1 1 1,0 0-1,0-1 0,0 1 0,1-1 1,-1 1-1,0 0 0,1-1 1,-1 1-1,0 0 0,1-1 1,-1 1-1,0 0 0,1 0 1,-1-1-1,1 1 0,-1 0 1,0 0-1,1 0 0,-1-1 1,1 1-1,-1 0 0,1 0 0,-1 0 1,1 0-1,-1 0 0,1 0 1,9 42 87,4 4 263,-1 0 1,-3 0-1,-1 1 1,3 69-1,-3 64 1600,-9-177-1813,0 0 1,-1 0-1,1 0 1,-1 0-1,0 0 1,1 0-1,-2 0 1,1 0-1,0-1 1,0 1-1,-1 0 0,1-1 1,-1 1-1,-4 4 1,-5 4 765,10-10-833,1 0 0,-1 1 0,0-1 0,0 0 1,0 0-1,0 0 0,0 0 0,0 0 0,0 0 0,-1-1 0,1 1 0,0 0 1,0-1-1,-3 2 0,-70 24 997,72-27-1234,0 0 0,0 1 0,0-1-1,0 0 1,1 0 0,-1 0 0,0 0 0,0 0-1,1-1 1,-1 1 0,1 0 0,-1-1-1,1 1 1,0-1 0,-1 0 0,1 1 0,0-1-1,0 0 1,0 0 0,0 0 0,0 1 0,1-1-1,-1 0 1,1 0 0,-1 0 0,1 0 0,-1 0-1,1-4 1,27-73-6948,-8 31 4705,-10 22 1084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49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1120,'-1'-7'563,"1"-15"1140,0 22-1676,0 0 0,0 0 0,0-1 1,0 1-1,0 0 0,0 0 1,0-1-1,0 1 0,0 0 1,0 0-1,0-1 0,0 1 1,0 0-1,0-1 0,0 1 1,1 0-1,-1 0 0,0 0 1,0-1-1,0 1 0,0 0 1,0 0-1,0-1 0,1 1 1,-1 0-1,0 0 0,0 0 1,0-1-1,1 1 0,-1 0 1,0 0-1,0 0 0,0 0 1,1 0-1,-1 0 0,0-1 1,0 1-1,1 0 0,-1 0 1,0 0-1,1 0 0,-1 0 1,0 0-1,0 0 0,1 0 0,-1 0 1,0 0-1,0 0 0,1 0 1,-1 0-1,1 1 0,10 26 1622,-6-14-1255,0 0 0,0 0 0,-1 1 0,-1 0 0,0 0 0,1 17 1,4 19 605,39 220 3195,-21-108-3057,-21-131-1081,-4-23-69,0 1-1,1-1 0,-1 1 1,2-1-1,-1 0 0,1 0 0,8 15 1,-9-28-165,1 0 0,-1 0 0,0 0 0,0 0 0,0 0 0,-1 0 0,0 0 0,1-7 0,18-73-1218,-20 84 1376,9-41-450,-2 4 288,15-40 0,-21 75 178,0 1 0,0-1 1,1 0-1,-1 0 0,1 1 0,0-1 0,0 1 0,0-1 1,0 1-1,0 0 0,1 0 0,2-3 0,-4 5 8,0-1 0,0 1 0,0 0 0,0-1 0,0 1 0,0 0 0,0 0 0,0 0 0,-1-1 0,1 1 0,0 0 0,0 0 0,0 1 0,0-1 0,0 0 0,0 0 0,0 0 0,0 1 0,0-1 0,0 0 0,0 1 0,-1-1 0,1 1 0,0-1 0,0 1 0,0-1 0,-1 1 0,1-1 0,0 1 0,-1 0 0,1 0 0,0-1 0,-1 1 0,1 0 0,-1 0 0,1 0 0,-1-1 0,0 1 0,1 0 0,-1 0 0,0 0 0,1 0 0,-1 0 0,0 0 0,0 2 0,45 65 1044,-31-42-763,-8-16-122,0 0 0,-1 0 0,0 0 0,0 1-1,-2 0 1,1 0 0,-1 0 0,3 21 0,3 9-4484,0-52-3486,-9 2 5968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0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46 804,'0'-12'435,"1"-19"2497,2 28-1355,4 18-572,18 70 2245,-5 1 0,14 114 1,-32-181-3119,6 66 203,-7-56-289,9 52 1,0-8-57,-9-48 0,-1-24 9,0 0 1,0 0-1,0 0 1,-1 0-1,1 0 0,0 0 1,0-1-1,0 1 1,0 0-1,0 0 1,1 0-1,-1 0 1,0 0-1,0 0 1,1 0-1,-1-1 1,0 1-1,1 0 1,-1 0-1,1 0 1,-1-1-1,1 1 1,-1 0-1,1-1 0,-1 1 1,1 0-1,1 0 1,3 6-54,2-9 22,22-10 96,-21 9-62,1 0 1,0-1-1,-1 0 1,0-1-1,1 0 1,-2 0-1,10-7 1,26-8-150,-41 19 13,-2-26-14396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0.5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91 928,'-32'-4'2115,"27"2"-1840,0 1-1,0 1 1,0-1-1,1 0 1,-1 1-1,0 0 1,0 1 0,0-1-1,0 1 1,-6 1-1,112-19 1589,-28-2-1321,128-13 1,-170 30-572,-22 2-391,0-1-1,-1 1 1,1-1 0,0-1-1,-1 1 1,1-2 0,11-3-1,-12 5-2594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3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 0 1080,'-1'0'88,"0"1"1,0-1-1,0 0 0,0 0 1,1 0-1,-1 0 0,0 1 1,0-1-1,1 0 1,-1 1-1,0-1 0,0 1 1,1-1-1,-1 1 0,0-1 1,1 1-1,-1-1 0,1 1 1,-1 0-1,1-1 0,-1 1 1,1 0-1,-1 0 0,1-1 1,-1 1-1,1 0 0,0 0 1,0-1-1,-1 1 0,1 0 1,0 0-1,0 1 0,-1 38 704,0-7-232,-26 183 1344,11-66-1256,-3 3-448,16-122-217,3-27-25,0 0 0,0 1 0,-1-1 1,0 0-1,1 0 0,-2 0 0,-1 6 0,3-9-24,0 0 0,0 0 0,-1 0-1,1 1 1,0-1 0,0 0 0,0 0-1,0 0 1,0 1 0,1-1 0,-1 0 0,0 0-1,1 0 1,-1 0 0,1 3 0,3-1-777,-2-12-200,9-32-555,-1 7 1107,7-61-167,0 13 639,-4-2-1,4-107 0,1 75 1945,-18 116-1904,0-1-1,0 1 1,0-1 0,0 1 0,0 0-1,0-1 1,0 1 0,0-1 0,0 1-1,0-1 1,0 1 0,0-1 0,0 1-1,0 0 1,0-1 0,1 1-1,-1-1 1,0 1 0,0 0 0,0-1-1,1 1 1,-1-1 0,0 1 0,0 0-1,1-1 1,-1 1 0,0 0-1,1 0 1,-1-1 0,0 1 0,1 0-1,-1 0 1,1-1 0,-1 1 0,0 0-1,1 0 1,0 0 0,16 9 941,13 22 112,-10-3-488,-2 1-1,0 1 0,-3 1 1,0 0-1,-2 0 0,-1 2 0,10 43 1,8 44-189,-18-71-683,-9-39-255,0 0-1,0 0 0,-1 0 1,-1 0-1,1 13 0,7 4-3996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3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43 169 1200,'-35'-1'1821,"28"-1"-919,21-1-605,42-15-87,-18 4-138,-6 4-19,38-20 1,-4 3-58,56-31-2532,-103 52 1155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3.6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13 868,'-10'-8'1437,"4"3"942,3 20-1170,20 88 1701,-9-28 208,-4 114 0,-5-126-2574,11 75-1412,-6-103-1373,1 2-3690,3-42 1931,-7-4 2401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3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1092,'1'-11'1614,"3"11"-354,7 25 448,9 47 187,-5 53 2236,-1 170-1,-12-271-3971,0 0-1,8 35 1,-5-36-155,-1 0 1,1 35 0,5-21-221,-1-4-4234,10-51-3744,-10 8 6194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4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7 932,'0'-7'4525,"0"25"-2687,2 8 210,8 47-1,-1-20-324,3 93 1622,-7 73-2439,-1-147-2021,0-35-1852,-3 0-4056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4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20 376 1148,'-1'0'115,"0"-1"0,0 1-1,0 0 1,0-1 0,0 1-1,1 0 1,-1-1 0,0 1-1,0-1 1,0 0 0,0 1 0,0-1-1,1 0 1,-1 1 0,0-1-1,1 0 1,-1 0 0,0 0-1,1 1 1,-1-1 0,1 0 0,-1 0-1,1 0 1,0 0 0,-1 0-1,1 0 1,0 0 0,0 0-1,0-1 1,1 0-32,1 0 1,0 0-1,0 0 0,0 1 0,0-1 1,0 0-1,0 1 0,1 0 0,-1 0 0,4-2 1,6-4-220,17-8 146,0-3 1,-2 0-1,0-1 0,-1-2 0,-1-1 0,-1 0 1,-1-2-1,28-38 0,-46 54-3,0 0-1,0 0 1,-1 0-1,0-1 0,0 1 1,-1-1-1,0 0 1,3-18-1,-3 15 77,2 11 81,7 19 331,-4 10-19,-1 0 1,-2 0 0,-1 1 0,0 34 0,3 12 388,-4 21 84,-3-70-734,0 1 0,6 31 0,-3-22-156,4 11-103,-5-38 179,6 7-1324,-8-16 1139,1 0-1,-1 0 1,1 0 0,-1 0-1,1-1 1,-1 1 0,1 0-1,0 0 1,-1-1 0,0 1-1,1 0 1,-1 0 0,1-1-1,-1 1 1,1-1-1,-1 1 1,0 0 0,1-1-1,-1 1 1,0-1 0,1 1-1,-1-1 1,0 1 0,0-1-1,1 1 1,-1-1 0,0 1-1,0-1 1,0 1 0,0-1-1,0 0 1,0 0-1,12-20-816,5-17-105,-15 29 886,2-1 0,0 1 1,0 0-1,0 0 0,1 1 0,0-1 1,10-11-1,-13 21 114,-1-1-1,0 0 1,1 1 0,-1-1-1,0 0 1,0 1 0,1 0-1,-1-1 1,0 1 0,0 0-1,0-1 1,0 1 0,0 0-1,0 0 1,0 0 0,0 0-1,0 0 1,0 0 0,0 0-1,-1 0 1,1 1 0,0-1 0,0 2-1,12 12 66,-10-13-300,1-1 1,-1 1 0,0-1-1,0 0 1,1 0 0,-1 0-1,1-1 1,-1 1 0,0-1-1,1 0 1,-1 0 0,1 0-1,-1-1 1,1 1 0,-1-1-1,0 0 1,1 1 0,-1-2-1,0 1 1,4-2 0,13-3-672,-1 1-86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5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0 233 112,'0'0'1704,"57"-38"-158,-49 31-1521,0 1 1,0-1-1,0-1 0,-1 0 1,0 0-1,-1 0 1,0-1-1,0 0 1,0 0-1,-1 0 1,6-17-1,-10 21-5,0 1 0,0 0 0,0 0 0,-1-1 0,0 1 0,1 0 0,-2-1 0,1 1 0,-1-7 0,1 10-1,-1-1 1,1 1-1,0 0 1,0-1-1,-1 1 1,1-1-1,-1 1 1,1 0-1,-1 0 1,0-1-1,0 1 1,1 0-1,-1 0 1,0 0-1,0 0 1,0 0-1,0 0 1,0 0 0,0 0-1,-1 0 1,1 0-1,0 1 1,0-1-1,0 0 1,-1 1-1,1-1 1,0 1-1,-1 0 1,1-1-1,-1 1 1,-1 0-1,0 0 45,1 0 0,0 1 0,-1-1 0,1 1 0,0 0 1,0 0-1,0 0 0,-1 0 0,1 0 0,0 0 0,0 1 0,1-1 0,-1 0 0,0 1 0,0 0 0,1-1 0,-3 4 0,-24 37 675,20-27-368,2-6-165,1 1-1,1 0 1,0 0 0,1 0 0,-1 0-1,2 1 1,0-1 0,0 1-1,1 0 1,0-1 0,1 1 0,0 0-1,0 0 1,1-1 0,5 19-1,-5-24-187,0 0 0,0-1 0,0 1 0,1-1 0,0 1 0,0-1 0,0 0 0,0 0-1,1 0 1,-1 0 0,1 0 0,0 0 0,0-1 0,1 0 0,-1 1 0,1-1-1,0 0 1,-1-1 0,1 1 0,0-1 0,1 1 0,-1-1 0,0-1 0,1 1 0,-1-1-1,1 1 1,-1-1 0,1 0 0,0-1 0,0 1 0,-1-1 0,1 0 0,0 0-1,-1-1 1,1 1 0,0-1 0,6-2 0,2-1-652,-1-1 0,1-1-1,-1 0 1,0 0 0,-1-2 0,0 1 0,0-1 0,0-1-1,-1 0 1,13-15 0,-4 7-1419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86 213 8,'-2'-1'264,"0"-1"1,1 0-1,-1 0 0,1 0 1,0 0-1,-1 0 0,1 0 1,0 0-1,0 0 0,1 0 1,-2-4-1,1 4-6,1-1 1,-1 1-1,0 0 1,0 0-1,0 0 1,0 0-1,0 0 0,-1 0 1,1 0-1,-3-3 1,3 5-176,0 0-1,0 0 1,0 0 0,0 0 0,0 0 0,0 0 0,0 0 0,0 0 0,0 1-1,0-1 1,0 0 0,0 1 0,0-1 0,0 1 0,0-1 0,0 0-1,1 1 1,-1 0 0,0-1 0,0 1 0,1 0 0,-1-1 0,0 1 0,1 0-1,-1 0 1,0-1 0,1 1 0,-1 0 0,1 0 0,-1 0 0,1 0 0,-1 1-1,-2 4 267,-1 1 0,1-1 0,0 0 0,1 1 0,-1-1 0,1 1 0,0 0 0,1 0 0,-1 9 0,-1 67 1437,3-62-1554,0-11-212,0 1 0,0-1 0,1 1 1,1-1-1,-1 1 0,2-1 0,0 0 0,0 0 0,0 0 0,1 0 0,1 0 0,9 15 0,-13-25-35,-1 1 0,1-1 0,-1 1-1,1-1 1,-1 1 0,1-1 0,-1 0 0,1 1 0,-1-1 0,1 0 0,0 1-1,-1-1 1,1 0 0,0 0 0,-1 1 0,1-1 0,0 0 0,-1 0-1,1 0 1,0 0 0,-1 0 0,1 0 0,0 0 0,0 0 0,-1 0 0,1 0-1,0-1 1,-1 1 0,1 0 0,0-1 0,20-18-1149,4-30-1053,9-46 730,-29 75 1387,-4 16 103,-1-1 1,1 1-1,0 0 1,0 0-1,1 0 1,-1 0-1,1 0 1,3-4-1,1 18 247,-1 1-187,1-1 1,0 0 0,0 0 0,15 16-1,-18-23-64,0-1 0,0 0 0,1 0 0,-1 0 0,0-1 0,1 1 0,-1-1 0,1 0 0,0 0 0,-1 0 0,1 0 0,0 0 0,0-1 1,0 0-1,-1 0 0,1 0 0,0 0 0,0 0 0,0-1 0,-1 0 0,1 0 0,0 0 0,-1 0 0,1-1 0,-1 1 0,1-1 0,-1 0 0,1 0 0,-1 0 0,0 0 0,0 0 0,0-1 0,3-4 0,36-37-359,-40 41 319,1-1 0,-1 0 1,0 1-1,0-1 0,0 0 1,0 0-1,-1 0 0,1 0 0,-1 0 1,0 0-1,0-1 0,0-5 0,1-13-58,-2-12 37,-4 10 92,-3-12 73,-3 14 40,9 19-85,0 0 1,-1 0 0,1 0-1,-1 1 1,0-1-1,0 1 1,-6-7-1,4 5-121,-1-1 1,1 0-1,-1 0 0,2 0 0,-1-1 1,1 1-1,0-1 0,-3-8 0,7 14-106,0 1 0,0-1 0,0 0 1,0 1-1,0-1 0,0 1 0,0-1 0,0 1 0,0 0 0,0-1 0,0 1 0,0 0 0,0 0 0,1 0 0,-1 0 0,0 0 0,0 0 0,0 0 0,0 0 0,0 0 0,2 1 0,28 5-2616,-21-1 1484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6:57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98 312,'-10'-10'3718,"10"9"-3612,-1 0 0,1 0 0,-1 0-1,1 0 1,-1 0 0,0 0 0,0 0 0,1 0 0,-1 0 0,0 0 0,0 1 0,0-1 0,0 0 0,0 1 0,0-1 0,0 0 0,0 1 0,0-1 0,0 1 0,0 0 0,-1-1 0,1 1 0,0 0-1,0 0 1,0 0 0,-1 0 0,1 0 0,0 0 0,0 0 0,0 0 0,0 0 0,-1 0 0,1 1 0,-1-1 0,-49 10 1917,44-7-1856,0 0 0,0 1 0,0 0 0,0 0 0,1 0 0,0 1 0,0 0 0,0 0 0,0 1 0,1-1 0,0 1-1,0 0 1,0 1 0,1-1 0,0 1 0,-6 13 0,5-4-333,0-1 0,0 0 0,2 1-1,0 0 1,0 0 0,2 0 0,0 22 0,1-37 92,0 0 1,0 0-1,0 0 1,0 0-1,1 0 0,-1-1 1,0 1-1,0 0 1,1 0-1,-1 0 1,1 0-1,-1 0 1,1-1-1,-1 1 0,1 0 1,0 0-1,-1-1 1,1 1-1,0 0 1,-1-1-1,1 1 1,0-1-1,0 1 1,0-1-1,0 1 0,-1-1 1,1 0-1,0 1 1,0-1-1,0 0 1,0 0-1,0 0 1,0 0-1,0 1 0,0-1 1,0 0-1,0-1 1,0 1-1,1 0 1,1 0-51,-1-1 0,1 1 0,-1 0 0,1-1 0,-1 0 0,1 0-1,-1 1 1,1-1 0,-1-1 0,0 1 0,1 0 0,-1-1 0,0 1 0,2-3 0,19-19-441,-18 18 506,1-1 0,-1 1 0,0-1 0,-1 0 0,1 0 0,-1 0 0,-1-1 0,1 1 0,-1-1 0,4-10-1,4-15 141,-7 23 120,-1-1 0,0 1 1,0-1-1,-1 0 0,1-15 1,7 9 1136,-10 16-1303,0 0 0,0 0 1,0 1-1,0-1 0,0 0 0,0 0 0,0 0 1,0 1-1,0-1 0,0 0 0,1 0 0,-1 0 0,0 0 1,0 1-1,0-1 0,0 0 0,0 0 0,1 0 1,-1 0-1,0 0 0,0 1 0,0-1 0,0 0 1,1 0-1,-1 0 0,0 0 0,0 0 0,0 0 0,1 0 1,-1 0-1,0 0 0,0 0 0,0 0 0,1 0 1,-1 0-1,0 0 0,0 0 0,0 0 0,1 0 1,-1 0-1,0 0 0,0 0 0,0 0 0,1 0 0,-1 0 1,0 0-1,0 0 0,0-1 0,0 1 0,1 0 1,-1 0-1,0 0 0,0 0 0,0 0 0,0-1 1,0 1-1,0 0 0,1 0 0,-1 0 0,0 0 0,0-1 1,0 1-1,0 0 0,0 0 0,0 0 0,0-1 1,0 1-1,0 0 0,31 32 3289,-15-17-2560,4 7-497,-4-5-1001,-2 0-1,22 32 1,-36-49 592,1 1-1,-1 0 0,0-1 1,1 1-1,-1-1 0,1 1 1,-1-1-1,1 1 1,-1-1-1,1 1 0,-1-1 1,1 0-1,0 1 1,-1-1-1,1 0 0,0 1 1,-1-1-1,1 0 1,0 0-1,-1 0 0,1 1 1,0-1-1,-1 0 1,1 0-1,0 0 0,-1 0 1,1 0-1,0 0 1,-1-1-1,1 1 0,0 0 1,-1 0-1,1 0 1,0-1-1,-1 1 0,1 0 1,0-1-1,-1 1 0,1 0 1,-1-1-1,1 1 1,-1-1-1,1 1 0,-1-1 1,1 1-1,-1-1 1,1 1-1,-1-1 0,0 0 1,1 0-1,1-1-25,0 0 0,-1-1-1,1 1 1,-1-1 0,1 1-1,-1-1 1,0 0 0,0 1-1,0-1 1,0 0 0,0-5-1,-1-5-60,1 6 249,-1 0 0,0 0 0,0 0 1,-1 1-1,0-1 0,-1 0 0,-2-10 0,2 5 308,2 11-274,1 1 0,-1-1 0,0 0-1,0 1 1,0-1 0,0 0 0,0 1 0,0-1 0,0 0 0,0 1 0,0-1 0,0 0 0,0 1 0,-1-1 0,1 0 0,0 1-1,0-1 1,-1 0 0,1 1 0,0-1 0,-1 1 0,1-1 0,0 1 0,-1-1 0,1 1 0,-1-1 0,1 1 0,-1-1 0,1 1 0,-1 0-1,0-1 1,1 1 0,-1 0 0,0-1 0,27 49 2458,-20-38-2413,-1 0 0,2-1-1,-1 0 1,1 0 0,1-1-1,-1 0 1,2 0-1,8 7 1,-12-13-173,-1 1 0,0-1-1,1 0 1,-1 0 0,1 0-1,0-1 1,0 0 0,-1 0 0,1 0-1,0 0 1,0-1 0,0 0 0,0 0-1,0 0 1,0 0 0,0-1 0,0 0-1,0 0 1,-1 0 0,1-1 0,4-2-1,-1 1-154,-1 0 0,0-1-1,0 0 1,-1 0-1,1-1 1,-1 0-1,0 0 1,0 0 0,-1-1-1,1 0 1,-1 0-1,-1 0 1,1-1 0,-1 0-1,0 0 1,6-14-1,-4 5 325,-1 0-1,-1 0 0,0 0 0,-1 0 0,-1-1 0,0 0 0,-1-17 0,-1 34-62,0-1 0,0 1 0,0 0 0,0-1-1,0 1 1,0 0 0,0-1 0,1 1-1,-1 0 1,0-1 0,0 1 0,0 0 0,0-1-1,0 1 1,1 0 0,-1-1 0,0 1-1,0 0 1,1 0 0,-1-1 0,0 1 0,0 0-1,1 0 1,-1 0 0,0-1 0,1 1 0,-1 0-1,0 0 1,1 0 0,-1 0 0,1 0-1,-1 0 4,1 0-1,-1 0 0,0 0 0,0 1 0,1-1 0,-1 0 1,0 0-1,0 0 0,1 1 0,-1-1 0,0 0 0,0 1 1,0-1-1,0 0 0,0 0 0,1 1 0,-1-1 0,0 0 0,0 1 1,0-1-1,0 0 0,0 1 0,0-1 0,0 0 0,0 1 1,0-1-1,0 0 0,0 1 0,0-1 0,0 0 0,0 1 1,0-1-1,-1 0 0,1 1 0,0-1 0,0 0 0,0 0 0,0 1 1,-1-1-1,1 0 0,0 1 0,0-1 0,0 0 0,-1 0 1,-14 41 2179,1 0 0,-8 48 1,1-6-83,-9 46-815,-17 159 0,46-279-1302,-9 33-9,7-37-13,2 0 0,-1 1 0,0-1 0,1 1-1,0-1 1,1 1 0,-1-1 0,1 1 0,0 0-1,0-1 1,2 9 0,0-1-83,-2-13 64,0 0 1,0 0-1,0 1 0,0-1 0,0 0 1,0 1-1,0-1 0,0 0 1,0 1-1,0-1 0,0 0 0,0 0 1,0 1-1,0-1 0,0 0 0,0 1 1,0-1-1,0 0 0,0 0 1,1 1-1,-1-1 0,0 0 0,0 0 1,0 1-1,0-1 0,1 0 1,-1 0-1,0 0 0,0 1 0,1-1 1,-1 0-1,0 0 0,0 0 1,1 0-1,-1 0 0,0 1 0,1-1 1,-1 0-1,0 0 0,0 0 0,1 0 1,-1 0-1,0 0 0,1 0 1,-1 0-1,1 0 0,1-3-1207,0-1-1,1 1 1,-1 0-1,0-1 1,-1 0 0,1 1-1,-1-1 1,1 0-1,-1 0 1,1-7-1,-2 5-910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1T20:21:43.21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48 832,'0'0'3253,"6"-4"-747,8-8-2914,13-9-3563,-18 11 2155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24.35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100 11 304,'-11'-6'3693,"4"4"-2004,7 2-1634,0 0 0,0-1 0,0 1 0,0 0 0,-1 0-1,1 0 1,0-1 0,0 1 0,0 0 0,0 0 0,-1 0 0,1 0 0,0 0 0,0 0 0,0-1 0,-1 1 0,1 0 0,0 0 0,0 0 0,-1 0 0,1 0 0,0 0 0,0 0-1,-1 0 1,1 0 0,0 0 0,0 0 0,0 0 0,-1 0 0,1 0 0,0 0 0,0 0 0,-1 0 0,1 0 0,0 1 0,0-1 0,0 0 0,-1 0 0,1 0 0,0 0 0,0 0-1,0 1 1,-1-1 0,1 0 0,0 0 0,0 0 0,0 0 0,0 1 0,0-1 0,0 0 0,-1 0 0,1 0 0,0 1 0,0-1 0,0 0 0,0 0 0,0 1 0,0-1 0,0 0 0,0 0-1,0 1 1,0-1 0,0 0 0,0 0 0,0 1 0,-26 76 1245,23-65-1218,-7 24-69,1 0-1,2 1 0,2 0 0,0 39 1,1-54-585,4-20 425,-1 0 1,1 0 0,-1 0-1,1 0 1,0 1-1,0-1 1,0 0 0,0 0-1,0 0 1,0 0-1,1 0 1,-1 0 0,1 0-1,-1 0 1,2 2-1,-1 5-517,0-2-4281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24.8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48 106 1172,'0'-1'56,"-1"1"0,1 0-1,-1-1 1,0 1 0,1 0 0,-1-1-1,1 1 1,-1-1 0,1 1 0,-1-1 0,1 0-1,-1 1 1,1-1 0,0 1 0,-1-1-1,1 0 1,0 1 0,-1-1 0,1 0-1,0 1 1,0-1 0,0 0 0,0 1-1,0-1 1,-1 0 0,1 0 0,0 1 0,1-1-1,-1 0 1,0 1 0,0-2 0,17-23 606,-12 19-621,1 1-1,0 0 1,1 1 0,-1-1 0,11-4 0,-1 3-17,-1 1 1,1 0 0,1 1 0,17-2 0,-29 6-20,0-1 1,1 1 0,-1 0-1,0 1 1,0-1 0,1 1-1,-1 0 1,0 0 0,0 0-1,0 1 1,0 0 0,0 0 0,-1 0-1,1 1 1,0-1 0,5 6-1,-8-7-5,-1 0-1,1 1 0,-1-1 1,0 0-1,0 1 0,0-1 1,0 1-1,0 0 1,0-1-1,0 1 0,0 0 1,0-1-1,-1 1 0,1 0 1,-1 0-1,1 0 0,-1 0 1,0 0-1,0-1 0,0 1 1,0 0-1,0 3 0,-1 0-2,-1-1 0,1 1 0,0-1-1,-1 0 1,0 0 0,0 0 0,-1 0 0,1 0-1,-4 5 1,-4 2-6,-1 1 1,0-1-1,0-1 0,-24 17 1,-38 18 28,43-28-26,1 2 0,-28 22 0,56-40 7,0 0 1,-1-1 0,1 1-1,0 0 1,-1 0 0,1 1 0,0-1-1,0 0 1,0 0 0,0 0-1,0 1 1,0-1 0,0 0-1,1 1 1,-1-1 0,0 1 0,1-1-1,-1 1 1,1-1 0,0 1-1,-1 3 1,7 0 26,0 0 1,1 0-1,-1 0 1,1-1-1,0 1 1,0-2-1,11 5 1,34 20 436,29 20 344,-73-43-754,0 1 0,0-1 0,1-1 0,0 0 1,13 5-1,-18-8-246,0 1 0,-1-1 0,1-1 0,0 1 0,0 0-1,-1-1 1,1 0 0,0 0 0,0 0 0,0 0 0,0-1 0,-1 1 0,1-1 0,0 0 0,-1 0 0,6-3 0,0-1-1271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25.3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8 187 644,'-7'-5'3112,"8"6"-3062,1-1 1,0 1 0,-1-1 0,1 0 0,0 0-1,-1 0 1,1 0 0,0 0 0,-1 0-1,1 0 1,0-1 0,-1 1 0,1-1 0,0 1-1,-1-1 1,1 1 0,-1-1 0,1 0-1,1-1 1,36-23 395,-20 12-207,-15 11-232,1 0 0,-1-1 0,0 0 0,0 0 0,0-1 0,0 1 0,0-1 0,-1 1 0,1-1 0,-1 0 0,0-1 0,-1 1 0,1 0 0,-1-1 0,1 1 0,-2-1 0,1 0 0,0 0 0,-1 0 0,0 0 0,0 0 0,0 0 0,-1 0 0,0-7 0,1 10 0,-1 1 0,0 0 0,0 0 0,0 0 0,0 0 0,0 0 0,-1 0 0,1 0 0,0 0 1,0 0-1,-1 0 0,1 0 0,-1 0 0,1 0 0,-1 0 0,1 0 0,-1 0 0,1 0 0,-1 0 0,0 1 0,1-1 0,-1 0 0,0 0 0,0 1 0,0-1 0,0 0 0,0 1 0,0-1 0,0 1 0,0-1 0,0 1 0,0 0 0,0-1 0,0 1 0,0 0 0,0 0 0,0 0 0,0 0 0,0 0 1,0 0-1,0 0 0,0 0 0,0 0 0,0 0 0,0 0 0,0 1 0,-1-1 0,0 1 0,-2 1 17,0-1-1,0 1 1,0-1 0,0 1 0,0 0 0,1 1-1,-1-1 1,1 1 0,-1-1 0,1 1-1,-5 6 1,1 1 101,1-1 0,0 2 1,1-1-1,0 1 0,0 0 0,-5 21 0,9-27-76,0 0 1,0 0-1,0 1 0,1-1 1,0 0-1,0 1 0,0-1 1,1 0-1,-1 0 1,1 0-1,1 1 0,-1-1 1,1 0-1,0 0 0,0-1 1,0 1-1,5 7 0,-4-9-60,-1 0-1,1-1 0,0 1 0,1-1 1,-1 1-1,0-1 0,1 0 0,-1-1 0,1 1 1,-1-1-1,1 1 0,0-1 0,0 0 1,-1 0-1,1-1 0,0 1 0,0-1 1,0 0-1,0 0 0,0 0 0,0 0 0,5-2 1,2 0-521,0 0 0,0 0 0,0-1 0,-1-1 0,1 1 1,15-10-1,-9 0-904,-6 2-232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1.5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97 448,'3'1'333,"0"0"-1,-1 0 1,1 0 0,0 0 0,0-1-1,-1 0 1,1 1 0,0-1-1,5 0 1,-5 0-314,-1 0 220,26-12 1799,-25-5-1884,3-22-24,-7 36-123,0 1 0,-1-1 0,0 1 0,0 0 0,1-1 0,-1 1 0,0 0 0,-1 0 0,1 0 0,0 0 0,-1 1 0,1-1 0,-1 1 0,1-1 0,-5-1 0,3 3-9,0 0 0,1 0 0,-1 0 0,0 0-1,1 0 1,-1 1 0,0 0 0,1 0 0,-1 0-1,1 0 1,-1 0 0,1 1 0,0-1 0,-1 1-1,1 0 1,0 0 0,0 0 0,0 1 0,0-1 0,1 1-1,-1-1 1,1 1 0,0 0 0,-4 5 0,-2 2-6,1 1 1,0-1 0,1 1 0,0 1-1,1-1 1,-5 16 0,7-15 7,-1-3-2,2 1 1,-1 0-1,1 0 1,1 0-1,-1 18 1,7 4-116,-5-32 113,1 1-1,-1 0 0,1-1 0,-1 1 0,0 0 0,1-1 1,-1 1-1,1 0 0,0-1 0,-1 1 0,1-1 0,0 1 1,-1-1-1,1 1 0,0-1 0,-1 0 0,1 1 1,0-1-1,0 0 0,-1 1 0,2-1 0,2 0 1,-1-1 0,1 1 0,-1-1 0,1 0 0,0 1-1,-1-2 1,0 1 0,1 0 0,-1-1 0,0 0 0,5-3 0,-2-1 12,-1 0 1,0-1-1,0 0 1,0 0-1,-1 0 1,0 0 0,-1-1-1,4-11 1,-2 9 35,2-6 33,-4 11-3,0-1 0,0 1 0,-1-1 0,0 0 0,0 1 0,-1-1 0,2-12 0,15 29 113,-1 10-17,0 0 0,-1 1 1,21 39-1,-33-57-384,0 1 1,0-1-1,0-1 0,0 1 1,1-1-1,-1 1 1,1-1-1,0-1 1,6 4-1,-5-3-797,12-7-982,-9-1 654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2.0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95 70 464,'8'-31'1892,"-8"28"-1725,0 1 1,1 0-1,-1-1 0,0 1 1,1 0-1,0-1 0,-1 1 1,1 0-1,0 0 0,0-1 0,0 1 1,2-2-1,0-1 883,-2 3 123,4 10-918,-2-1 77,-1 1 0,0 0 0,-1-1 0,0 1 0,0 0 0,0 9 0,4 189 2937,-1 3-3533,-4-208 171,10-33-244,-10 1 258,1 18 75,0 0 0,-2-1 0,1 1 1,-2 0-1,-5-26 0,6 37 40,1 0 0,-1 0 1,0 0-1,0-1 0,0 1 0,0 0 1,0 0-1,0 1 0,-1-1 0,1 0 1,-1 0-1,1 1 0,-1-1 0,0 1 1,1-1-1,-1 1 0,0 0 0,0-1 1,-2 0-1,1 2-18,1 0 1,0-1 0,0 1-1,-1 0 1,1 1 0,0-1-1,0 0 1,-1 1-1,1-1 1,0 1 0,0-1-1,0 1 1,0 0-1,-1 0 1,1 0 0,1 0-1,-1 1 1,0-1 0,-3 3-1,-2 3-8,0 1 0,1-1-1,0 1 1,1 0 0,-1 1 0,2-1-1,-1 1 1,1 0 0,0 0 0,1 0-1,0 1 1,1-1 0,0 1-1,-1 12 1,2-20-46,1 1 0,0-1-1,0 1 1,0 0 0,0-1-1,0 1 1,0-1 0,1 1 0,-1 0-1,1-1 1,0 1 0,0-1-1,0 0 1,0 1 0,0-1 0,1 0-1,-1 0 1,0 1 0,1-1-1,0 0 1,0 0 0,-1-1 0,1 1-1,0 0 1,0-1 0,1 1-1,-1-1 1,0 1 0,0-1 0,1 0-1,-1 0 1,5 1 0,-1-2-358,0 1 1,0-2 0,0 1 0,0 0-1,-1-1 1,1 0 0,0-1 0,0 1-1,0-1 1,-1 0 0,1-1-1,-1 1 1,7-5 0,33-19-2935,-24 10 1418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2.7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16 16,'-5'-15'3901,"2"14"-1692,1 11-1488,-7 44 1135,-10 82 1934,1 7-2582,13-106-1361,4-33 50,0 0 0,0 0 0,0 0 0,1 0 0,-1 0 0,1 0 0,0 0 0,0 0 0,1 0 0,-1 0 0,1 0 0,0 0 0,0 0 0,3 7 0,1-1-1454,-1-4-2218,6-15 1774,-1-18-1146,-7 17 1812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3.0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74 1088,'-21'-16'2861,"21"16"-2834,0 0-1,1 0 0,-1 0 1,0 0-1,0 0 0,1 0 1,-1 0-1,0 0 0,0 0 1,0 0-1,1 0 0,-1 0 1,0 0-1,0 0 0,0-1 1,1 1-1,-1 0 0,0 0 1,0 0-1,0 0 0,0-1 1,0 1-1,1 0 0,-1 0 1,0 0-1,0-1 0,0 1 1,0 0-1,0 0 0,0 0 1,0-1-1,0 1 0,0 0 1,0 0-1,0-1 0,0 1 1,0 0-1,0 0 0,0 0 1,0-1-1,0 1 0,0 0 1,0 0-1,0-1 0,0 1 1,0 0-1,0 0 0,0 0 1,0-1-1,-1 1 0,1 0 1,0 0-1,0 0 0,0 0 1,0-1-1,0 1 0,-1 0 1,1 0-1,0 0 0,0 0 1,0 0-1,-1 0 0,1-1 1,0 1-1,0 0 1,0 0-1,-1 0 0,1 0 1,1 0 213,4-3-168,0 0 0,0 0 0,0 0 0,0 1 0,1 0 0,-1 0 0,1 0 0,6-1 0,-2 0-63,3-2-361,0 1 1,1 0-1,-1 1 0,0 1 1,1 0-1,0 1 0,-1 0 1,1 1-1,0 1 0,22 3 1,-33-3 49,-3-1 268,1 0 0,-1 0 0,0 0 0,0 0 0,1 0 0,-1 0 0,0 0 0,0 0 0,0 0 0,1 0 0,-1 0 0,0 0 0,0 0 0,0 0 0,1 0 0,-1 0 0,0 1 0,0-1 0,0 0 0,0 0 0,1 0 0,-1 0 0,0 0 0,0 1 0,0-1 0,0 0 0,0 0 0,0 0 0,1 1 0,-1-1 0,0 0 0,0 0 0,0 0 0,0 1 0,0-1 0,0 0 0,0 0-1,0 0 1,0 1 0,0-1 0,0 5-1013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3.2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21 620,'-9'10'304,"-9"14"1300,18-23-1572,0-1 0,0 1 0,0 0 0,0 0 0,0-1 0,0 1 0,0 0 0,0-1 0,1 1 0,-1 0 0,0-1 0,0 1 0,1 0 0,-1-1 0,1 1 0,-1 0 0,0-1 0,1 1 0,-1-1 0,1 1 0,-1-1 0,1 1 0,0-1 0,-1 1 0,1-1 0,0 0 0,-1 1 0,1-1 0,0 0 0,-1 0 0,1 1 0,0-1 0,-1 0 0,1 0 0,0 0 0,-1 0 0,1 0 0,1 0 0,3 0 29,0 0 1,1 0 0,-1 0 0,0-1-1,1 0 1,-1 0 0,0-1 0,0 1-1,0-1 1,6-3 0,10-2-19,56-24-1146,-41 15-509,-18 10 293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3.8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191 35 144,'5'-11'2465,"0"0"1181,-5 11-3584,0 0 1,0 0 0,0-1-1,0 1 1,0 0-1,0 0 1,0-1 0,0 1-1,0 0 1,-1 0-1,1-1 1,0 1-1,0 0 1,0 0 0,0 0-1,-1-1 1,1 1-1,0 0 1,0 0 0,0 0-1,-1 0 1,1 0-1,0-1 1,0 1-1,-1 0 1,1 0 0,0 0-1,0 0 1,-1 0-1,1 0 1,0 0 0,0 0-1,-1 0 1,1 0-1,0 0 1,0 0 0,-1 0-1,1 0 1,0 0-1,0 0 1,-1 0-1,-1 0 757,2 0-681,-1-1-1,0 0 1,1 0 0,-1 1-1,0-1 1,0 1-1,0-1 1,0 1 0,0-1-1,1 1 1,-1-1-1,0 1 1,0 0 0,0 0-1,0-1 1,0 1-1,0 0 1,0 0-1,0 0 1,0 0 0,0 0-1,0 0 1,0 0-1,0 1 1,0-1 0,0 0-1,0 1 1,0-1-1,-2 1 1,-33 10 33,27-6-178,1 0 0,0 1 0,1 0-1,-1 0 1,1 1 0,1 0 0,-1 0 0,1 1-1,0 0 1,1 0 0,0 0 0,-5 11 0,8-15-40,0 0 1,1 0 0,-1 0-1,1 0 1,0 0 0,0 0-1,1 0 1,-1 1 0,1-1-1,0 0 1,0 1 0,0-1-1,1 0 1,-1 0 0,1 1-1,0-1 1,1 0 0,-1 0-1,1 0 1,-1 0 0,1 0-1,0-1 1,1 1 0,-1 0-1,1-1 1,-1 0 0,1 1-1,0-1 1,5 4 0,43 22-981,-44-26 959,1 1 0,0 0-1,-1 1 1,0-1-1,0 1 1,9 9-1,-15-14 71,0 1-1,-1 0 0,1 0 1,0 0-1,-1 0 0,1-1 1,0 1-1,-1 0 0,1 0 1,-1 0-1,0 0 1,1 0-1,-1 0 0,0 1 1,0-1-1,1 0 0,-1 0 1,0 0-1,0 0 0,0 0 1,0 0-1,0 0 0,-1 0 1,1 0-1,0 0 0,-1 1 1,1-1-1,-1 1 0,0 0 49,-1 0-1,0 0 1,0 0-1,1 0 1,-1 0-1,0 0 1,-1 0-1,1-1 0,0 1 1,0-1-1,-4 2 1,-2 1 206,-1-1 0,1 0 0,0 0 0,-1-1 0,0 0 0,1-1 0,-12 1 0,-17 1 687,34-2-1181,1-1 0,-1 1 0,0-1-1,0 0 1,0 0 0,0 0 0,0 0 0,0-1 0,-5 0 0,10-9-2366,19-10-800,63-42-1904,-65 46 4525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34.6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1 114 248,'0'-2'165,"0"1"0,1-1 0,-1 0 0,1 0 0,0 0 0,-1 0 0,1 1 0,0-1 0,0 0 0,0 1 0,1-1 0,-1 1 0,2-3 0,-2 3 164,1-1 0,-1 0 0,1 0 1,-1 1-1,0-1 0,0 0 0,0 0 0,0 0 0,0 0 0,0 0 1,-1 0-1,1 0 0,0-6 1528,-1 51 2177,9 89-370,-3-82-3492,-3-36-2224,-2-5-3621,-1-119 2168,0 31 4561,9 27 419,-9 51-1417,0 0 1,0 0-1,0 0 0,0 0 0,0 0 0,0 1 0,1-1 0,-1 0 0,0 0 0,0 0 0,1 0 0,-1 1 1,1-1-1,-1 0 0,1 0 0,-1 1 0,1-1 0,-1 0 0,2 0 0,-2 1-36,1 0-1,-1-1 1,0 1 0,1 0 0,-1 0-1,1 0 1,-1 0 0,0 0-1,1 0 1,-1 0 0,1 0-1,-1 0 1,0 0 0,1 0-1,-1 0 1,1 0 0,-1 0-1,1 1 1,-1-1 0,0 0-1,1 0 1,-1 0 0,0 1-1,1-1 1,-1 0 0,0 0-1,1 1 1,-1-1 0,0 0-1,0 1 1,1-1 0,-1 0-1,0 1 1,0-1 0,1 0-1,-1 1 1,0-1 0,0 1-1,12 21 247,-2 1 1,-1 1-1,11 43 0,1 1-107,-15-48-72,-1-9 145,6-32-119,44-110-222,-35 77 94,-18 45 3,0 0 0,1 0 0,1 1 0,0-1 0,0 1 0,0 0 0,7-9 0,-10 16 9,-1 1 0,1 0 0,-1-1 0,1 1 0,-1 0-1,1 0 1,-1-1 0,1 1 0,-1 0 0,1 0-1,-1 0 1,1 0 0,-1-1 0,1 1 0,-1 0 0,1 0-1,-1 0 1,1 0 0,0 0 0,-1 1 0,1-1 0,-1 0-1,1 0 1,-1 0 0,1 0 0,-1 1 0,1-1 0,-1 0-1,1 0 1,-1 1 0,1-1 0,-1 0 0,0 1-1,1-1 1,-1 0 0,1 1 0,-1-1 0,0 1 0,1-1-1,-1 1 1,0-1 0,0 1 0,1-1 0,-1 1 0,0-1-1,0 1 1,0-1 0,0 1 0,11 23 272,23 149 1408,-31-142-2097,3 3-1895,-5-26 1251,0-1-4722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1.4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21 300,'0'-5'191,"0"5"-123,0-1 1,0 1-1,0-1 1,1 1 0,-1 0-1,0-1 1,0 1-1,0-1 1,0 1-1,0-1 1,0 1-1,0-1 1,0 1-1,0-1 1,0 1-1,0-1 1,-1 1-1,1-1 1,0 1-1,0-1 1,0 1-1,-1 0 1,1-1-1,0 1 1,0-1-1,-1 1 1,1 0 0,0-1-1,-1 1 1,1 0-1,-1-1 1,1 1-1,0 0 1,-1-1-1,1 1 1,-1 0-1,1 0 1,-1 0-1,1-1 1,-1 1-1,-1 0 739,-7 0 1215,18 231-1954,1-77-42,-15-127 33,0 4-3215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1.8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7 1048,'1'-6'2947,"2"14"-2356,2 21-675,4 29 305,10 63-192,-10-74-2223,-9-46 1491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2.1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14 161 576,'-2'-4'106,"0"-1"0,0 0-1,0 0 1,0 0 0,1 0-1,0 0 1,0 0 0,1 0 0,-1 0-1,1 0 1,0 0 0,1-1 0,-1 1-1,1 0 1,0 0 0,0 0 0,1 0-1,-1 0 1,1 0 0,0 1 0,0-1-1,1 0 1,0 1 0,-1 0 0,1-1-1,1 1 1,-1 0 0,1 1-1,-1-1 1,1 1 0,5-4 0,-4 5-104,-1 1 0,0-1 0,0 1 1,1 0-1,-1 1 0,0-1 0,1 1 0,-1 0 1,1 0-1,-1 0 0,1 1 0,-1-1 0,0 1 1,1 0-1,-1 1 0,0-1 0,0 1 1,0-1-1,0 1 0,0 1 0,0-1 0,-1 0 1,1 1-1,4 4 0,-1-2-2,-1 0 1,1 1-1,-1 0 1,0 0-1,-1 1 1,0 0-1,0 0 1,0 0-1,-1 0 1,0 1-1,0-1 1,3 11-1,-5-9 1,0 0 0,0 0-1,-1 0 1,0 0 0,-1 0 0,0 0-1,0 0 1,-3 12 0,2-17 9,0 1 1,0-1-1,-1 1 1,0-1 0,0 0-1,0 1 1,0-1-1,-1 0 1,1 0-1,-1-1 1,0 1-1,0-1 1,-1 1 0,1-1-1,-1 0 1,1 0-1,-1 0 1,-6 2-1,8-3-5,-7 3 40,1 0 0,-2-1 0,1 0 0,-15 5 0,-33 0-78,46-20-1903,11 6 679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2.6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7 536,'9'-7'3105,"-4"33"-2452,-4-23-609,0 1-1,0 0 1,0 0 0,-1 0-1,1-1 1,-1 1-1,0 0 1,0 0 0,0 0-1,-2 7 1,-1 1 25,1 0-1,1 1 1,-1 23 0,2-24-32,0 1 0,-1 0 1,-6 24-1,6-29-30,-1 1 0,2 0 0,-1-1 0,1 1 0,0 0 0,1 0 0,0-1 0,1 1 0,-1 0 0,4 8 0,1 3 8,-5-18-14,-1 1 1,1-1 0,0 1-1,0-1 1,0 1 0,0-1-1,0 0 1,0 1-1,1-1 1,-1 0 0,1 0-1,-1 0 1,1 0 0,0 0-1,0 0 1,0-1 0,0 1-1,0-1 1,0 1 0,0-1-1,3 1 1,-1 0 5,1-1 1,-1 0-1,0 0 1,1-1-1,-1 1 1,0-1-1,1 0 1,-1 0 0,1 0-1,-1-1 1,1 0-1,-1 0 1,0 0-1,7-2 1,-4 1-150,-1 0 1,0-1-1,1 0 0,-1 0 1,0 0-1,0-1 1,-1 1-1,1-1 1,5-5-1,-2-6-1582,-8 8 505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3.0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16 716,'0'-15'3183,"0"24"-1929,8 80-1198,-6-78-26,0 0 0,-1 0-1,0 0 1,-1 0 0,0 0 0,-3 18 0,1 10-9,3-36-21,-1 0 0,1-1 0,0 1 0,0 0 0,0-1 0,0 1 1,0-1-1,1 1 0,-1-1 0,1 1 0,0-1 0,0 0 0,0 0 0,0 0 0,0 0 0,0 0 0,0 0 0,1-1 0,-1 1 0,0-1 0,1 1 0,0-1 0,-1 0 0,4 1 0,-2-2-11,-1 0-1,1 0 0,-1-1 0,1 1 0,-1-1 0,1 0 0,-1 0 1,1 0-1,-1 0 0,0-1 0,1 1 0,-1-1 0,0 0 0,0 0 0,3-2 1,-3 2-204,0 0 0,-1 0 0,1 0 0,-1 0 0,1 0 0,-1 0 0,0-1 0,0 1 0,0-1 0,0 0 0,0 1 0,-1-1 0,1 0 0,-1 0 0,0 0 0,0 0 0,2-6 0,-3-1-942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3.3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58 328,'-6'-13'1392,"6"13"-1366,0 0 0,-1 0 0,1 0 1,0-1-1,0 1 0,-1 0 0,1 0 1,0-1-1,0 1 0,0 0 0,-1-1 1,1 1-1,0 0 0,0-1 0,0 1 1,0 0-1,0-1 0,0 1 0,0 0 1,0-1-1,0 1 0,0 0 0,0-1 0,0 1 1,0 0-1,0-1 0,0 1 0,0 0 1,0-1-1,0 1 0,0 0 0,0 0 1,1-1-1,-1 1 0,0 0 0,0-1 1,0 1-1,1 0 0,-1 0 0,0-1 1,0 1-1,1 0 0,-1 0 0,0 0 1,0-1-1,1 1 0,-1 0 0,0 0 0,1 0 1,-1 0-1,0 0 0,0-1 0,1 1 1,-1 0-1,0 0 0,1 0 0,0 0 1,12-6 4,1 1 0,1 0 0,-1 1-1,1 1 1,0 0 0,0 1 0,0 0 0,20 1 0,-16 8-2460,-19 2 1646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3.5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1 188,'-18'8'1446,"18"-8"-1432,-1 0 0,1 1 0,0-1 1,-1 0-1,1 0 0,0 0 0,0 1 1,-1-1-1,1 0 0,0 0 0,0 1 0,0-1 1,0 0-1,-1 0 0,1 1 0,0-1 1,0 0-1,0 1 0,0-1 0,0 0 1,0 0-1,0 1 0,-1-1 0,1 0 0,0 1 1,0-1-1,0 0 0,0 1 0,1-1 1,-1 0-1,0 1 0,0-1 0,0 0 0,0 1 1,0-1-1,0 0 0,0 0 0,0 1 1,1-1-1,-1 0 0,0 0 0,1 1 1,0 0 136,21 5 544,-4-3-844,-1-1-1,1-1 0,0-1 1,0-1-1,0 0 1,0-1-1,21-5 1,-28 6-1067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6.7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18 1056,'-1'0'112,"0"0"0,0-1 0,0 1 0,0-1-1,1 1 1,-1-1 0,0 1 0,0-1 0,1 1 0,-1-1 0,0 0 0,1 1-1,-1-1 1,1 0 0,-1 0 0,1 1 0,-1-1 0,1 0 0,0 0 0,-1 0-1,1 0 1,0 0 0,-1-1 0,4 4 774,-1 14-648,-2 36 292,-2-9-268,3 1 0,8 54 0,0 2-185,-5-82-289,-1 0 0,1 29 1,-4-46 187,0-1 1,0 0 0,0 0 0,0 1 0,0-1 0,0 0-1,0 1 1,0-1 0,0 0 0,0 1 0,0-1 0,0 0-1,0 0 1,0 1 0,0-1 0,0 0 0,0 1 0,1-1-1,-1 0 1,0 0 0,0 1 0,0-1 0,0 0 0,1 0 0,-1 1-1,0-1 1,0 0 0,0 0 0,1 0 0,-1 1 0,0-1-1,0 0 1,1 0 0,-1 0 0,0 0 0,1 0 0,-1 0-1,0 1 1,0-1 0,1 0 0,-1 0 0,1 0 0,3-4-2983,4-6 1765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7.2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2 127 860,'0'-7'193,"0"0"-1,0 0 1,0 0 0,1 0-1,0 0 1,1 0 0,-1 1-1,1-1 1,1 0 0,4-9-1,-4 12-172,-1 1-1,1 0 1,0 0-1,1 0 1,-1 0-1,0 0 1,1 1 0,-1-1-1,1 1 1,0 0-1,0 0 1,0 1-1,0-1 1,0 1-1,0 0 1,1 0-1,-1 0 1,8 0-1,-7 0-19,0 1 0,1 0-1,-1 0 1,0 1-1,0-1 1,0 1 0,1 0-1,-1 0 1,0 1 0,0 0-1,-1 0 1,1 0 0,0 0-1,6 5 1,-8-5 1,0 0 0,0 0 0,-1 0 1,1 1-1,0-1 0,-1 1 0,1 0 1,-1 0-1,0 0 0,0 0 0,0 0 0,-1 1 1,1-1-1,-1 0 0,0 1 0,1-1 0,-2 1 1,1-1-1,0 1 0,0 6 0,-1 8 2,1-11 0,-1 1-1,0-1 0,0 0 1,-1 0-1,1 1 0,-2-1 1,1 0-1,-1 0 0,0 0 1,0 0-1,-1 0 0,-6 10 1,-6 4-6,-2-1 1,-1-1-1,0 0 0,-2-1 1,-38 27-1,49-38 4,-23 19-2,31-25 2,0-1 0,1 1 0,-1-1 0,0 1-1,1-1 1,-1 1 0,1 0 0,-1-1 0,1 1-1,0 0 1,-1-1 0,1 1 0,-1 0 0,1-1-1,0 1 1,0 0 0,-1 0 0,1-1 0,0 1-1,0 0 1,0 0 0,0 0 0,0-1 0,0 1-1,0 0 1,0 0 0,0 0 0,1-1 0,-1 1-1,0 0 1,0 0 0,1-1 0,0 2 0,4 4 14,1-1 0,1-1 1,-1 1-1,1-1 1,-1 0-1,1-1 0,14 6 1,36 20 394,-41-17-149,1-1 0,0-1 0,29 13 0,-39-20-471,1 1-1,0-2 0,0 1 0,0-1 1,1-1-1,-1 1 0,0-1 1,1-1-1,-1 0 0,1 0 1,8-1-1,-6-3-990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7.6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24 197 444,'3'-3'252,"0"-1"0,1 1 0,-1 0 0,1 0 0,0 0 0,0 1 0,0-1 0,0 1-1,0 0 1,1 0 0,4-1 0,24-16-97,-29 16-148,3-3 17,0 1 1,0-1-1,-1-1 1,0 1-1,0-1 1,6-10-1,-11 15-19,0 0 0,0 0-1,-1 0 1,1 0-1,0 0 1,-1 0-1,1 0 1,-1 0-1,0 0 1,0 0-1,0-1 1,0 1 0,0 0-1,0 0 1,-1 0-1,1 0 1,-1 0-1,1 0 1,-1 0-1,0 0 1,0 0-1,0 0 1,0 0 0,0 0-1,0 1 1,0-1-1,-1 0 1,1 1-1,-1-1 1,1 1-1,-1-1 1,0 1-1,-1-2 1,0 1-1,1 0 0,0 0 0,-1 0 0,1 0 0,-1 0 0,0 1 0,1-1 0,-1 1 0,0 0 0,0 0 0,0 0 1,-3-1-1,0 2 3,1 1-1,0-1 1,0 1 0,0 0 0,0 1 0,0-1 0,-7 5 0,8-5 14,1 0 1,0 1-1,-1 0 0,1-1 1,0 1-1,0 0 0,1 1 1,-1-1-1,0 0 0,1 1 1,-1 0-1,1-1 0,0 1 1,0 0-1,0 0 0,0 0 1,0 1-1,-1 4 0,1-1 25,0 0-1,0 0 0,1 0 0,1 0 0,-1 0 1,1 0-1,0 0 0,2 14 0,3 5 72,2-1-1,0 0 0,1 0 0,14 26 1,-19-45-120,-1-1 0,1 0 0,1 0 0,-1 0 0,1 0 0,0-1 0,0 1 0,0-1 0,1 0 0,0 0 0,-1-1 0,1 0 0,1 1 0,-1-1 0,0-1 0,1 1 0,-1-1 0,1 0 0,0 0 0,0-1 0,-1 0 0,1 0 0,0 0 0,11-1 0,-11 0-278,0 0 0,0-1 0,0 0 0,0 0 1,0-1-1,0 0 0,-1 0 0,1 0 0,7-4 1,-2-4-1046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8.1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171 22 728,'0'-1'75,"0"0"1,0 0-1,0 0 1,0 1-1,0-1 0,0 0 1,-1 0-1,1 0 0,0 0 1,0 1-1,-1-1 1,1 0-1,0 0 0,-1 1 1,1-1-1,-1 0 0,1 1 1,-1-1-1,0 0 1,1 1-1,-1-1 0,0 1 1,1-1-1,-1 1 0,0-1 1,1 1-1,-1-1 1,0 1-1,0 0 0,0 0 1,1-1-1,-2 1 0,-1 0-16,-1-1 0,1 1 0,-1 0 0,1 0-1,0 0 1,-1 1 0,1-1 0,0 1 0,-4 1 0,1 0-28,-1 0-1,1 0 1,1 1 0,-1-1 0,0 1 0,1 1 0,-1-1 0,1 1 0,0 0 0,-7 7 0,10-8-7,-6 8 57,0 1 1,-13 26-1,19-34-79,0 0 0,1 1 0,0-1 0,0 1 1,0-1-1,0 0 0,1 1 0,-1-1 0,1 1 0,0 0 0,1-1 0,-1 1 0,1-1 1,1 6-1,0-4 0,0 1 0,0-1 0,1 0 0,0 1 0,0-1 0,1-1 0,-1 1 0,10 10 0,-12-15-3,1 1 0,-1-1 1,1 0-1,-1 0 0,1 0 0,0 0 0,-1 0 0,1 0 0,0 0 0,0-1 1,0 1-1,0-1 0,-1 1 0,1-1 0,0 0 0,0 0 0,0 1 0,0-1 1,0-1-1,0 1 0,0 0 0,0 0 0,0-1 0,0 1 0,0-1 0,0 0 1,-1 1-1,1-1 0,0 0 0,0 0 0,-1 0 0,1 0 0,-1-1 0,1 1 0,-1 0 1,2-3-1,2 0 0,0-1 1,-1 0-1,0 0 1,0 0-1,0 0 1,-1-1-1,1 1 1,-1-1-1,-1 0 1,1 0-1,-1 0 1,2-8-1,-1-2 51,0 0 0,-1 0-1,0-30 1,7 7 799,-7 40-801,-1-1 1,1 0-1,0 0 1,-1 1-1,1-1 1,0 1-1,-1 0 1,1-1-1,-1 1 1,1 0-1,-1 0 1,1 0-1,-1 0 1,0 0-1,0 0 1,1 0 0,-1 1-1,1 0 1,35 31 508,-28-23-483,-2-1-86,0-2-1,0 1 1,0-1-1,1 0 1,12 8-1,-4-2-706,7 7-3564,-15-16 2484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8.6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175 370 800,'-8'-4'794,"6"2"-654,0 1 0,0-1 0,0 1 0,-1 0 0,1 0 0,0 0 0,-1 0 0,1 0 0,-1 0-1,0 1 1,1-1 0,-1 1 0,1 0 0,-1 0 0,0 0 0,1 0 0,-6 1 0,2 0-91,0 1 0,0 0-1,0 0 1,-1 0 0,2 1-1,-1 0 1,0 0 0,1 1 0,-1-1-1,1 1 1,0 0 0,0 1 0,1-1-1,-1 1 1,1 0 0,0 0-1,0 0 1,1 1 0,-1-1 0,1 1-1,1 0 1,-5 11 0,6-14-45,1 1 1,-1 0-1,0 0 0,1-1 1,0 1-1,0 0 1,0 0-1,0 0 0,1-1 1,-1 1-1,1 0 0,0 0 1,0-1-1,1 1 1,-1-1-1,3 5 0,-4-7-3,2 1-1,-1 0 0,0 0 0,0 0 1,0-1-1,1 1 0,-1 0 0,1-1 1,0 1-1,-1-1 0,1 0 0,0 0 1,0 0-1,0 1 0,-1-2 0,1 1 1,0 0-1,1 0 0,-1-1 0,0 1 1,0-1-1,0 1 0,0-1 0,0 0 1,0 0-1,1 0 0,-1 0 0,0 0 1,0-1-1,0 1 0,3-1 0,1-1-3,-1 0-1,1 0 1,0-1-1,-1 0 1,1 0-1,-1 0 1,0-1-1,0 1 0,0-1 1,-1 0-1,1-1 1,-1 1-1,0-1 1,0 0-1,-1 0 0,1 0 1,-1 0-1,0-1 1,3-9-1,2-6 1,-2-1-1,-1 0 0,6-45 1,-6 28 9,-3 22-6,-1-1 0,-1 0 0,-1 1 0,-3-21 0,-2-30 27,6 58 6,0 1 0,-2-1 0,1 1 0,-1 0 0,0-1 1,-1 1-1,0 0 0,-1 1 0,-5-12 0,0 9 484,7 28-364,0 18-109,2 21 31,8 7-1,-6-44-53,0 1 0,1-1 0,1 0 1,0 0-1,11 25 0,5 8 22,-15-37-114,1 0 0,0-1 1,13 21-1,20 25-3764,-29-49 1897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9.4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52 652,'-9'-37'2891,"2"22"-1363,4 25 184,13 137 1002,9 22-1923,-19-161-985,0 1 1,1-1-1,1 0 0,-1 1 0,1-1 0,1 0 0,0 0 0,0 0 0,0 0 1,1-1-1,0 1 0,5 6 0,-8-13 48,-1-1 1,1 1-1,-1-1 0,0 0 1,1 1-1,-1-1 0,1 0 0,-1 1 1,1-1-1,-1 0 0,1 0 1,-1 0-1,1 1 0,0-1 0,-1 0 1,1 0-1,-1 0 0,1 0 1,-1 0-1,1 0 0,-1 0 1,1 0-1,0 0 0,-1 0 0,1 0 1,-1 0-1,1-1 0,-1 1 1,1 0-1,-1 0 0,1 0 0,-1-1 1,1 1-1,-1 0 0,1-1 1,-1 1-1,1 0 0,0-2 1,8-3-1609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9.8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50 66 536,'-2'-2'270,"1"0"1,0 0-1,0 0 1,0 0-1,0-1 1,0 1-1,0 0 1,1-1-1,-1 1 0,1-1 1,-1-2-1,2 1 1384,-1 23-1249,-5 9 88,4-25-451,0 1 0,0-1 0,1 1 0,-1-1 0,1 1 0,0 0 1,0-1-1,0 1 0,0 0 0,2 6 0,5 32 157,-6-34-178,0 1 0,1-1 0,0 1 1,0-1-1,1 0 0,0 0 0,0 0 1,9 14-1,-8-16-15,25 28-11,-28-33 4,0 0 0,0-1 0,1 1-1,-1 0 1,0-1 0,0 1 0,1-1-1,-1 1 1,0-1 0,0 0 0,1 0-1,-1 1 1,0-1 0,1 0 0,-1 0-1,1 0 1,-1 0 0,0-1 0,1 1-1,-1 0 1,0-1 0,0 1 0,1 0-1,-1-1 1,0 1 0,0-1 0,0 0-1,1 0 1,-1 1 0,0-1 0,1-2-1,5-3-28,0-1-1,-1 0 0,-1 0 0,1-1 0,-1 1 0,0-1 1,-1-1-1,0 1 0,0 0 0,-1-1 0,0 0 1,0 0-1,-1 0 0,2-15 0,-3 17 30,-1 0 0,1 0 0,-1 0 0,0 0 0,-1 0 1,0 0-1,0 1 0,0-1 0,-1 0 0,0 1 0,0-1 0,-1 1 0,0-1 0,0 1 0,0 0 0,-1 0 0,0 1 0,0-1 0,0 1 0,-9-8 0,11 11 4,-1 0 0,0 0 0,0 1 0,0 0 0,0-1 0,0 1 0,0 0-1,-1 1 1,1-1 0,0 1 0,0-1 0,-1 1 0,1 0 0,0 0 0,0 0 0,-1 0 0,1 1-1,0 0 1,0-1 0,0 1 0,0 0 0,-4 2 0,0 0 2,0 0 0,1 0 0,-1 0 0,1 1 0,0 0 1,0 1-1,0-1 0,-8 10 0,11-11-140,1 0 1,-1 1-1,1-1 0,0 1 1,1 0-1,-1 0 1,1 0-1,-1 0 0,1 0 1,0 0-1,1 0 0,-1 0 1,1 0-1,-1 0 1,1 0-1,1 1 0,-1-1 1,0 0-1,1 0 0,0 0 1,0 0-1,0 0 1,1 0-1,-1 0 0,3 4 1,6 7-1436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0.3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15 1192,'0'0'67,"0"-1"0,0 1 0,0-1 0,0 1 0,0-1 1,0 0-1,0 1 0,-1-1 0,1 1 0,0-1 0,0 1 0,0-1 0,-1 1 0,1-1 0,0 1 0,0-1 0,-1 1 0,1-1 0,-1 1 0,1-1 0,0 1 1,-1 0-1,1-1 0,-1 1 0,1 0 0,-1-1 0,1 1 0,-1 0 0,1-1 0,-1 1 0,1 0 0,-1 0 0,0 0 0,-25 3 1061,-26 23-323,48-24-661,1 1-114,0-1 1,0 1-1,0 0 0,0 0 1,0 0-1,0 1 1,1-1-1,-1 0 1,1 1-1,0 0 1,0 0-1,1-1 1,-1 1-1,1 0 1,-2 8-1,0 1-6,1-1 1,0 1-1,0 23 0,2-35-29,0 1 1,-1-1-1,1 0 1,0 0-1,0 0 1,0 0 0,1 0-1,-1 0 1,0 1-1,0-1 1,1 0-1,-1 0 1,0 0-1,1 0 1,-1 0 0,1 0-1,-1 0 1,1 0-1,0 0 1,-1 0-1,1 0 1,0-1 0,0 1-1,0 0 1,0 0-1,0-1 1,-1 1-1,1 0 1,2 0 0,0-1-15,-1 0 0,0 0 0,0 0 1,1 0-1,-1 0 0,0 0 1,0-1-1,1 1 0,-1-1 1,0 0-1,0 0 0,0 0 0,0 0 1,2-1-1,3-2-49,1 0 0,-2-1 1,1 0-1,-1 0 0,1-1 0,-1 0 0,9-12 0,21-72-11,-30 76 206,-3 8 531,4 18-76,-4-4-527,1 1 56,1 0 1,-1 0-1,2-1 0,-1 1 0,1-1 0,0-1 0,1 1 0,0-1 0,11 9 1,-14-13-319,1 0 0,-1 0 0,1 0 0,0 0 0,0-1 1,0 0-1,0 0 0,0-1 0,1 1 0,-1-1 0,0 0 1,1 0-1,-1-1 0,1 0 0,-1 0 0,1 0 1,8-2-1,-2-1-1223,6 2-248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0.8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243 270 4,'-12'-14'2694,"11"13"-2597,1 0-1,-1 0 1,1 0-1,-1 1 1,1-1 0,-1 0-1,0 0 1,0 0-1,1 1 1,-1-1-1,0 0 1,0 1 0,0-1-1,0 1 1,0-1-1,0 1 1,0-1 0,-1 1-1,-3-2 155,1 1-136,0-1-1,0 1 1,0 0 0,0 0 0,0 1 0,-1-1-1,1 1 1,0 0 0,0 0 0,0 0 0,-1 1-1,1-1 1,0 1 0,0 0 0,0 0 0,0 1-1,0-1 1,0 1 0,0 0 0,-4 3 0,-83 52 1038,88-54-1142,0 1 0,1-1-1,-1 1 1,1 0 0,-1 0-1,1 0 1,0 0 0,1 0-1,-1 1 1,1-1 0,-1 0 0,1 1-1,1-1 1,-1 1 0,1-1-1,0 1 1,0 8 0,1-9-15,0 0 1,1 0-1,-1-1 1,1 1-1,0 0 1,0-1-1,0 1 1,0-1-1,1 0 1,-1 0-1,1 0 1,0 0-1,0 0 1,0-1-1,0 1 1,1-1-1,-1 0 1,0 0-1,1 0 1,0 0-1,-1-1 1,1 1-1,0-1 1,0 0-1,0 0 1,0-1-1,0 1 1,0-1-1,0 1 1,0-1-1,0-1 1,0 1-1,0 0 1,0-1-1,0 0 1,0 0-1,0 0 1,-1-1-1,1 1 1,0-1-1,-1 0 1,1 0-1,-1 0 1,0 0-1,1-1 1,-1 1-1,0-1 1,3-3-1,3-5-7,1 0-1,-1-1 0,-1 0 0,0 0 1,-1-1-1,0 0 0,-1 0 0,0-1 0,-1 1 1,-1-1-1,0 0 0,-1-1 0,0 1 1,-2 0-1,1-1 0,-2 0 0,0 1 0,0-1 1,-2 1-1,-4-25 0,2 2 58,4 31-26,0 0 0,-1-1 0,1 1 0,-1 0 0,-1 0 0,1 0 0,-1 0 0,0 0 0,0 1 0,-1-1 0,0 0 0,-4-6-1,6 12-8,0 1 0,1 0-1,-1-1 1,0 1-1,1 0 1,-1 0-1,1 0 1,-1-1-1,1 1 1,-1 0-1,1 0 1,-1 0 0,1 0-1,0 0 1,0 0-1,-1 0 1,1 0-1,0 0 1,0 0-1,0 0 1,0 0 0,0 0-1,0 0 1,1 2-1,-4 37 316,5 4-20,2 1-1,2-1 1,1 0-1,21 62 1,-25-97-416,0 0 1,1 0 0,0 0-1,0 0 1,1-1-1,1 1 1,-1-1-1,8 7 1,32 27-4345,-34-31 1900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4.7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647 21 624,'-7'-21'4350,"5"21"-4132,0 3-165,-1 0-1,1 0 0,-1 0 1,1-1-1,-1 1 0,0-1 0,0 0 1,-4 3-1,-13 11-4,-29 37 143,16-19-12,2 3 0,-35 50 0,-121 177 209,118-166-377,-12 19 19,18-27-85,57-75 68,3-7-36,1-15-647,12-38-4176,-10 43 3759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5.0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12 600,'-10'-11'3016,"10"19"-2905,0 0 0,1 0-1,-1 0 1,1 1-1,1-1 1,0 0 0,0-1-1,0 1 1,6 10-1,-2 3-79,-5-18-29,-1 0 1,1 0-1,0-1 1,0 1-1,0 0 1,0-1-1,0 1 1,1-1-1,-1 1 1,3 2-1,0 0-3,0-1-1,1 0 0,-1 0 0,1 0 0,0 0 0,0-1 0,1 0 1,-1 0-1,1 0 0,-1-1 0,1 0 0,0 0 0,0 0 0,0-1 1,0 0-1,6 1 0,-3-2-274,-1 0 1,1-1-1,0 1 0,-1-2 1,0 1-1,1-1 1,-1-1-1,0 0 0,0 0 1,0 0-1,10-7 0,-8 5-505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8:55.2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207 2 316,'0'0'35,"0"1"0,0-1 0,0 0 1,0 0-1,0 0 0,-1 0 0,1 1 0,0-1 0,0 0 0,0 0 0,0 0 1,0 0-1,-1 1 0,1-1 0,0 0 0,0 0 0,0 0 0,-1 0 0,1 0 0,0 0 1,0 0-1,-1 0 0,1 1 0,0-1 0,0 0 0,0 0 0,-1 0 0,1 0 1,0 0-1,0 0 0,-1 0 0,1 0 0,0-1 0,0 1 0,0 0 0,-1 0 1,1 0-1,0 0 0,0 0 0,-1 0 0,1 0 0,0 0 0,0-1 0,0 1 1,0 0-1,-1 0 0,1 0 0,0 0 0,0-1 0,0 1 0,0 0 0,0 0 1,-1 0-1,1-1 0,0 1 0,0 0 0,0 0 0,0 0 0,0-1 0,0 1 1,0 0-1,0 0 0,0-1 0,-16 21 589,14-17-577,-92 119 799,49-60-1116,23-30-840,5-16-27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3.7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0 876 184,'3'-6'165,"0"1"0,1-1 0,-1 1 0,1 0 0,0 0-1,1 0 1,-1 1 0,1-1 0,6-4 0,0 0-65,24-29 43,-2-1 1,-1-2-1,-2 0 0,-2-3 1,-2 0-1,24-56 0,-1-14 91,-31 70-42,1 0 0,2 1 0,49-72 0,-31 58 213,-25 35-302,-14 20-94,1 0-1,0 1 1,0-1-1,0 0 1,0 1-1,0-1 1,0 0-1,0 1 1,0 0-1,1-1 1,-1 1-1,0 0 1,1 0 0,-1-1-1,1 1 1,2-1-1,-48 60-1185,41-47-316,-5-11 692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4.2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18 111 896,'-16'12'1960,"16"-12"-1935,0 1 0,0-1 0,-1 0 0,1 1 1,0-1-1,0 0 0,0 1 0,0-1 1,-1 0-1,1 1 0,0-1 0,0 0 1,0 1-1,0-1 0,0 0 0,0 1 1,0-1-1,0 1 0,0-1 0,0 0 0,0 1 1,0-1-1,1 0 0,-1 1 0,0-1 1,0 0-1,0 1 0,0-1 0,0 0 1,1 1-1,-1-1 0,0 0 0,0 0 1,1 1-1,-1-1 0,0 0 0,0 0 0,1 1 1,-1-1-1,0 0 0,1 0 0,-1 0 1,0 1-1,1-1 0,0 0 0,0 1 320,27-2 433,-4-8-734,-1-1 0,0-1 0,40-26 0,-17 10-114,-32 19 44,-7 3 32,0 1-1,0 0 1,0 0 0,1 1 0,0 0-1,-1 0 1,1 0 0,0 1 0,14-1-1,-19 5-3,0 1-1,0 0 0,0 0 0,0 0 0,0 1 0,-1-1 0,1 1 1,-1-1-1,0 1 0,0 0 0,1 4 0,12 17-72,11 32-3220,-24-46 1579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6.3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1 208,'0'0'890,"39"31"2182,-15-10-2804,-1 1 0,29 35 0,-32-34-145,101 125 543,39 41-338,-104-129-304,75 73-38,3 6 8,-125-129 13,24 32 8,-22-28 3,0 1 1,27 24 0,-2-15 196,-26-17 678,-17-6-223,6-1-620,1-1-42,0-2 7,-2 3-2,2 0-13,0 0-1,0-1 0,1 1 1,-1 0-1,0 0 0,0 0 1,0-1-1,0 1 0,0 0 1,0 0-1,0-1 1,0 1-1,0 0 0,0 0 1,0 0-1,0-1 0,-1 1 1,1 0-1,0 0 0,0 0 1,0 0-1,0-1 0,0 1 1,0 0-1,0 0 0,0 0 1,-1 0-1,1-1 0,0 1 1,0 0-1,0 0 0,0 0 1,-1 0-1,1 0 0,0 0 1,0-1-1,0 1 0,-1 0 1,1 0-1,0 0 0,0 0 1,0 0-1,-1 0 1,1 0-1,0 0 0,0 0 1,0 0-1,-1 0 0,1 0 1,0 0-1,0 0 0,0 0 1,-1 0-1,1 0 0,0 0 1,0 1-1,0-1 0,-1 0 1,1 0-1,0 0 0,0 0 1,0 0-1,-1 1 0,1-2-29,-6-6-344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6.8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21 248,'0'-1'101,"0"1"0,-1-1 0,1 0-1,-1 0 1,1 0 0,-1 0 0,0 0 0,1 0 0,-1 1 0,0-1 0,1 0-1,-1 0 1,0 1 0,0-1 0,0 0 0,-1 0 0,2 1-53,0 0 1,0 0-1,1 0 0,-1 0 1,0 0-1,0-1 1,0 1-1,0 0 0,0 0 1,1 0-1,-1 0 1,0 0-1,0-1 0,0 1 1,0 0-1,0 0 1,0 0-1,0 0 0,0 0 1,0-1-1,0 1 1,0 0-1,0 0 0,0 0 1,0-1-1,0 1 1,0 0-1,0 0 0,0 0 1,0 0-1,0-1 1,0 1-1,0 0 0,0 0 1,0 0-1,0 0 1,0-1-1,0 1 0,0 0 1,0 0-1,0 0 1,0 0-1,-1-1 0,3 1 86,2 7-64,0-1 1,0 0 0,1 0 0,-1 0-1,2-1 1,-1 0 0,0 0-1,1 0 1,7 4 0,-4-1-22,-1-3-46,1 0 0,-1-1-1,1 0 1,-1-1 0,1 1-1,0-2 1,0 1-1,18 1 1,9 4-489,-32-7 145,1-1 0,-1 0 0,0 0 0,1-1-1,-1 1 1,0-1 0,1 0 0,5-2-1,-8-1-743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7.1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104 37 616,'-10'-37'3323,"9"74"-2412,-7-20-749,-48 98-492,37-68-2512,10-31 1146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8.2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31 72,'-4'-16'2687,"4"16"-2628,0 0 1,-1-1 0,1 1-1,0 0 1,0-1-1,0 1 1,-1 0 0,1-1-1,0 1 1,0 0-1,0-1 1,0 1 0,0-1-1,0 1 1,0 0 0,0-1-1,0 1 1,0-1-1,0 1 1,0-1 0,0 1-1,0 0 1,0-1 0,0 1-1,0 0 1,1-1-1,-1 1 1,0-1 0,0 1-1,0 0 1,1-1 0,-1 1-1,0 0 1,0-1-1,1 1 1,-1 0 0,0 0-1,1-1 1,-1 1 0,1 0-1,10 41 861,-9 1-425,10 57-1,-6-58-382,2 56 1,-8-89-182,1 0 1,0 0-1,0 0 1,1 0-1,0 0 1,0-1-1,6 11 1,-6-4-1165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8.7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13 137 280,'-2'-3'70,"0"-1"-1,0 1 1,1-1 0,0 0 0,0 0-1,0 0 1,0 0 0,0 0-1,1 0 1,0 0 0,0 0 0,0 0-1,0 0 1,1 0 0,-1 0-1,1 1 1,0-1 0,0 0-1,0 0 1,1 0 0,0 1 0,-1-1-1,1 1 1,0-1 0,1 1-1,-1 0 1,1 0 0,-1 0 0,1 0-1,0 0 1,0 0 0,0 1-1,0-1 1,1 1 0,-1 0 0,1 0-1,-1 1 1,1-1 0,0 1-1,0-1 1,0 1 0,-1 0-1,1 1 1,0-1 0,0 1 0,8-1-1,-6 1-68,1 0 1,-1 0-1,0 1 0,0 0 0,0 0 0,1 0 0,-1 1 0,0 0 0,0 0 0,-1 0 0,1 1 0,0 0 0,-1 0 1,0 0-1,1 1 0,-1 0 0,-1 0 0,1 0 0,-1 1 0,1-1 0,-1 1 0,0 0 0,-1 0 0,0 0 1,1 1-1,-1 0 0,-1-1 0,1 1 0,1 9 0,-4-7 5,0-1-1,-1 1 1,0 0-1,0 0 1,-1 0-1,0-1 1,0 1-1,-1-1 1,0 1-1,0-1 1,-1 0-1,0 0 1,-7 9-1,-48 52 134,41-49-69,1 1 0,-27 38 0,44-52-41,0 0-1,0 0 1,0 0-1,0 0 1,1 0-1,0 0 1,1 0 0,-1 0-1,1 0 1,0-1-1,1 1 1,3 6-1,1-3 125,1 1 0,0-2-1,1 1 1,0-1 0,1 0-1,-1-1 1,2 0 0,-1-1-1,1 0 1,15 6 0,-19-9-212,-1 0-1,1 0 1,0-1 0,0-1 0,0 1 0,0-1-1,0 0 1,1 0 0,-1-1 0,0 0 0,0-1-1,1 1 1,-1-1 0,0-1 0,0 1 0,0-1-1,0-1 1,10-4 0,0 0-813,-15 6 693,0 0 1,0 1-1,0-1 1,0 0-1,0 0 1,0 0-1,0 0 1,-1 0-1,1 0 0,-1-1 1,1 1-1,-1-1 1,1 1-1,1-4 1,-1-5-553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9.1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9 198 204,'0'0'664,"-8"0"318,11-1-706,0-1 1,1 1-1,-1-1 0,0 0 0,0 0 0,0 0 1,0 0-1,3-4 0,17-11 36,24-31-116,-45 46-194,0 1-1,0-1 1,0 1 0,0-1 0,0 0 0,-1 1 0,1-1 0,-1 0-1,1 0 1,-1 0 0,0 0 0,0-1 0,0 1 0,0 0 0,0 0-1,-1-1 1,1 1 0,0 0 0,-1-1 0,0 1 0,0-1 0,0 1-1,0 0 1,0-1 0,0 1 0,0-1 0,-1 1 0,1 0 0,-1-1-1,0 1 1,-1-4 0,-6-10 70,7 14-59,0 1 1,0-1-1,1 0 1,-1 1-1,0-1 1,0 1 0,0-1-1,-1 1 1,1 0-1,0-1 1,-1 1-1,1 0 1,0 0-1,-1 0 1,-1-1-1,1 1-3,1 1-1,-1 0 1,1-1-1,0 1 0,-1 0 1,1 0-1,-1 0 1,1 0-1,-1 0 1,1 0-1,0 1 1,-1-1-1,1 0 1,0 1-1,-1-1 1,1 1-1,0-1 0,-1 1 1,1 0-1,0-1 1,0 1-1,0 0 1,-1 0-1,1 0 1,0 0-1,0 0 1,0 0-1,1 0 1,-1 0-1,0 1 0,0-1 1,1 0-1,-1 0 1,0 1-1,1-1 1,-1 3-1,-21 54 205,21-55-187,0 4 5,0 0-1,0 0 1,1 0 0,-1 0-1,2 0 1,-1 0 0,1 0-1,0 0 1,1 0 0,-1-1-1,4 9 1,-4-11-8,1 0 0,-1 0 1,1 0-1,0 0 0,0 0 0,0 0 0,0-1 1,1 1-1,-1-1 0,1 0 0,0 1 1,0-1-1,0 0 0,1-1 0,-1 1 0,1-1 1,-1 1-1,9 2 0,-8-4-81,1-1-1,-1 0 1,0 0 0,1 0-1,-1-1 1,0 1-1,1-1 1,-1 0 0,0-1-1,0 1 1,8-4 0,-3 1-826,1-1-1,-2 0 1,1 0 0,8-8 0,-7 4-403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9.5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33 628,'0'-2'105,"0"1"1,0-1-1,0 1 0,-1-1 0,1 1 1,-1 0-1,1-1 0,-1 1 0,0 0 1,1-1-1,-1 1 0,0 0 0,0 0 1,0 0-1,0-1 0,0 1 0,0 0 1,0 0-1,0 1 0,0-1 0,0 0 1,-1 0-1,1 0 0,0 1 0,-1-1 1,1 1-1,0-1 0,-1 1 0,1 0 1,-1-1-1,1 1 0,-1 0 0,1 0 1,-1 0-1,1 0 0,0 0 0,-1 0 1,1 1-1,-1-1 0,1 0 0,-1 1 1,1-1-1,0 1 0,-1-1 0,1 1 1,0 0-1,0-1 0,-1 1 0,1 0 1,0 0-1,-1 1 0,-22 21 19,21-22-125,1 1 0,0 0 0,0-1 0,-1 1 0,1 0 0,1 1 0,-1-1 1,0 0-1,0 0 0,1 1 0,-1-1 0,1 1 0,0 0 0,0-1 0,0 1 0,0 0 0,0 0 0,1-1 0,-1 1 0,1 0 0,0 0 0,0 0 0,0 4 0,0-6-3,0-1 0,0 1 0,0 0 1,0 0-1,1-1 0,-1 1 0,0 0 0,0 0 0,1-1 1,-1 1-1,0 0 0,1-1 0,-1 1 0,1 0 0,-1-1 1,1 1-1,-1-1 0,1 1 0,-1-1 0,1 1 0,0-1 1,-1 1-1,1-1 0,0 0 0,-1 1 0,1-1 0,0 0 1,0 0-1,-1 1 0,1-1 0,0 0 0,0 0 1,-1 0-1,2 0 0,27-2-309,-26 0 290,1 1 0,-1-1 0,1 0 0,-1 0 0,0 0 0,0 0 0,0 0 0,0-1 0,0 1 0,0-1 0,-1 0 0,1 0 0,-1 0 0,3-5 0,-3 5 27,1 0 0,-1 0 0,0 0 0,1 0 0,0 0-1,0 1 1,5-5 0,-4 7 23,0 0 0,-1 0-1,1 1 1,0-1 0,-1 1 0,1 0-1,-1 0 1,1 0 0,-1 1 0,0-1-1,1 1 1,-1 0 0,0 0 0,0 0-1,5 4 1,-1-1-143,0-1 0,0 1 0,0-2 0,1 1-1,-1-1 1,1 0 0,0-1 0,0 1 0,9 0 0,-11-3-296,1 0 0,-1-1 1,0 0-1,1 0 0,-1 0 1,0-1-1,6-2 0,5-2-722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09.9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151 375 344,'0'-1'95,"-1"0"-1,1-1 1,0 1 0,0 0-1,-1 0 1,1 0 0,-1-1-1,1 1 1,-1 0 0,0 0-1,1 0 1,-1 0-1,0 0 1,0 0 0,0 0-1,0 0 1,0 0 0,0 0-1,0 1 1,0-1 0,0 0-1,0 1 1,0-1 0,0 1-1,-1-1 1,1 1 0,0-1-1,0 1 1,-1 0-1,1 0 1,0-1 0,0 1-1,-1 0 1,1 0 0,0 0-1,-1 1 1,1-1 0,0 0-1,0 0 1,-2 1 0,-2 0-17,0-1 1,0 1-1,0 1 1,1-1 0,-1 1-1,0-1 1,1 1-1,-1 1 1,-6 3-1,6-2-61,1-1 0,0 1-1,-1 0 1,1 0 0,1 0-1,-1 1 1,1-1 0,-1 1-1,1 0 1,1 0 0,-1 0-1,1 1 1,0-1 0,0 0-1,0 1 1,1-1 0,0 1-1,0 0 1,0-1 0,1 1-1,0 8 1,0-13-16,-1 1-1,1-1 0,0 0 1,0 1-1,0-1 1,1 0-1,-1 0 0,0 1 1,0-1-1,1 0 0,-1 0 1,1 1-1,-1-1 1,1 0-1,-1 0 0,1 0 1,0 0-1,-1 0 1,1 0-1,0 0 0,0 0 1,0 0-1,0 0 1,0 0-1,0 0 0,0-1 1,0 1-1,0 0 1,0-1-1,1 1 0,-1-1 1,0 1-1,0-1 0,0 0 1,1 1-1,-1-1 1,0 0-1,1 0 0,-1 0 1,2 0-1,1-1-3,0 1 0,0-1-1,0 0 1,0 0 0,0-1 0,-1 1 0,1-1-1,-1 1 1,1-1 0,-1 0 0,0-1-1,1 1 1,2-3 0,7-7-43,21-23-125,-21 15 103,0 0 0,-1-1 0,-1 0 0,13-38-1,-19 44 87,-1 1 0,-1 0 0,0-1 0,-1 0-1,-1 0 1,0 0 0,-1 1 0,-1-1-1,0 0 1,-1 0 0,0 0 0,-2 1 0,1-1-1,-12-26 1,12 33 27,0 3 84,1-1 1,0 1-1,-1 0 0,0 0 1,0 0-1,-8-9 0,10 13-113,0 1 0,0-1 0,-1 0 0,1 0 0,0 1 0,-1-1 0,1 0 0,0 1 0,-1-1 0,1 1 0,0 0 0,-1 0 0,1-1 0,-1 1 0,1 0 0,-1 0 0,1 0 0,-1 0 0,1 1 0,0-1 0,-1 0 0,1 1 0,-1-1 0,1 0 0,0 1 0,-1 0 0,1-1 0,0 1 0,0 0 0,-1 0 0,1 0 0,0-1 0,-2 3 0,-3 3-2,0-1-1,1 1 1,0 0-1,0 0 0,0 1 1,0-1-1,1 1 1,1 0-1,-1 1 1,1-1-1,0 0 0,-2 9 1,-2 11 61,1 0-1,-3 31 1,7-41-133,1 0-1,0 0 1,2 0-1,0 0 1,1 0-1,0 0 1,2 0-1,0-1 1,0 1 0,2-1-1,0 0 1,1 0-1,0-1 1,1 0-1,1 0 1,18 22 0,-23-34-263,-1 0 0,1 0 0,0-1 0,0 1 0,0-1 0,0 0 1,5 2-1,10 2-1613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10.7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37 352,'-1'-3'314,"1"0"0,-1 0 0,0 0 0,0 0 0,0 0 1,-1 0-1,1 1 0,-1-1 0,1 0 0,-1 1 0,-2-3 0,2 84 4138,2 93-2660,0-167-1839,1-1 0,-1 1 0,1 0 1,0 0-1,0-1 0,1 1 0,-1-1 0,1 1 0,0-1 0,4 6 0,-6-8-126,1-1 0,0 0 0,0 0 0,0 0-1,0 1 1,0-1 0,0 0 0,0 0-1,0 0 1,0 0 0,0-1 0,1 1-1,-1 0 1,0 0 0,1-1 0,-1 1-1,0-1 1,1 1 0,-1-1 0,1 0-1,-1 1 1,1-1 0,-1 0 0,1 0 0,-1 0-1,1 0 1,-1 0 0,1-1 0,-1 1-1,1 0 1,-1-1 0,0 1 0,1-1-1,-1 1 1,0-1 0,3-1 0,5-3-1623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11.2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14 612,'-8'-10'3436,"11"14"-3247,0 1 0,-1 0 0,0-1 0,1 1 1,-2 0-1,1 0 0,0 1 0,-1-1 0,0 0 0,0 9 1,3 3 243,15 91 892,-17-81-1143,-2-26-178,0 1 0,0-1 0,0 1 0,0-1 0,0 1 1,0-1-1,0 1 0,0-1 0,1 0 0,-1 1 0,0-1 0,1 1 1,0-1-1,-1 0 0,1 1 0,0-1 0,1 2 0,0-71-26,7-33-456,-8 97 466,-1-1-1,1 0 0,0 0 0,1 0 0,0 0 1,-1 1-1,1-1 0,1 1 0,-1-1 0,1 1 0,-1 0 1,6-5-1,-7 8 13,-1 0 0,1 0 0,0 0-1,0 0 1,0 0 0,0 0 0,0 0 0,0 1 0,0-1 0,0 0 0,1 1 0,-1-1 0,0 1 0,0 0-1,0-1 1,1 1 0,-1 0 0,0-1 0,3 1 0,-3 1 2,0-1 0,1 1 0,-1 0 0,0-1 0,0 1 0,1 0 0,-1 0 1,0 0-1,0 0 0,0 0 0,0 0 0,0 0 0,0 0 0,-1 0 0,1 0 0,0 0 0,-1 1 0,1-1 0,0 0 0,-1 0 1,1 1-1,-1 2 0,29 116 304,-29-116-300,1 1 0,-1-1 0,0 1 1,0-1-1,0 1 0,-1-1 0,1 1 0,-1-1 1,-1 5-1,-3 26-640,5-35 511,0 0 1,1 1-1,-1-1 0,0 0 1,1 1-1,-1-1 1,0 0-1,1 1 1,-1-1-1,1 0 0,-1 0 1,1 1-1,-1-1 1,1 0-1,-1 0 1,0 0-1,1 0 0,-1 0 1,1 0-1,-1 0 1,1 0-1,-1 0 1,1 0-1,-1 0 0,1 0 1,-1 0-1,1 0 1,-1 0-1,1 0 1,-1 0-1,1-1 0,-1 1 1,1 0-1,-1 0 1,0 0-1,1-1 1,-1 1-1,1 0 0,-1-1 1,0 1-1,1 0 1,-1-1-1,0-4-1351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11.8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104 211 1188,'0'-7'1009,"0"6"-892,0 0 0,1-1 1,-1 1-1,0 0 0,0-1 0,0 1 0,0 0 0,-1-1 0,1 1 1,0 0-1,0-1 0,-1 1 0,1 0 0,-1 0 0,1-1 1,-1 1-1,0 0 0,1 0 0,-1 0 0,0 0 0,-1-2 0,-3-8 1383,5 11-1484,0 1 0,0-1 0,0 0 0,0 0 0,0 0 0,0 0 0,-1 0 0,1 1 0,0-1 0,0 0-1,0 0 1,0 0 0,0 0 0,0 0 0,-1 0 0,1 0 0,0 1 0,0-1 0,0 0 0,0 0-1,-1 0 1,1 0 0,0 0 0,0 0 0,0 0 0,0 0 0,-1 0 0,1 0 0,0 0 0,0 0-1,0 0 1,0 0 0,-1 0 0,1 0 0,0 0 0,0 0 0,0 0 0,0 0 0,-1 0 0,1 0-1,0-1 1,0 1 0,0 0 0,0 0 0,0 0 0,0 0 0,-1 0 0,1 0 0,0 0 0,0-1-1,0 1 1,0 0 0,0 0 0,0 0 0,0 0 0,0-1 0,0 1 0,0 0 0,-1 0 0,1 0 0,0 0-1,0-1 1,0 1 0,0 0 0,0 0 0,-7 5 164,0 1-1,1 0 1,-1 1-1,1 0 1,1 0-1,-1 0 1,1 0-1,0 1 1,1 0-1,0 0 1,0 0-1,1 1 1,0-1-1,0 1 1,1 0-1,0 0 1,0 0-1,1 12 1,0-17-126,2 1 1,-1-1-1,0 1 1,1-1-1,0 1 1,0-1-1,0 0 0,1 0 1,-1 1-1,1-1 1,0 0-1,0 0 1,0-1-1,4 5 1,-4-6-86,0 0 0,0 0 1,0-1-1,0 1 1,0 0-1,1-1 1,-1 1-1,1-1 1,-1 0-1,1 0 1,0 0-1,-1 0 1,1 0-1,0-1 1,0 1-1,0-1 1,-1 0-1,1 0 1,0 0-1,0 0 1,0 0-1,-1-1 1,5 0-1,0 0-405,0-1 0,0 0 0,-1 0 0,1 0-1,0-1 1,-1 0 0,1 0 0,-1-1 0,0 0 0,0 0 0,0 0 0,-1-1 0,1 0-1,-1 0 1,0 0 0,-1-1 0,1 1 0,-1-1 0,0 0 0,4-10 0,-5 9 345,-1 0 0,1-1 0,-1 1 0,-1 0 0,1-1 0,-1 1 0,0-13 0,-11-58 3830,10 77-3366,2 3-285,0 0-1,0 0 1,0 0 0,0 0 0,-1 0-1,1 1 1,-1-1 0,1 1-1,-1-1 1,0 1 0,2 4-1,22 32 712,-21-35-699,-1 1-1,1 0 1,0 0-1,-1 0 1,0 0-1,4 11 1,7 11 226,-12-24-301,0 0-1,-1-1 1,1 1-1,-1 0 1,1 0 0,-1 0-1,0 0 1,0 0-1,0 0 1,-1 0-1,1 5 1,5 3 95,-6-11-112,-1 0 0,1 0-1,0 0 1,0 0 0,0 0 0,0 0 0,-1 0-1,1 0 1,0 0 0,0 0 0,0 0 0,0 0-1,-1 0 1,1 0 0,0 0 0,0 0 0,0 0 0,0 0-1,0 1 1,-1-1 0,1 0 0,0 0 0,0 0-1,0 0 1,0 0 0,0 0 0,0 0 0,0 1-1,-1-1 1,1 0 0,0 0 0,0 0 0,0 0-1,0 0 1,0 1 0,0-1 0,0 0 0,0 0-1,0 0 1,0 0 0,0 1 0,0-1 0,0 0-1,0 0 1,0 0 0,0 0 0,0 1 0,0-1-1,0 0 1,0 0 0,0 0 0,0 0 0,0 0-1,1 1 1,-1-1 0,0 0 0,-2 0 533,-9-16 323,8 9-800,0 0 0,1 0 1,0 0-1,0 0 0,0 0 1,1-1-1,0 1 0,0-1 1,1-12-1,2-1-154,0-1 1,1 1-1,10-32 0,-3 13-621,-8 33 432,0 1 0,1 0 0,0 0 0,0 1 1,0-1-1,1 1 0,0-1 0,0 1 0,6-6 0,25-22-4329,-25 23 2504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13.4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1058 1227 40,'-6'-5'247,"1"0"-1,-1 0 1,1 0 0,1-1-1,-1 0 1,1 0 0,0 0 0,0 0-1,0-1 1,1 1 0,0-1-1,-2-8 1,2 8-182,-1 0 1,0-1-1,0 1 1,-1 1-1,1-1 0,-9-8 1,-15-23 178,-94-140 470,-131-160-452,219 304-255,-73-57 0,4 4 12,37 34-22,45 38 8,1-1 1,-31-31 0,42 38-3,1-1-1,1 0 1,-1-1-1,-8-18 0,12 24 1,1 0-1,-1 1 0,0-1 1,0 1-1,0 0 0,0 0 0,-1 0 1,-7-5-1,-16-15 15,0-7 227,27 31-218,0 0 0,1-1 0,-1 1 0,1 0-1,-1-1 1,1 1 0,-1 0 0,1-1 0,-1 1-1,1-1 1,0 1 0,-1-1 0,1 1-1,0-1 1,-1 1 0,1-1 0,0 1 0,-1-1-1,1 1 1,0-1 0,0 1 0,0-1 0,0 0-1,-1 1 1,1-1 0,0 0 0,0 1-1,0-1 1,0 1 0,0-1 0,1 0 0,-1 1-1,0-2 1,4 0-367,-1 12-2260,-3-6 1152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14.2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1 349 528,'0'0'1045,"19"11"887,-19-11-1882,-1 1 1,1-1-1,0 0 1,0 1-1,0-1 1,0 0-1,0 1 1,0-1-1,0 0 1,0 1-1,0-1 0,-1 0 1,2 1-1,-1-1 1,0 0-1,0 1 1,0-1-1,0 0 1,0 1-1,0-1 1,0 0-1,0 1 0,0-1 1,1 0-1,-1 1 1,0-1-1,0 0 1,0 0-1,1 1 1,-1-1-1,0 0 1,0 0-1,1 1 1,-1-1-1,0 0 0,1 0 1,-1 0-1,0 0 1,0 1-1,1-1 1,4-19 1644,-5-6-1577,1 10-94,-1 1 0,0-1 0,-2 0 0,-5-27 0,-2-21-36,6 49 1,1 0 1,1 1-1,0-1 1,1 0 0,3-23-1,-1-10 38,-2 47-27,0-1 0,0 1 0,0-1-1,0 1 1,0 0 0,0-1 0,1 1-1,-1-1 1,0 1 0,0 0-1,0-1 1,0 1 0,0-1 0,1 1-1,-1 0 1,0-1 0,0 1 0,1 0-1,-1-1 1,0 1 0,1 0 0,-1 0-1,0-1 1,0 1 0,1 0 0,-1 0-1,1-1 1,-1 1 0,0 0 0,1 0-1,-1 0 1,1 0 0,-1 0 0,0 0-1,1-1 1,-1 1 0,1 0-1,0 0 1,23 6 1,29 22 7,-47-25-9,107 62-166,-2-2-3959,-91-48 2034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2.9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11 720,'-17'-10'4080,"281"28"-3447,-97-4-612,148 18-15,-241-16-9,-62-12 1,0-1 0,1 0 0,-1-1 0,15 1-1,-24-3-50,-1 0-1,0 0 1,0 1-1,1-1 0,-1 1 1,0 0-1,0 0 1,0-1-1,0 1 0,0 0 1,0 1-1,0-1 0,0 0 1,0 1-1,-1-1 1,1 1-1,-1-1 0,2 3 1,7 2-2826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3.4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 22 136,'-16'-16'2478,"11"11"-1301,15 10-960,20 27-194,62 74 22,-90-103-41,1 1 0,-1 0 0,0-1 0,0 1 0,0 0 0,-1 1 0,1-1 0,-1 0 0,0 0 0,0 1 0,-1-1 0,1 0-1,-1 1 1,0-1 0,0 1 0,0-1 0,-1 0 0,0 1 0,0-1 0,0 0 0,0 0 0,0 1 0,-1-1 0,0 0 0,0 0 0,0-1-1,-4 7 1,-4 0-18,0 0-1,0 0 0,-1-1 0,0-1 1,-1 0-1,0 0 0,0-1 0,-21 8 1,5 4-1338,19-12 18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4.8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83 8 348,'0'0'81,"0"0"-1,0-1 0,0 1 1,0 0-1,0-1 1,0 1-1,0 0 1,0-1-1,0 1 1,0 0-1,0 0 1,-1-1-1,1 1 1,0 0-1,0 0 1,0-1-1,0 1 1,-1 0-1,1 0 1,0-1-1,0 1 1,0 0-1,-1 0 1,1 0-1,0-1 0,0 1 1,-1 0-1,1 0 1,0 0-1,-1 0 1,1 0-1,0 0 1,0 0-1,-1 0 1,1 0-1,0 0 1,-1-1-1,1 1 1,0 1-1,-1-1 1,1 0-1,0 0 1,0 0-1,-1 0 1,0 0-57,0 1 0,1-1 0,-1 1 0,1-1 0,-1 1 0,0-1 0,1 1 0,-1-1 1,1 1-1,-1 0 0,1-1 0,0 1 0,-1 0 0,1-1 0,0 1 0,-1 0 0,1-1 0,0 1 1,0 0-1,-1 0 0,1-1 0,0 1 0,0 0 0,0 0 0,0 0 0,0 1 0,-2 27 97,-1 1 0,-1-1-1,-15 48 1,11-48-83,2 0-1,0-1 1,-2 51-1,4-44-44,3-32-46,0 1-1,0-1 0,1 1 0,0 0 0,-1-1 1,1 1-1,0-1 0,1 1 0,-1 0 0,1-1 1,-1 1-1,1-1 0,3 7 0,-3 2-1527,-1-19-1011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5.1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1 291 272,'3'-12'137,"0"0"1,-1 0-1,0 0 0,0-21 0,-1 21-39,-1 0 0,2 0-1,0 1 1,0-1 0,7-18-1,2-7 167,-9 30-181,0 0 0,0 0 0,1 0 0,-1 0 0,1 1 0,7-11 0,-8 15-68,0 0-1,0 0 1,0 0 0,1 0 0,-1 0 0,0 0-1,1 1 1,0-1 0,-1 1 0,1-1-1,0 1 1,0 0 0,0 0 0,0 1-1,0-1 1,0 0 0,0 1 0,0 0-1,0 0 1,4 0 0,-3 0-11,0 1 0,-1-1 1,1 1-1,0 0 0,-1 0 1,1 0-1,0 0 0,-1 1 0,0-1 1,1 1-1,-1 0 0,0 0 0,0 0 1,0 1-1,0-1 0,0 1 1,0-1-1,-1 1 0,1 0 0,-1 0 1,0 0-1,0 1 0,0-1 1,0 0-1,-1 1 0,1-1 0,-1 1 1,0-1-1,0 1 0,0 0 0,-1 0 1,1-1-1,-1 1 0,0 0 1,0 0-1,0-1 0,0 1 0,-1 0 1,0 0-1,1-1 0,-1 1 0,-1 0 1,1-1-1,0 1 0,-4 5 1,-36 57 113,22-35-48,0 0-1,-32 36 1,25-29-24,25-37-44,0 0 0,1 0 0,-1 1 0,1-1 0,0 0-1,-1 1 1,1-1 0,0 0 0,0 1 0,0-1 0,0 1 0,0-1 0,0 0 0,0 1 0,0-1 0,0 1 0,1-1-1,-1 0 1,1 1 0,-1-1 0,1 0 0,-1 0 0,1 1 0,0-1 0,0 0 0,-1 0 0,1 0 0,0 0-1,0 0 1,1 1 0,55 58 278,-52-56-372,0 0 0,1-1 1,-1 1-1,1-1 1,0 0-1,0-1 0,0 1 1,0-1-1,1-1 1,-1 1-1,0-1 0,1 0 1,-1 0-1,1-1 1,-1 0-1,1 0 0,0-1 1,-1 1-1,9-3 0,4-2-1319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5.8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1 157 548,'0'0'2347,"17"-6"-878,-14 6-1396,0 1 0,-1-1 0,1 0 0,0-1 0,-1 1 0,1 0-1,0-1 1,0 0 0,-1 1 0,1-1 0,-1 0 0,1 0 0,-1 0 0,1-1-1,-1 1 1,0-1 0,4-2 0,13-6 96,-11 6-153,0 1 1,-1-1-1,1 0 0,-1 0 0,0-1 0,0 0 0,0-1 1,-1 1-1,0-1 0,0-1 0,7-9 0,-12 14-5,0 1 0,0-1 0,0 1 0,-1-1 0,1 0 0,-1 0 1,0 1-1,1-1 0,-1 0 0,0 0 0,0 1 0,0-1 0,0 0 0,0 0 0,0 0 0,-1 1 0,1-1 0,-1 0 0,1 0 0,-1 1 0,1-1 0,-1 1 0,0-1 0,-2-2 0,2 3-4,0 0-1,0 1 1,0-1 0,-1 1-1,1-1 1,0 1-1,-1-1 1,1 1-1,0 0 1,-1 0 0,1-1-1,0 1 1,-1 0-1,1 0 1,0 0-1,-1 1 1,1-1 0,0 0-1,-1 0 1,1 1-1,0-1 1,-1 1-1,1-1 1,0 1-1,0 0 1,0-1 0,-1 1-1,1 0 1,0 0-1,0 0 1,0 0-1,0 0 1,-1 1 0,-7 6-1,0 1 0,0 0 1,1 1-1,0-1 0,0 1 1,1 1-1,1-1 0,0 1 1,0 1-1,1-1 0,1 1 1,-1 0-1,2 0 0,0 0 1,0 0-1,1 0 0,0 18 1,2-27-6,0 1 0,0-1 0,0 0 0,0 0 1,0 1-1,1-1 0,0 0 0,0 0 0,0 0 0,0 0 1,0 0-1,0 0 0,1 0 0,-1 0 0,1 0 1,0-1-1,0 1 0,0-1 0,0 1 0,1-1 0,-1 0 1,1 0-1,-1 0 0,5 3 0,-3-4 4,-1 0 0,1 0-1,0 0 1,-1-1 0,1 1-1,0-1 1,0 0 0,-1 0 0,1 0-1,0-1 1,-1 1 0,1-1-1,0 0 1,-1 0 0,1 0 0,-1-1-1,1 1 1,-1-1 0,0 0-1,0 0 1,1 0 0,2-3 0,12-7-4,0 0 1,-1-2 0,0 0-1,-1-1 1,-1-1 0,0 0-1,20-31 1,-34 47-2,5-9-2,-1 1 1,0-1-1,0 0 1,-1 0-1,0 0 1,0-1-1,-1 1 0,-1-1 1,0 0-1,0 0 1,1-13-1,-3 22 0,-1 1 0,1-1-1,0 1 1,0-1-1,0 0 1,0 1 0,0-1-1,0 1 1,0-1 0,0 1-1,0-1 1,0 1 0,0-1-1,0 1 1,1-1-1,-1 1 1,0-1 0,0 1-1,0-1 1,1 1 0,-1-1-1,0 1 1,1-1-1,-1 1 1,0-1 0,1 1-1,-1 0 1,1-1 0,-1 1-1,0 0 1,2-1 0,12 11-23,12 29 10,-25-37 10,8 13 1,-1 0 1,-1 1 0,0 0 0,-1 0 0,8 29-1,-13-38 10,0 0-1,0 0 1,0-1-1,-1 1 1,0 0-1,0 0 1,-1 0-1,0 0 0,0-1 1,-1 1-1,0 0 1,0-1-1,0 1 1,-1-1-1,0 0 0,0 0 1,-4 6-1,-48 46-79,53-57-1336,4-6 354,6-6-299,1 5 19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6.5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0 511 832,'30'-16'2735,"-26"12"-2665,1 0 1,0 0-1,0 0 0,0 1 1,0-1-1,6-1 0,-6 2-9,0 1 0,0-1 0,-1 0 0,1 0 0,-1-1 0,0 1-1,0-1 1,0 0 0,-1 0 0,1 0 0,3-5 0,0 1 66,-6 7-112,0 1 0,-1-1-1,1 0 1,0 0 0,-1 1 0,1-1-1,0 0 1,-1 0 0,1 1-1,-1-1 1,1 0 0,-1 0 0,0 0-1,1 0 1,-1 0 0,0 0 0,1 0-1,-1 0 1,0-1 0,3-13 202,0-5 147,-6 19-216,-8 11-61,6-4-77,-1 1 1,1 0-1,1 0 0,-1 1 1,1-1-1,1 1 1,0 0-1,0 0 0,0 0 1,1 0-1,0 1 1,0-1-1,1 1 0,0-1 1,1 1-1,1 13 1,-2-20-12,1 0 0,0 1 1,0-1-1,0 0 0,1 0 1,-1 1-1,1-1 1,-1 0-1,1 0 0,-1 0 1,1 1-1,0-1 1,0 0-1,0 0 0,1 0 1,-1 0-1,0-1 0,1 1 1,-1 0-1,1 0 1,0-1-1,-1 1 0,1-1 1,0 0-1,0 1 1,0-1-1,0 0 0,0 0 1,0 0-1,0 0 0,0-1 1,1 1-1,-1 0 1,0-1-1,0 0 0,1 1 1,3-1-1,0 0-26,0-1 0,1 1 0,-1-1 0,0 0 0,0-1 0,0 1 0,0-1 0,0-1 0,0 1 0,-1-1 0,1 0 0,7-5 0,-7 3-96,1-1 0,-1 0 1,0 0-1,0-1 0,-1 0 1,0 0-1,0 0 0,-1 0 0,7-15 1,-1-4-139,11-47 0,-9 29 250,-6 21 12,-2 0-1,-1 0 0,0-41 0,-2 37 45,1-1 0,6-30 0,-7 52 36,0 1-1,0-1 0,-1 1 0,0-1 0,0 0 0,0 1 1,-1-1-1,1 1 0,-1-1 0,-1 1 0,1-1 0,-3-5 0,-15 96 1034,-19 166 76,37-239-1162,1 0 0,0 1-1,1-1 1,2 18 0,2 23 24,-4-45-48,-1 1 0,2-1-1,-1 0 1,1 0-1,4 13 1,-5-18-7,1 1 0,-1 0 0,1 0 0,0-1 0,0 1 0,0-1 0,0 0 0,1 1 0,0-1 0,-1 0 0,1 0 0,0-1 0,4 4 0,-5-5-107,1 0 0,-1 0 1,0 0-1,1 0 0,-1 0 0,1-1 1,-1 1-1,1-1 0,0 0 1,-1 0-1,1 0 0,2 0 1,-4 0 17,0 0 0,0-1 0,0 1 0,-1 0 0,1-1 0,0 1 0,0-1 0,-1 1 0,1-1 0,0 1 0,-1-1 1,1 0-1,0 1 0,-1-1 0,1 0 0,-1 0 0,1 1 0,-1-1 0,0 0 0,1 0 0,-1 1 0,0-1 0,1 0 1,-1 0-1,0 0 0,0 0 0,0 0 0,0 0 0,0 1 0,0-1 0,0 0 0,0 0 0,0 0 0,0 0 0,0 0 0,-1 0 1,1 1-1,0-1 0,-1 0 0,1 0 0,0 0 0,-1 1 0,1-1 0,-2-1 0,-5-9-1180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1:49:56.6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77 64 392,'-36'-10'1534,"31"9"-1257,1 0-1,-1 0 0,1 0 1,-1 0-1,1 0 1,-1-1-1,-3-2 1,130-6 1577,-100 9-2090,1-1 0,41-10 0,-3 1-1679,-24 5 118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19.74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43 308,'-4'-10'1430,"-3"-11"770,7 21-2175,0-1 0,0 1-1,0-1 1,0 1 0,0 0 0,0-1-1,0 1 1,0 0 0,0-1-1,0 1 1,0 0 0,0-1-1,0 1 1,0-1 0,0 1 0,0 0-1,0-1 1,1 1 0,-1 0-1,0 0 1,0-1 0,0 1-1,1 0 1,-1-1 0,0 1 0,0 0-1,1 0 1,-1-1 0,0 1-1,1 0 1,-1 0 0,0 0-1,1 0 1,-1-1 0,0 1-1,1 0 1,-1 0 0,0 0 0,1 0-1,-1 0 1,1 0 0,-1 0-1,0 0 1,1 0 0,-1 0-1,10 80 2212,-1 55-1556,1 2-530,-8-89-128,-3-42-21,1 0-1,0-1 1,0 1 0,1 0-1,0 0 1,0-1 0,0 1-1,3 7 1,0 19 19,-6-29-455,1-22-1181,1-13-2103,0 21 2533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0.0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48 172,'19'-47'4667,"-8"69"-3185,-2 6-357,6 45 0,-4-22-741,7 65-129,-16-88-296,-2-26-33,0 0 1,-1 0-1,1 0 1,0 0-1,0 0 1,1 0-1,-1 0 0,0 0 1,1 0-1,-1 0 1,1 0-1,-1 0 0,1-1 1,0 1-1,0 0 1,2 2-1,-3-4 4,0 1-1,0-1 1,0 0 0,0 1-1,0-1 1,1 0 0,-1 0-1,0 1 1,0-1 0,0 0-1,0 0 1,1 0 0,-1 1-1,0-1 1,0 0-1,1 0 1,-1 0 0,0 1-1,0-1 1,1 0 0,-1 0-1,0 0 1,1 0 0,-1 0-1,0 0 1,1 0 0,-1 0-1,0 0 1,0 0 0,1 0-1,-1 0 1,0 0 0,1 0-1,-1 0 1,0 0 0,1 0-1,-1 0 1,0 0-1,0 0 1,1-1 0,-1 1-1,0 0 1,0 0 0,1 0-1,-1 0 1,0-1 0,0 1-1,1 0 1,-1 0 0,0 0-1,0-1 1,0 1 0,1 0-1,-1-1 1,0 1 0,0 0-1,0 0 1,0-1-1,5-25-1867,-1 9 807,3 2 545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0.4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10 189 192,'-4'-47'869,"2"41"-716,1-1-1,0 1 1,0-1 0,1 1-1,0-1 1,0 1-1,1-1 1,-1 1 0,1-1-1,1 1 1,2-8-1,-1 6 23,-2 6-138,0 0 0,0-1 0,0 1 0,0 0 0,0-1 0,0 1 0,1 0 0,-1 0 0,1 0 0,-1 0 0,1 0 0,0 1 0,0-1 0,0 0 0,0 1 0,0-1 0,0 1 0,1 0 0,-1 0 0,3-1 0,2-1 22,0 1-1,0 1 0,0-1 0,0 1 1,0 1-1,0-1 0,1 1 0,-1 0 1,0 1-1,0 0 0,14 3 0,1 2 73,-1 2-1,29 13 0,-38-15-98,-7-4-8,0 1 0,0 0-1,-1 0 1,1 1 0,0-1 0,-1 1-1,0 0 1,0 0 0,0 1-1,0-1 1,-1 1 0,0 0-1,0 0 1,0 0 0,-1 0-1,5 11 1,-6-12 16,0 0 1,0-1-1,0 1 1,-1 0 0,1 0-1,-1 0 1,0 1-1,0-1 1,0 0-1,-1 0 1,1 0-1,-1 0 1,0-1-1,0 1 1,-1 0-1,1 0 1,-1 0-1,0-1 1,0 1-1,0-1 1,0 0-1,0 1 1,-1-1-1,-4 4 1,-1 0 23,0 1 0,-1-1-1,0-1 1,0 0 0,-1 0 0,0-1 0,0 0 0,0-1-1,-1 0 1,-13 3 0,11-4-80,-34 4-72,46-7 19,0 0 1,0 0 0,0 0 0,0 0 0,0 0-1,0 0 1,0 0 0,0 0 0,0 0 0,1-1 0,-1 1-1,0 0 1,0-1 0,0 1 0,0 0 0,0-1-1,1 1 1,-1-1 0,0 1 0,0-1 0,1 0 0,-1 1-1,0-1 1,1 0 0,-1 1 0,1-1 0,-1 0-1,1 0 1,-1 1 0,1-1 0,-1 0 0,1 0 0,0 0-1,-1 0 1,1 0 0,0 0 0,0 0 0,0-1-1,8-14-2155,-7 5 700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0.8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0 280,'0'1'3593,"17"73"-1699,-14-55-1606,0 0 1,-1 1 0,-1-1 0,-1 1 0,0-1 0,-6 33 0,-3 48 567,6-40-663,4-50-180,-1-1-1,0 0 1,0 0 0,-1 0 0,-1 0 0,-3 14 0,5-21-12,-1 0 0,1 0 0,0 0 0,0 1 0,0-1 0,0 0-1,0 0 1,0 0 0,0 0 0,1 0 0,-1 1 0,1-1 0,1 3 0,3 18-4,-3-22 0,-1 0 1,1 0-1,0 0 0,0 0 0,0-1 1,-1 1-1,1-1 0,0 1 0,0-1 1,0 0-1,0 0 0,0 0 1,0 0-1,0 0 0,0 0 0,0 0 1,3-2-1,136-33-775,-131 33 19,-7 2 205,1-1 1,0 0 0,-1 0 0,1 0-1,-1 0 1,1-1 0,-1 1-1,0-1 1,5-2 0,-1-2-902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1.6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17 648,'0'0'82,"-1"-1"1,1 1-1,-1-1 0,1 1 1,0-1-1,-1 1 0,1-1 1,-1 1-1,1-1 0,0 0 1,0 1-1,-1-1 0,1 1 1,0-1-1,0 0 0,0 1 1,0-1-1,0 0 0,-1 1 1,1-1-1,1 0 0,-1 1 1,0-1-1,0 0 0,0 0 1,1 1-17,-1 0 0,1 0 1,-1 1-1,0-1 0,1 0 0,-1 1 1,1-1-1,-1 0 0,0 1 0,1-1 1,-1 1-1,0-1 0,0 0 1,1 1-1,-1-1 0,0 1 0,0-1 1,0 1-1,0-1 0,1 1 0,-1-1 1,0 1-1,0-1 0,0 1 1,0-1-1,0 1 0,0-1 0,0 1 1,0-1-1,0 1 0,-1-1 0,1 1 1,0-1-1,0 1 0,-1 0 0,2 37 763,0-11-495,-2 1 1,0-1 0,-6 32 0,3-34-222,2-1 0,1 1 0,4 44-1,-1-7-72,-2-59-39,0-1 1,1 1 0,-1-1 0,1 1 0,0-1-1,0 1 1,0-1 0,0 1 0,0-1-1,2 4 1,6 16 15,-9-20-20,1-1 1,0 1-1,0-1 1,-1 1 0,1-1-1,0 1 1,0-1-1,1 0 1,-1 1-1,0-1 1,0 0-1,1 0 1,-1 0-1,0 0 1,1 0 0,-1 0-1,1 0 1,0 0-1,-1-1 1,1 1-1,-1-1 1,1 1-1,0-1 1,0 1 0,-1-1-1,1 0 1,0 0-1,0 0 1,-1 0-1,1 0 1,0 0-1,0-1 1,-1 1 0,1-1-1,0 1 1,-1-1-1,1 1 1,2-2-1,3-5-347,1 1-1,0-1 0,1 2 0,-1-1 1,15-5-1,-4 0-770,0-10-1097,-10 16 1164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1.9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53 684,'0'0'54,"-1"0"0,0-1-1,1 1 1,-1 0 0,1 0 0,-1-1-1,1 1 1,-1 0 0,0-1 0,1 1 0,-1-1-1,1 1 1,0 0 0,-1-1 0,1 1-1,-1-1 1,1 0 0,0 1 0,-1-1-1,1 1 1,0-1 0,0 1 0,0-1-1,-1 0 1,1 1 0,0-1 0,0 0 0,0 1-1,0-1 1,0 1 0,0-1 0,0 0-1,17-14 602,32-1-576,26 10-1097,-74 6 392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2.1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1 460,'-2'0'66,"1"1"-1,0 0 1,0 0-1,0-1 1,-1 1 0,1 0-1,0 0 1,0 0-1,0 0 1,0 0-1,1 0 1,-1 0 0,0 0-1,0 1 1,1-1-1,-1 0 1,0 0-1,1 1 1,-1-1 0,1 0-1,0 1 1,-1-1-1,1 1 1,0-1 0,0 0-1,0 1 1,0-1-1,0 1 1,0-1-1,1 0 1,-1 1 0,1 2-1,0-2-10,0 0 0,0 0-1,0 0 1,1 0 0,-1 0 0,1 0-1,-1 0 1,1-1 0,-1 1 0,1 0-1,0-1 1,0 1 0,0-1 0,0 0-1,0 0 1,0 0 0,0 0 0,1 0-1,1 1 1,9 0-94,0 0 0,-1-1 0,1-1-1,0 0 1,-1-1 0,1 0 0,18-4 0,-10 2-695,-2-2-430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2.8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32 860,'-10'-31'2857,"10"31"-2810,0 0-1,0 1 1,0-1-1,0 0 1,0 0-1,0 0 1,0 1-1,0-1 1,0 0-1,0 0 0,0 1 1,0-1-1,0 0 1,0 0-1,0 0 1,0 1-1,0-1 1,1 0-1,-1 0 1,0 0-1,0 1 1,0-1-1,0 0 1,0 0-1,0 0 1,1 1-1,-1-1 1,0 0-1,0 0 1,0 0-1,1 0 1,-1 0-1,0 0 1,0 0-1,0 1 1,1-1-1,-1 0 1,0 0-1,0 0 1,1 0-1,-1 0 1,0 0-1,0 0 1,0 0-1,1 0 1,-1 0-1,0 0 1,0 0-1,1 0 1,-1 0-1,0 0 1,0-1-1,0 1 1,1 0-1,-1 0 1,0 0-1,0 0 1,0 0-1,1 0 1,-1-1-1,0 1 1,0 0-1,0 0 1,0 0-1,1-1 1,-2 43 2497,0-3-1520,2-1 1,7 49-1,-5-64-1205,-2 0 0,-2 42 0,0-19-3029,1-45 3032,0 0 0,-1 0 1,1 0-1,0 0 0,0 0 0,-1 0 0,1-1 0,-1 1 1,1 0-1,-1 0 0,1 0 0,-1-1 0,1 1 1,-1 0-1,0-1 0,1 1 0,-1 0 0,0-1 0,0 1 1,1-1-1,-1 1 0,0-1 0,0 0 0,0 1 0,0-1 1,1 0-1,-1 1 0,0-1 0,0 0 0,0 0 0,0 0 1,0 0-1,0 0 0,0 0 0,0 0 0,0 0 0,0 0 1,-1-1-1,-8 0-709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3.1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27 520,'-1'0'181,"-1"-1"1,1 0-1,0 1 1,-1-1-1,1 0 0,0 0 1,0 0-1,0 0 0,0 0 1,0 0-1,0 0 1,0 0-1,0-1 0,1 1 1,-1 0-1,0 0 1,1-1-1,-1 1 0,1 0 1,-1-1-1,1-2 0,12 30 1398,-8-18-1549,-1-1 0,2 1 0,-1-1 0,1 0-1,0-1 1,1 1 0,-1-1 0,1 0 0,1 0-1,-1-1 1,1 0 0,0 0 0,0 0 0,0-1 0,9 3-1,-12-5-250,1 0 0,0 0-1,0-1 1,0 0-1,0 0 1,1 0-1,-1-1 1,0 0-1,0 0 1,0 0-1,0 0 1,1-1 0,-1 0-1,0 0 1,0 0-1,0-1 1,-1 0-1,1 0 1,0 0-1,0 0 1,-1-1 0,0 1-1,1-1 1,-1-1-1,5-4 1,2-3-448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3.2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169 39 432,'1'-1'63,"0"0"0,0 0 0,-1 1 0,1-1 0,0 0 0,-1 0 0,1 0 0,0 0 0,-1 0 1,1 0-1,-1 0 0,0 0 0,1 0 0,-1 0 0,0 0 0,1 0 0,-1 0 0,0 0 0,0 0 0,0 0 0,0 0 0,0 0 0,0 0 0,0 0 0,-1 0 0,1 0 0,0 0 0,-1 0 0,1 0 0,0 0 1,-1 0-1,1 0 0,-1 0 0,1 0 0,-1 0 0,0 0 0,1 1 0,-2-2 0,1 2 43,0 0 1,0 0-1,0 0 1,0 0-1,0 1 1,0-1-1,0 0 1,0 0 0,1 1-1,-1-1 1,0 1-1,0-1 1,0 1-1,1-1 1,-1 1-1,0 0 1,0-1-1,1 1 1,-1 0-1,0-1 1,1 1-1,-1 0 1,1 0-1,-1 0 1,0 1-1,-22 35 700,7-13-152,6-7-458,0 1 0,1-1 0,0 1 0,-10 35 0,-6 13-1229,6-13-3449,9-37 2261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5.6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49 480,'-1'-5'552,"-1"0"0,0 1 0,0-1 1,0 1-1,0-1 0,-7-7 0,-1 4 533,14 31-846,0-3-225,-1-1-1,-1 0 1,-1 1-1,-1 0 1,-1 19 0,0 8 5,-9 152-90,9-184-191,0 12-254,2-18-3310,-9-17 2803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6.0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1 178 224,'-1'-8'109,"2"-1"0,-1 1 0,1-1-1,1 1 1,-1-1 0,2 1 0,-1 0 0,1 0 0,0 0 0,0 0-1,1 1 1,0-1 0,9-11 0,-8 14-96,-1 0 0,1 1-1,0 0 1,0 0 0,0 0 0,1 0 0,-1 1-1,1 0 1,0 0 0,0 0 0,0 1 0,0 0 0,0 0-1,0 1 1,1 0 0,-1 0 0,0 0 0,13 1 0,-15 0-13,-1 0 0,1 1 1,0-1-1,-1 1 0,1 0 1,-1 0-1,1 0 1,-1 1-1,1-1 0,-1 1 1,0 0-1,0 0 0,0 0 1,0 0-1,0 0 1,0 1-1,-1-1 0,1 1 1,-1 0-1,1 0 1,-1 0-1,0 0 0,0 0 1,-1 0-1,1 1 0,-1-1 1,1 1-1,-1-1 1,0 1-1,0-1 0,0 8 1,1 0 1,-1 0 0,0 0 0,-1 0 0,0 0 0,0 0 0,-1 0 0,-1 0 0,0 0 0,-5 16 0,-3-3 4,-1 1 0,-1-2 0,-1 0 1,-1 0-1,-1-1 0,-32 36 1,39-49-6,7-9-2,0 1 0,1-1 0,-1 1 0,0-1 0,0 1 1,0 0-1,0-1 0,1 1 0,-1 0 0,0 0 0,1-1 0,-1 1 1,1 0-1,-1 0 0,1 0 0,-1 0 0,1 0 0,-1 0 0,1 0 0,0 0 1,0 0-1,-1 0 0,1 0 0,0 0 0,0 0 0,0 0 0,0 0 1,0 0-1,0 0 0,1 0 0,-1 0 0,1 2 0,17 18 177,1 0 0,0-2-1,2 0 1,1-1 0,0-1 0,1-2-1,0 0 1,1-1 0,29 11 0,-48-23-347,0-1 1,0 0-1,0 0 1,1 0 0,-1-1-1,0 0 1,1 0-1,-1 0 1,0-1-1,1 1 1,-1-2 0,7-1-1,-2-2-1031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6.4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1 235 16,'0'0'745,"28"-5"1431,-5-8-1673,-16 10-425,-1 0-1,1 0 0,-1-1 0,0 0 1,0-1-1,0 0 0,-1 1 1,1-2-1,-1 1 0,5-8 0,0 1 9,-4 4-56,0-1 0,-1 1 0,0-1 0,4-9 0,-8 15-29,0 0 0,0 0 0,0 0 0,-1 0 0,1-1 0,-1 1-1,0 0 1,0 0 0,0 0 0,0 0 0,0 0 0,-1-1 0,1 1-1,-1 0 1,0 0 0,-2-5 0,-2-3 13,5 10-13,0-1 0,0 1 0,-1 0 0,1-1 0,-1 1 1,1 0-1,0 0 0,-1 0 0,0-1 0,1 1 1,-1 0-1,0 0 0,0 0 0,1 0 0,-1 0 0,0 0 1,0 0-1,0 0 0,0 0 0,0 1 0,-1-1 1,1 0-1,0 1 0,0-1 0,0 1 0,-1-1 0,1 1 1,0 0-1,0-1 0,-1 1 0,1 0 0,0 0 0,-1 0 1,1 0-1,0 0 0,-1 0 0,1 0 0,0 0 1,-1 1-1,1-1 0,0 0 0,0 1 0,-2 0 0,-1 1 19,0-1-1,0 1 0,0 1 0,0-1 0,1 0 0,-1 1 0,0 0 0,1 0 1,0 0-1,0 0 0,0 1 0,0-1 0,1 1 0,-1-1 0,1 1 0,0 0 1,0 0-1,0 0 0,0 0 0,1 1 0,0-1 0,0 0 0,-1 6 0,-2 13 137,2-1 0,0 1 0,1 26-1,1-40-110,0-3-41,0-1 1,0 1-1,1-1 0,0 0 0,0 1 1,0-1-1,1 1 0,-1-1 0,1 0 1,1 0-1,-1 0 0,1 0 0,-1 0 1,2-1-1,-1 1 0,0-1 0,1 0 1,0 0-1,0 0 0,0 0 0,0-1 1,0 0-1,1 0 0,0 0 0,0 0 1,-1-1-1,2 1 0,-1-1 0,0-1 1,0 1-1,1-1 0,-1 0 0,0 0 1,1 0-1,-1-1 0,1 0 0,7 0 1,-6 0-284,-1-1 0,0 0 0,1 0 0,-1 0 0,0-1 0,0 0 0,0 0 0,0-1 0,0 0 0,0 0 0,-1 0 0,1 0-1,-1-1 1,5-4 0,1-3-1114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6.9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150 25 800,'1'-1'101,"-1"0"0,0 0 1,0 0-1,0 0 0,0 0 0,0 0 0,0 0 1,-1 1-1,1-1 0,0 0 0,0 0 0,-1 0 1,1 0-1,0 1 0,-1-1 0,1 0 0,-1 0 1,1 0-1,-1 1 0,1-1 0,-1 0 0,0 1 1,1-1-1,-1 1 0,0-1 0,1 1 0,-1-1 1,0 1-1,0-1 0,0 1 0,1 0 0,-2-1 0,-1 1-30,0 0 0,1 0-1,-1 0 1,1 0-1,-1 0 1,0 1-1,1-1 1,-1 1-1,1 0 1,-1 0-1,-2 1 1,-4 3-43,0-1 1,1 1-1,0 0 0,0 1 1,1 0-1,-8 7 0,11-8-16,0 0 0,0 1 0,0-1 0,1 1 0,0 0 0,0 0 0,1 0 0,-1 0 0,1 0 0,1 1 0,-1-1 0,1 0 0,0 1 0,1-1 0,-1 10 0,1-14-10,0-1-1,0 0 0,0 0 0,0 1 0,1-1 0,-1 0 0,0 0 0,0 0 0,1 1 0,-1-1 0,1 0 0,-1 0 0,1 0 0,-1 0 0,1 0 0,0 0 0,-1 0 0,1 0 1,0 0-1,0 0 0,0 0 0,0 0 0,0-1 0,0 1 0,0 0 0,0 0 0,0-1 0,0 1 0,0-1 0,0 1 0,0-1 0,1 0 0,-1 1 0,0-1 0,2 0 0,1-2 1,1 0 0,-1 0 0,0 0 0,0 0 0,-1-1 0,1 0-1,0 0 1,-1 0 0,1 0 0,-1 0 0,0-1 0,0 0-1,-1 1 1,4-7 0,5-4 14,6-9-10,6-5-27,-22 28 25,0-1 0,0 1 0,1-1 0,-1 1 0,1-1 0,-1 1 0,0 0 0,1 0 0,-1 0 0,1-1 0,-1 1 0,1 1 0,-1-1 0,0 0 0,1 0 0,-1 1 0,1-1 0,-1 0 0,0 1 0,1-1 0,-1 1 0,0 0 0,0-1 0,2 2 0,51 38 365,-47-33-360,1 0 0,0-1 0,0 0 0,1 0-1,0-1 1,0 0 0,0 0 0,11 2 0,-17-6-183,1 0 0,0-1 0,-1 0 0,1 1 0,0-1 0,-1-1 0,1 1 0,-1-1 0,1 1 0,0-1 0,-1 0 1,1 0-1,-1-1 0,0 1 0,1-1 0,-1 1 0,0-1 0,0 0 0,0 0 0,0 0 0,0-1 0,-1 1 0,1-1 0,-1 0 0,1 0 0,-1 1 0,3-7 0,-3-1-531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7.4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177 249 624,'0'-2'114,"0"1"1,1-1-1,-1 0 0,0 1 0,0-1 1,-1 1-1,1-1 0,0 1 0,0-1 1,-1 0-1,1 1 0,-1-1 0,1 1 1,-1 0-1,0-1 0,1 1 0,-1-1 1,0 1-1,0 0 0,0 0 0,0-1 1,0 1-1,0 0 0,-1 0 0,1 0 1,0 0-1,-2-1 0,0 2-39,1-1 0,0 1-1,0 0 1,0 0 0,0 0 0,-1 0 0,1 1-1,0-1 1,0 1 0,0-1 0,0 1 0,0 0-1,0-1 1,0 1 0,0 0 0,-2 2-1,-5 1-24,1 1 0,0 0-1,0 1 1,1 0-1,-1 0 1,1 1-1,1-1 1,-1 1-1,1 1 1,0-1-1,1 1 1,0 0-1,0 1 1,1-1-1,0 1 1,0 0-1,-3 15 1,5-20-50,1-1 0,0 1 0,0-1-1,0 1 1,1-1 0,0 1 0,-1 0 0,1-1 0,0 1 0,1 0 0,-1-1-1,1 1 1,-1-1 0,1 1 0,3 6 0,0 0-12,-4-10 12,0 1 0,0 0 1,0 0-1,1 0 0,-1 0 1,0 0-1,1 0 0,-1 0 1,0 0-1,1-1 0,-1 1 1,1 0-1,0 0 0,-1-1 1,1 1-1,-1 0 0,1-1 1,0 1-1,0 0 0,-1-1 1,1 1-1,0-1 0,0 0 1,0 1-1,0-1 0,0 1 1,-1-1-1,1 0 0,0 0 1,0 0-1,0 1 1,0-1-1,0 0 0,0 0 1,0 0-1,0-1 0,0 1 1,0 0-1,0 0 0,0 0 1,0-1-1,-1 1 0,1 0 1,0-1-1,0 1 0,0-1 1,1 0-1,1 0-1,0 0 1,0-1 0,0 0-1,0 1 1,0-1-1,-1 0 1,1 0 0,0-1-1,-1 1 1,0 0-1,1-1 1,-1 0-1,0 1 1,3-6 0,23-50-34,-14 26 23,-9 19 11,-1 1 0,0-1 1,-1 0-1,0 0 0,-1 0 0,0 0 0,-1-1 0,-1 1 0,-1-20 0,-1 13 5,0 0-1,-1 0 0,-1 1 0,-1 0 1,-13-33-1,18 51-4,-1 0 0,1 0 0,0 0 0,-1 0 0,1-1 0,-1 1 0,1 1 0,-1-1 0,1 0 1,-1 0-1,0 0 0,0 0 0,1 0 0,-1 0 0,0 1 0,0-1 0,0 0 0,0 1 0,0-1 0,0 1 0,0-1 0,0 1 0,0-1 1,0 1-1,0 0 0,0-1 0,0 1 0,0 0 0,-1 0 0,1 0 0,0 0 0,0 0 0,0 0 0,0 0 0,0 0 0,0 1 0,0-1 0,-1 0 1,1 1-1,0-1 0,0 1 0,0-1 0,0 1 0,-1 0 0,-1 1-1,1 0-1,-1 1 1,0-1 0,1 1 0,0-1-1,0 1 1,-1 0 0,2-1 0,-1 1-1,0 0 1,1 0 0,-1 1-1,-1 4 1,-16 117 33,19-119-31,-1 0 1,1-1 0,1 1 0,-1 0 0,1 0 0,2 9-1,1 19 10,-3-21-14,1-1 0,0 1 0,1-1 0,1 0 0,-1 0-1,2 0 1,0 0 0,0-1 0,10 15 0,7 19-616,-21-43 484,0-1 1,0 0-1,0 0 1,0 0 0,0 0-1,0 0 1,0-1-1,0 1 1,1 0-1,-1 0 1,0-1-1,0 1 1,1-1-1,-1 1 1,0-1 0,1 1-1,-1-1 1,0 0-1,1 0 1,1 1-1,6-5-1559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7.9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17 202 1064,'-1'-1'87,"0"1"-1,0 0 0,0-1 1,0 1-1,0-1 1,0 0-1,0 1 1,0-1-1,0 0 1,1 0-1,-1 1 0,0-1 1,1 0-1,-1 0 1,0 0-1,1 0 1,-1 0-1,1 0 1,0 0-1,-1 0 0,1 0 1,0 0-1,-1 0 1,1 0-1,0 0 1,0 0-1,0 0 0,0 0 1,0 0-1,0 0 1,0 0-1,1-1 1,-1 1-1,0 0 1,0 0-1,1 0 0,0-1 1,2-4-37,1 0-1,1 0 1,-1 0 0,1 1 0,5-6-1,-5 6-11,-1 1 0,0-1 0,0 0-1,0 1 1,-1-2 0,4-5 0,-4 5 4,0 1 0,0 0-1,0 0 1,1 0 0,0 0 0,7-6 0,11-16 181,-8 11-38,-13 16-183,-1-1-1,0 1 1,1 0 0,-1 0 0,1 0-1,-1 0 1,0 0 0,1 0-1,-1 0 1,0 0 0,1 0 0,-1 0-1,1 0 1,-1 0 0,0 0 0,1 0-1,-1 0 1,0 0 0,1 1 0,-1-1-1,0 0 1,1 0 0,-1 0 0,0 0-1,1 1 1,-1-1 0,0 0 0,1 0-1,-1 1 1,0-1 0,3 4 7,-1 1 1,0-1-1,0 0 0,0 1 1,-1-1-1,1 1 0,0 4 1,12 88 218,-3-21-134,-6-38-181,-1 1 0,-2 60 0,-2-74-272,0-23 282,0-1-1,0 1 1,0 0 0,-1-1-1,1 1 1,0-1 0,-1 1-1,1-1 1,-1 1 0,1-1-1,-1 1 1,0-1 0,0 1-1,0-1 1,1 1 0,-1-1-1,0 0 1,-1 0 0,1 0-1,0 1 1,0-1 0,0 0-1,-1-1 1,1 1 0,-1 0-1,1 0 1,0 0 0,-1-1 0,0 1-1,-2 0 1,-4 1-37,0-1 1,0 0 0,0-1-1,0 0 1,-8 0-1,0-1 420,15 1-120,-3-1 604,17-3-486,15 2-43,50-9 0,-17 2-60,-22 4-496,82-5-2334,-111 10 1018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8.4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59 192,'-2'-3'292,"0"1"0,0-1 0,0 0 0,1 0 0,-1 0 0,1-1 0,-1 1 0,1 0 0,0 0 0,0-1 0,1 1 0,-1-1 0,1 1 0,-1-1 0,2-5 0,-1 8 271,-10 22 259,10 270-262,-11-240-5043,3-45 3289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8.65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16 660,'-45'-15'2657,"43"14"-2208,38 28 431,1-1-741,-31-20-138,1-1 0,0 0-1,1 0 1,13 6 0,-15-8-177,1 0-1,-1 0 0,0-1 1,1 0-1,0 0 1,-1-1-1,1 0 0,0 0 1,0 0-1,0-1 1,0 0-1,-1-1 0,1 1 1,0-1-1,0 0 1,0-1-1,-1 0 1,1 0-1,-1 0 0,11-7 1,2-1-757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8.8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26 620,'0'-1'93,"0"0"0,0 0 0,0-1 0,-1 1 0,1 0 0,0 0 0,-1 0 0,1 0 0,-1-1-1,1 1 1,-1 0 0,1 0 0,-1 0 0,0 0 0,0 0 0,1 0 0,-1 0 0,0 0 0,0 0 0,0 1 0,0-1 0,0 0 0,0 1 0,-2-2 0,1 2 139,-14 39 965,3-9-790,1 3-294,-2-1 0,-31 56 0,14-31-996,5-24-1163,15-13 440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9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62 157 1088,'-12'-7'2048,"2"2"750,11 13-1117,1 23-1066,8 105 920,-20 7-1501,10-139-235,0-1 1,-1 0 0,1 1-1,-1-1 1,0 0-1,0 1 1,0-1-1,-1 0 1,1 0 0,-1 0-1,0 0 1,-3 4-1,5-7 116,-1 0 0,1 0 0,0 0-1,-1 0 1,1 0 0,-1-1 0,1 1-1,0 0 1,-1 0 0,1 0 0,0 0-1,-1-1 1,1 1 0,0 0 0,-1 0 0,1-1-1,0 1 1,0 0 0,-1 0 0,1-1-1,0 1 1,0 0 0,-1-1 0,1 1-1,0-1 1,0 1 0,0 0 0,0-1-1,0 1 1,0 0 0,0-1 0,-1 1 0,1-1-1,0 1 1,0 0 0,0-1 0,0 1-1,1-1 1,-1 1 0,-3-27-914,2 18 548,-4-16 360,1 0 1,2 0-1,0 0 1,2-1-1,3-28 1,-1-13 395,-2 54-192,0 0 0,1 0 1,0 0-1,1 0 0,1 0 1,6-20-1,-5 24-50,1 0 0,-1 1 0,1 0 0,1 0 0,-1 0 0,2 0 0,-1 1 0,1 0 0,12-10 0,-17 15-50,1 1 0,-1-1 0,1 1 0,-1-1 0,1 1 0,-1 0 0,1 0 0,0 0 0,0 0 0,-1 1 0,1-1 0,0 1-1,0-1 1,0 1 0,0 0 0,0 0 0,-1 0 0,1 1 0,0-1 0,0 1 0,0 0 0,0-1 0,-1 1 0,1 0 0,0 1 0,-1-1 0,1 0 0,-1 1 0,0 0 0,5 3 0,-3-2 11,-1 0 1,1 0 0,-1 1-1,1-1 1,-1 1 0,0 0-1,-1 0 1,1 0 0,-1 0-1,1 0 1,-1 1 0,-1-1-1,1 1 1,-1-1-1,1 1 1,-1 0 0,0 8-1,0-2-8,-1 0-1,-1 0 0,0 0 1,-1-1-1,0 1 0,-1 0 0,0 0 1,0-1-1,-1 0 0,0 0 1,-1 0-1,0 0 0,-1-1 0,-10 14 1,-3 6-18,15-22 11,-1 0 1,1 0 0,-1-1-1,0 1 1,-11 9 0,15-15-7,0 0 1,0-1-1,0 1 1,0 0-1,0 0 0,0 0 1,0 0-1,0 0 1,0 0-1,0 0 1,1 0-1,-1 0 1,0 0-1,1 1 1,-1-1-1,1 0 0,-1 0 1,1 1-1,0-1 1,-1 0-1,1 0 1,0 1-1,0-1 1,0 0-1,0 1 0,0-1 1,0 0-1,1 1 1,-1-1-1,0 0 1,1 0-1,-1 1 1,1-1-1,0 2 1,3 2 66,1 0 1,-1 0-1,1 0 1,-1-1-1,1 0 1,7 4 0,8 7 229,-7-5-261,0-2 1,1 0 0,0 0 0,1-2-1,-1 1 1,1-2 0,27 7 0,-39-12-253,0 1 0,0-1 0,-1 1 0,1-1 0,0 0 1,0 0-1,-1 0 0,1 0 0,0-1 0,0 1 1,-1-1-1,1 0 0,0 0 0,4-2 0,-6-2-1281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29.9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8 212 628,'-8'5'1848,"11"-5"-1744,0 0 0,0 0-1,0 0 1,0 0 0,0 0-1,0-1 1,0 1 0,0-1-1,0 0 1,0 0 0,0 0 0,0 0-1,3-2 1,40-20 689,-4-15-103,-28 23-552,-6 8-105,0-1 1,0-1 0,-1 1-1,-1-1 1,8-14 0,-12 22-31,-1-1 1,0 1 0,0-1 0,0 0 0,-1 0 0,1 1 0,0-1 0,-1 0 0,1 0 0,-1 0 0,0 0 0,1 0 0,-1 0 0,0 0 0,0 1 0,0-1 0,0 0 0,-1 0 0,1 0-1,-1 0 1,1 0 0,-1 0 0,1 0 0,-1 1 0,0-1 0,0 0 0,0 1 0,0-1 0,0 0 0,0 1 0,-1-1 0,1 1 0,0 0 0,-1-1 0,1 1 0,-1 0 0,-2-2 0,2 3 1,0-1 1,0 1 0,0 0-1,0 0 1,0 0 0,1 0 0,-1 0-1,0 0 1,0 0 0,0 1-1,0-1 1,0 1 0,0-1-1,1 1 1,-1 0 0,0 0 0,1-1-1,-1 1 1,0 0 0,1 1-1,-1-1 1,1 0 0,-1 0 0,1 1-1,0-1 1,-2 3 0,-32 41 215,30-37-146,0 1-1,1 0 1,0 1-1,1-1 1,-5 18 0,7-22-54,1 0 0,-1-1 0,1 1 0,0-1 0,0 1 0,0 0 0,0-1 0,1 1 0,0 0 0,0-1 0,0 1 0,1-1 0,-1 0 0,4 7 0,7 11 77,-11-19-95,0 0 1,0-1 0,0 1 0,1 0 0,-1 0 0,1-1 0,-1 1 0,1 0-1,0-1 1,0 0 0,0 0 0,1 1 0,-1-1 0,1 0 0,-1-1-1,1 1 1,-1 0 0,1-1 0,0 1 0,0-1 0,0 0 0,0 0-1,0 0 1,0-1 0,0 1 0,0 0 0,0-1 0,5 0 0,-1 0-301,0 0 1,0-1 0,0 0-1,-1 0 1,1 0 0,0-1-1,-1 0 1,1 0 0,-1-1-1,0 0 1,1 0 0,-1-1 0,-1 1-1,1-1 1,10-9 0,-6-2-1496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0.3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127 17 868,'-16'-8'2170,"15"7"-2115,0 0 1,0 1-1,0-1 0,1 0 0,-1 1 1,0-1-1,0 0 0,0 1 1,0-1-1,0 1 0,0 0 0,0-1 1,0 1-1,0 0 0,0 0 1,0 0-1,0-1 0,-1 1 0,1 0 1,0 0-1,0 1 0,0-1 1,0 0-1,0 0 0,0 0 0,0 1 1,0-1-1,0 1 0,0-1 0,0 1 1,0-1-1,0 1 0,0-1 1,0 1-1,1 0 0,-1-1 0,0 1 1,0 0-1,1 0 0,-1 0 1,0 1-1,-6 3 49,1 1 0,1 0 1,-1 1-1,1-1 0,0 1 1,1 0-1,0 1 0,0-1 1,0 1-1,1 0 0,0-1 1,1 1-1,-1 1 0,2-1 1,-1 0-1,0 13 0,-1 2-91,3-20-12,-1-1 0,1 0 0,0 1 0,-1-1 0,1 1 0,0-1 0,1 0 0,-1 1 0,0-1 0,1 0 0,-1 1 0,1-1-1,0 0 1,-1 1 0,3 1 0,-3-3 0,0 0-1,0 0 0,0 0 0,0-1 1,0 1-1,1 0 0,-1 0 1,0 0-1,1 0 0,-1-1 1,1 1-1,-1 0 0,1-1 0,-1 1 1,1 0-1,0-1 0,-1 1 1,1 0-1,0-1 0,-1 1 0,1-1 1,0 1-1,0-1 0,-1 0 1,1 1-1,0-1 0,0 0 1,0 1-1,0-1 0,-1 0 0,1 0 1,0 0-1,0 0 0,0 0 1,0 0-1,0 0 0,0 0 0,-1 0 1,1 0-1,0-1 0,0 1 1,0 0-1,0 0 0,-1-1 0,1 1 1,0-1-1,1 0 0,3-4-2,0 0 0,0 0 1,0 0-1,-1-1 0,5-8 0,8-8-19,-2-7 21,7-12 20,-22 40-19,1 0 0,-1 1-1,1-1 1,-1 1 0,1-1-1,-1 1 1,1-1 0,0 1-1,-1-1 1,1 1 0,0 0-1,-1-1 1,1 1 0,0 0 0,0-1-1,-1 1 1,1 0 0,0 0-1,0 0 1,-1 0 0,1 0-1,0 0 1,0 0 0,0 0-1,-1 0 1,1 0 0,0 0-1,0 0 1,-1 1 0,1-1-1,0 0 1,0 0 0,-1 1-1,1-1 1,0 1 0,-1-1 0,1 0-1,-1 1 1,1-1 0,0 1-1,-1 0 1,1-1 0,-1 1-1,1-1 1,0 2 0,21 22 187,-11-12-101,0 0 0,-1 0-1,11 17 1,-19-26-293,0 1 0,1-1 0,0 0 0,0 1 0,0-1 0,0-1 0,1 1 0,-1 0 0,1-1 0,0 0 0,7 4 0,8-12-2142,-10-4 862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0.9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160 228 428,'0'-5'625,"-3"-25"2437,3 29-2995,-1 0 0,1 0 0,-1 0 0,1 1 0,-1-1 0,0 0 0,1 0 0,-1 1-1,0-1 1,1 1 0,-1-1 0,0 1 0,0-1 0,0 1 0,0-1 0,0 1 0,1 0 0,-1-1 0,0 1 0,0 0 0,0 0 0,0-1 0,0 1-1,0 0 1,0 0 0,0 0 0,-1 1 0,-3 1 47,0 0-1,0 0 0,0 1 1,0 0-1,1 0 0,0 0 1,-1 0-1,1 1 0,0 0 1,0 0-1,-4 6 0,1 0 9,-1-1-83,1 0 0,0 1 0,0 0 1,1 0-1,1 1 0,-1 0 0,2 0 1,0 0-1,0 0 0,1 1 0,0-1 0,-1 14 1,4-19-43,0-1 0,0 0 1,1 1-1,-1-1 0,1 0 1,0 1-1,1-1 0,-1 0 1,1 0-1,0 0 0,1 0 1,-1-1-1,1 1 0,0 0 1,0-1-1,0 0 0,6 6 1,-7-10 1,-1 0 1,1 0 0,0 0-1,-1 0 1,1-1-1,-1 1 1,1 0 0,0-1-1,-1 0 1,1 1-1,-1-1 1,1 0 0,-1 0-1,0 0 1,1 0-1,-1 0 1,0 0 0,2-2-1,8-5-23,-4 3 17,0 0 0,-1-1 0,1 0 0,-1 0 0,0 0 1,-1-1-1,0 0 0,0 0 0,0-1 0,-1 1 0,0-1 0,0 0 0,-1 0 0,0 0 0,-1-1 0,3-11 0,5-19-12,-6 24 15,0 0-1,-1 0 1,0-1 0,0-22 0,-3 21 17,1 3 2,-1 1 1,0-1-1,-1 1 1,0-1-1,-1 1 0,0 0 1,-1 0-1,-1 0 1,0 0-1,-7-14 0,5 15 121,6 12-124,0 0-1,0 0 1,-1 0-1,1 0 1,0 0-1,0 0 1,0 0 0,0 0-1,0 0 1,0 0-1,0 0 1,0 0-1,0 0 1,0 0 0,0 0-1,0 0 1,0 0-1,0 0 1,0 0-1,-1 0 1,1 0-1,0 0 1,0 0 0,0 0-1,0 0 1,0 0-1,0 0 1,0 0-1,0 0 1,0 0 0,0 0-1,0 0 1,-4 17 373,0-4 57,1 1 1,1 0-1,-1 21 0,-1 4 415,2-20-365,2 0 1,0 0 0,5 32-1,0 20 344,13 35-577,-8-72-1538,1-21-1190,-10-13 2195,0 0-1,-1 1 1,1-1-1,0 0 1,-1 0 0,1 0-1,0 0 1,0 0-1,-1 1 1,1-1 0,0-1-1,0 1 1,-1 0 0,1 0-1,0 0 1,0 0-1,-1 0 1,1-1 0,0 1-1,-1 0 1,2-1-1,7-8-2267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1.2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48 444,'0'-2'102,"0"0"0,1 0 0,-1 0 0,0 0 0,0 0 0,1 0 0,-1 0 0,1 0 0,0 1 0,-1-1 0,1 0 0,0 0 0,0 1 0,0-1 0,0 0 0,1 1-1,-1-1 1,0 1 0,1-1 0,-1 1 0,1 0 0,-1 0 0,1-1 0,0 1 0,-1 0 0,1 0 0,0 1 0,0-1 0,0 0 0,0 1 0,2-1 0,-2 0-53,1 1-1,-1 0 1,1 1-1,-1-1 1,1 0-1,-1 1 1,1-1-1,-1 1 1,0 0-1,1-1 1,-1 1-1,0 1 1,0-1-1,0 0 1,1 0-1,-1 1 1,-1-1-1,1 1 1,0 0-1,0-1 1,0 1-1,-1 0 1,1 0-1,-1 0 1,0 0-1,1 0 1,-1 1-1,0-1 1,0 0-1,-1 1 1,2 3-1,-1 0 34,0 0-1,-1 0 1,0 0 0,0 0-1,-1 0 1,1 0 0,-1-1-1,0 1 1,-1 0-1,1 0 1,-1-1 0,-1 1-1,-2 5 1,-33 73 408,37-82-486,-1 0 0,1 1 0,0-1-1,-1 0 1,1 1 0,0 0 0,1-1 0,-1 1 0,0-1 0,1 1-1,-1 0 1,1-1 0,0 1 0,0 0 0,0 0 0,0-1 0,1 1-1,-1 0 1,1-1 0,-1 1 0,1-1 0,0 1 0,0 0 0,0-1-1,0 0 1,1 1 0,-1-1 0,1 0 0,-1 0 0,1 1 0,0-1-1,3 2 1,1-1-3,-1-1 0,1 0 0,1 0 0,-1-1-1,0 0 1,0 0 0,1 0 0,-1-1 0,0 0 0,1 0-1,6-1 1,78-15-262,-59 9-300,-29 6 232,0 0 0,0 0 0,0 0 0,0 0-1,-1-1 1,1 1 0,-1-1 0,1 0 0,2-2 0,4-6-1559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1.7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44 1144,'0'-9'864,"2"-22"2947,3 27-2275,6 17-770,-4 2-410,-1 1-1,-1 0 1,0 1-1,-1-1 1,0 1-1,-1-1 1,0 20-1,7 31-225,-9-50-148,1-1-1,-3 33 1,0-17-221,1-30 126,0-1 1,1 0-1,-1 0 1,0 1-1,-1-1 1,1 0-1,0 0 1,0 1-1,0-1 1,-1 0-1,1 0 1,-1 0-1,1 1 1,-1-1-1,1 0 1,-1 0-1,0 0 1,1 0-1,-1 0 1,0 0-1,0 0 1,0 0-1,0-1 1,1 1-1,-1 0 0,-1 0 1,1-1-1,0 1 1,0-1-1,0 1 1,0-1-1,0 1 1,0-1-1,-1 1 1,1-1-1,0 0 1,0 0-1,-1 0 1,1 0-1,0 0 1,0 0-1,-1 0 1,1 0-1,0 0 1,-2-1-1,-3-1-388,1 1 1,-1-1-1,1 0 1,0 0-1,-1-1 0,1 1 1,0-1-1,1 0 0,-6-4 1,1-3-11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1.9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48 332,'-75'-48'3421,"83"85"-1884,-3-25-1371,2-1-1,-1 0 0,2 0 0,-1-1 0,1 0 0,19 18 0,-23-24-338,0 0 0,0-1 0,0 1 0,0-1 1,1 0-1,0 0 0,0-1 0,0 1 0,0-1 1,0 0-1,0 0 0,0-1 0,1 0 0,-1 0 1,0 0-1,1 0 0,-1-1 0,12 0 0,0-1-1421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2.0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122 6 1208,'0'-6'1188,"0"12"-328,-9-6-208,9 10-128,-10-5-100,1 11-84,9-5-75,-9 5-77,-1 5-60,10-5-52,-9-1-24,-1 7-32,10-1-72,-9-6-192,0 1-309,-1 0-639,1 0-548,-10 0-256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2.8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43 416,'-9'-43'3828,"9"241"-1408,0 10-4225,-9-212-1778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3.2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44 544,'3'-3'64,"0"-1"-1,-1 1 1,1 0 0,0 0-1,0 0 1,1 0-1,-1 1 1,1-1 0,-1 1-1,1 0 1,0 0 0,0 0-1,0 0 1,0 1-1,0-1 1,0 1 0,0 0-1,0 1 1,1-1 0,-1 1-1,0-1 1,1 1-1,-1 1 1,0-1 0,0 1-1,1-1 1,-1 1 0,0 0-1,0 1 1,0-1-1,0 1 1,0 0 0,0 0-1,6 4 1,-8-5-45,1 1-1,0 0 1,0 0 0,0 0 0,-1 0 0,1 1-1,-1-1 1,0 0 0,0 1 0,0 0-1,0 0 1,0-1 0,0 1 0,-1 0 0,1 0-1,-1 1 1,0-1 0,1 6 0,-1-3 5,0 0 1,-1 0 0,0 0-1,-1 0 1,1 0-1,-1 0 1,0 0 0,-1 0-1,-3 11 1,-3 0 37,0 0-1,0-1 1,-2 0-1,0 0 1,-1-1-1,-13 15 1,-48 49-1,71-78-57,1 0 0,-1-1 0,1 1 1,-1 0-1,1 0 0,0 0 0,-1-1 1,1 1-1,0 0 0,0 0 0,0 0 1,-1 0-1,1 0 0,0 0 0,0 0 1,0-1-1,1 1 0,-1 0 0,0 0 1,0 0-1,0 0 0,1 0 0,-1 0 1,0-1-1,1 1 0,-1 0 0,0 0 1,1 0-1,-1-1 0,1 1 0,0 0 1,-1-1-1,1 1 0,0 0 0,-1-1 1,2 1-1,29 22 439,-23-18-371,13 9-36,1-2 0,1 0 0,1-1-1,-1-2 1,1 0 0,37 8-1,-59-17-295,0 1-1,1-1 1,-1 0-1,0 1 0,0-1 1,1 0-1,-1 0 0,0-1 1,1 1-1,-1 0 0,3-1 1,2-4-1317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3.9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1 188 116,'47'-21'2668,"64"-57"-1061,-109 76-1587,0 1 1,0-1-1,0 0 0,0 0 0,0 0 1,-1 1-1,1-2 0,0 1 1,-1 0-1,0 0 0,1 0 0,-1-1 1,0 1-1,0-1 0,0 1 1,1-4-1,-2 4-11,0 0 0,1 1-1,-1-1 1,0 1 0,0-1 0,0 1 0,0-1 0,0 1-1,0-1 1,-1 1 0,1-1 0,0 0 0,-1 1 0,1 0 0,-1-1-1,0 1 1,1-1 0,-1 1 0,0 0 0,0-1 0,0 1 0,0 0-1,0 0 1,0 0 0,0 0 0,0 0 0,0 0 0,-3-1-1,2 0 6,-1 1 0,0 0 0,0 0 0,1 0-1,-1 0 1,0 0 0,0 1 0,0-1 0,0 1 0,0 0-1,0 0 1,0 0 0,0 0 0,0 1 0,0-1-1,0 1 1,0 0 0,0 0 0,0 0 0,0 0-1,1 0 1,-1 1 0,0-1 0,1 1 0,-1-1-1,1 1 1,0 0 0,-1 0 0,1 0 0,0 1-1,0-1 1,0 0 0,1 1 0,-3 3 0,-1 1 69,1 0 0,-1 0 0,2 1 0,-1 0 1,1 0-1,0 0 0,0 0 0,1 0 0,0 0 1,1 1-1,-1 8 0,2 5 80,-1-13-124,1 0 0,0 1-1,0-1 1,1 1 0,0-1 0,1 0-1,0 0 1,0 0 0,1 0 0,6 14-1,-3-12-58,-4-7 30,0 0 0,0-1 1,1 1-1,-1 0 0,1-1 1,0 1-1,0-1 0,5 4 0,-6-6-47,1 1-1,0-1 1,-1 0-1,1 0 1,0-1-1,0 1 1,0-1-1,0 1 1,0-1-1,0 0 1,0 0-1,-1 0 1,1 0-1,0 0 1,0-1-1,4-1 1,0 1-270,0-2-1,0 1 1,0-1-1,0 0 1,-1 0 0,1-1-1,-1 0 1,0 0-1,0 0 1,0-1 0,-1 0-1,0 0 1,1 0 0,-2-1-1,1 0 1,6-10-1,1-5 416,0-1-1,-1 0 1,12-38-1,-23 60-52,1-1-1,-1 0 1,1 0-1,-1 0 1,0 0-1,1 0 1,-1 0-1,0 0 1,1 0-1,-1 0 1,0 0-1,0 0 1,0 0-1,0 0 1,0 0-1,0 0 1,0 0-1,-1 0 1,1 0-1,0 0 1,0 0-1,-1 0 1,1 0-1,-1 0 1,1 0-1,-1 0 1,1 0 0,-1 1-1,1-1 1,-1 0-1,0 0 1,0 0-1,1 1 1,-1-1-1,0 0 1,0 1-1,0-1 1,0 1-1,1-1 1,-1 1-1,0 0 1,0-1-1,0 1 1,0 0-1,-2-1 1,1 1-6,0 0 0,1 0 0,-1 0 0,0 1 0,0-1 0,1 1 0,-1-1 0,0 1 0,1-1 0,-1 1 0,1 0 0,-1-1 0,1 1 0,-1 0 0,1 0 0,-1 0 0,1 1 0,0-1 0,0 0 0,-1 0 0,1 1 0,0-1 0,0 1 0,0-1 0,1 1 0,-1-1 0,-1 3 0,-19 37 485,16-34-492,1 0 0,0 0 0,0 1-1,-5 15 1,9-20-36,-8 38 15,8-40-20,0 0 0,0 0 0,0-1 0,0 1-1,0 0 1,0 0 0,0 0 0,0 0 0,0 0-1,0 0 1,0-1 0,0 1 0,1 0 0,-1 0-1,0 0 1,1-1 0,-1 1 0,0 0-1,1 0 1,-1-1 0,1 1 0,-1 0 0,1-1-1,0 1 1,-1 0 0,1-1 0,0 1 0,-1-1-1,1 1 1,0-1 0,0 0 0,-1 1 0,1-1-1,0 0 1,0 1 0,0-1 0,0 0-1,1 0 1,2-2-1,0 0 0,0 0 0,0-1 0,0 1-1,0-1 1,-1 0 0,1-1 0,-1 1 0,0 0 0,0-1-1,5-8 1,4-5-57,-10 13 96,0 0 1,0 1 0,1-1-1,0 1 1,0-1 0,0 1-1,0 0 1,0 0 0,5-3-1,-6 5-23,-1 1 0,1-1 0,0 1 0,0-1 0,0 1-1,0 0 1,0 0 0,0 0 0,0 0 0,0 0 0,0 1-1,-1-1 1,1 0 0,0 1 0,0 0 0,0-1 0,0 1-1,-1 0 1,1 0 0,0 0 0,-1 0 0,1 0 0,-1 0-1,1 0 1,-1 1 0,3 2 0,24 18 56,30 29-253,-57-50 14,1 0 0,-1 0 0,0 0 0,1-1 0,-1 1 0,1 0 0,-1-1 0,1 1 0,-1-1 0,1 1 0,0-1 0,-1 0 0,1 0 0,-1 1 0,1-1 0,0-1 0,-1 1 0,1 0 0,0 0 0,-1 0 0,1-1 0,-1 1 0,1-1 0,0 1 0,-1-1-1,0 0 1,1 0 0,-1 0 0,1 1 0,-1-1 0,0 0 0,0-1 0,1 1 0,0-1 0,0-4-918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4.5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184 374 700,'-9'-53'3652,"9"52"-3610,0 1 0,0-1 0,0 0 0,0 0 0,0 1 0,0-1 0,0 0 0,0 0 0,-1 1 0,1-1 0,0 0 0,0 0 0,-1 1 0,1-1 0,0 0 0,-1 1 0,1-1 0,-1 1 0,1-1 0,-1 0 0,1 1 0,-1-1 0,1 1 0,-1-1 1,1 1-1,-1 0 0,0-1 0,1 1 0,-1-1 0,0 1 0,1 0 0,-1 0 0,-1-1 0,-1 1 25,0 0-1,1 0 1,-1 0 0,0 1-1,0-1 1,1 1 0,-1-1 0,0 1-1,-4 2 1,-2 1 60,0 0 0,0 1 0,1 0 0,-13 10 0,13-5-39,-1 2 0,2-1 0,-1 1 0,2 0 1,0 1-1,-9 25 0,14-35-84,-2 6 2,0 0-1,1 1 1,1-1-1,-2 12 1,3-19-6,0 1 0,0-1 0,0 0 0,0 0 0,1 0 0,-1 1 0,1-1 0,-1 0 0,1 0 0,0 0 0,0 0 0,0 0 0,0 0 0,0 0 0,0 0 0,0-1 0,1 1 0,-1 0 0,1-1 1,-1 1-1,1-1 0,0 1 0,-1-1 0,3 1 0,-1-1-1,-1 0 0,1-1 0,0 0 1,-1 0-1,1 0 0,-1 0 0,1 0 1,0 0-1,-1 0 0,1-1 0,-1 0 1,1 1-1,-1-1 0,1 0 0,-1 0 1,0 0-1,0-1 0,1 1 0,-1 0 1,0-1-1,2-1 0,2-2-10,0 1 0,0-1 0,-1 0 0,0 0 0,0 0 0,8-11 0,13-28-130,34-79 0,-53 103 130,0-1 0,-1 0 0,-1 0 1,-1 0-1,-1-1 0,1-36 0,-14-90 79,6 151-69,-1 9-8,-14 115 155,10 162 862,18-171-960,-9-117-72,0 0 0,1 0 0,-1 0-1,0 0 1,0 0 0,0 0-1,1 0 1,-1 0 0,1 0 0,-1 0-1,1 0 1,-1 0 0,1 0-1,-1 0 1,1 0 0,0 0-1,0 0 1,-1-1 0,1 1 0,0 0-1,0-1 1,0 1 0,0 0-1,0-1 1,1 1 0,-1 0-123,0-1-1,0 0 1,0 0 0,0 1 0,1-1-1,-1 0 1,0 0 0,0 0 0,0 0-1,0 0 1,0-1 0,0 1 0,1 0-1,-1 0 1,0-1 0,0 1 0,0-1-1,0 1 1,0-1 0,0 1 0,0-1-1,0 1 1,0-1 0,-1 0 0,1 0-1,0 1 1,1-2 0,-1-4-1736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4.9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66 308,'-4'-23'2678,"4"22"-2626,-1 0 0,0 0 0,1 0 0,0 0 1,-1 0-1,1 0 0,0 0 0,0 0 1,-1 0-1,1-1 0,0 1 0,0 0 0,0 0 1,0 0-1,1 0 0,-1 0 0,0-1 1,0 1-1,1 0 0,-1 0 0,1 0 0,-1 0 1,1 0-1,-1 0 0,1 0 0,-1 0 0,1 0 1,0 0-1,0 0 0,-1 1 0,1-1 1,0 0-1,0 0 0,0 1 0,0-1 0,0 0 1,0 1-1,0-1 0,0 1 0,0 0 1,0-1-1,1 1 0,-1 0 0,0 0 0,0-1 1,2 1-1,-1-1-48,1 1 0,-1-1 0,1 1 0,-1 0 1,1-1-1,-1 1 0,1 0 0,0 0 0,-1 1 0,1-1 0,-1 0 0,1 1 1,-1 0-1,1 0 0,-1-1 0,1 1 0,-1 1 0,0-1 0,1 0 1,-1 0-1,0 1 0,0 0 0,0-1 0,0 1 0,0 0 0,-1 0 0,1 0 1,0 0-1,1 4 0,-1-3-3,0 0 0,-1 1 0,1-1 0,-1 1 0,0-1 0,0 1 0,0 0 0,0-1 0,-1 1 0,0 0 0,1 0 0,-1-1 0,-1 1 0,1 0 0,-1 0 0,1-1 0,-1 1 0,0 0 0,-2 4 1,0 3-2,0 1 1,0-1-1,1 1 1,1 0-1,0 0 1,1 0-1,1 21 1,0-1-36,0-28 37,0-1-1,0 0 1,1 1 0,-1-1 0,1 0 0,-1 0-1,1 0 1,0 0 0,0-1 0,0 1 0,1 0-1,-1-1 1,1 0 0,3 4 0,18 21 30,-23-25-9,-1-1 1,1 1 0,0-1 0,-1 1 0,1 0 0,-1-1-1,1 1 1,-1 0 0,0-1 0,0 1 0,0 0 0,0 0 0,0-1-1,0 1 1,0 0 0,-1-1 0,1 1 0,0 0 0,-1-1-1,0 1 1,1 0 0,-2 1 0,-1 0 90,0 1 0,0-1 0,0 0 0,-1 0-1,1 0 1,-1-1 0,0 1 0,-7 3 0,0 0 92,-1-1-1,0 0 1,-25 7 0,32-11-479,1 0 0,-1 0 0,0 0 0,0 0 0,0-1 0,0 0 0,0 0 0,1 0 0,-1-1 0,0 0 0,0 0 0,0 0 0,1 0 0,-7-3 0,4 0-1729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5.5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94 33 720,'-10'-17'1535,"10"16"-1425,0 0-1,0 1 1,0-1 0,0 0 0,0 1 0,-1-1 0,1 0 0,0 1-1,0-1 1,-1 1 0,1-1 0,0 0 0,-1 1 0,1-1 0,0 1-1,-1-1 1,1 1 0,-1-1 0,1 1 0,-1-1 0,1 1-1,-1 0 1,1-1 0,-1 1 0,0 0 0,1-1 0,-1 1 0,0 0-1,1 0 1,-1-1 0,0 1 0,1 0 0,-1 0 0,0 0 0,1 0-1,-2 0 1,1 4 28,1-1 1,-1 0-1,0 1 0,1 0 0,0-1 0,0 1 0,0-1 0,1 7 0,0-5 19,-1 280 557,-1-280-856,1 0-1,-1 1 1,0-1 0,0 0-1,-1 0 1,1 0 0,-1 0 0,-4 7-1,5-10-93,0 0-1,0 0 1,0 0-1,0 0 1,-1-1-1,1 1 1,0 0-1,-1-1 1,0 1-1,1 0 1,-1-1-1,0 0 1,0 0-1,0 1 1,0-1-1,0 0 1,0 0-1,0-1 1,0 1-1,0 0 1,0-1-1,-4 1 1,-3-1-1309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5.7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13 432,'-5'-12'3012,"11"14"-2195,2 2-744,-7-3-54,30 17 54,1-1-1,1-2 0,39 14 0,-68-28-283,1 0-1,0 0 0,0 0 0,0-1 0,0 1 0,0-1 0,0 0 1,-1-1-1,1 1 0,0-1 0,0 0 0,0 0 0,0-1 0,-1 1 1,7-4-1,-1-4-1021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5.9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132 16 612,'0'-1'78,"0"1"0,0-1-1,0 0 1,1 1 0,-1-1 0,0 1 0,0-1-1,0 0 1,-1 1 0,1-1 0,0 0 0,0 1-1,0-1 1,0 1 0,0-1 0,-1 1 0,1-1-1,0 0 1,-1 1 0,1-1 0,0 1 0,-1-1-1,1 1 1,-1-1 0,1 1 0,-1-1 0,-11 9 1243,-7 27-609,5 27-540,7-28-802,-2 0-1,0 0 1,-3-1 0,-15 33-1,10-40-1095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6.7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40 232 396,'-2'0'225,"1"-1"-1,-1 0 1,0-1-1,0 1 1,1 0 0,-1 0-1,1-1 1,-1 1-1,1-1 1,-1 1 0,1-1-1,0 1 1,0-1-1,0 0 1,0 0-1,0 0 1,0 1 0,0-1-1,1 0 1,-1 0-1,1 0 1,-1 0 0,1 0-1,0 0 1,0 0-1,0-4 1,-1 6-197,0 1 1,1 0 0,-1-1-1,0 1 1,0 0-1,1-1 1,-1 1-1,1 0 1,-1 0 0,0 0-1,1 0 1,0 0-1,-1-1 1,1 1-1,-1 0 1,1 0-1,0 0 1,0 0 0,0 0-1,-1 0 1,1 0-1,0 0 1,0 0-1,0 0 1,0 0-1,1 2 1,-1 37 277,1-31-167,-2 31 160,0-21-250,0-1 0,2 1 0,0-1 0,1 0 0,5 18 0,-4 12-954,-4-43-1297,0-32 184,1 13 1486,-1-12 278,2-1 1,0 0-1,2 0 0,1 1 1,7-27-1,17-62 668,-19 88-238,-8 22-143,0 0-1,1 1 0,-1-1 1,1 1-1,0-1 0,1 1 1,3-5-1,-2 2 28,1 1-1,1 0 1,-1 1 0,1-1-1,0 1 1,1 0 0,-1 0-1,1 1 1,0 0 0,10-4-1,-13 6-23,0 1 0,0-1 0,1 1 0,-1 0 0,1 1 0,0-1-1,-1 1 1,1 0 0,-1 0 0,1 0 0,-1 1 0,1 0-1,-1-1 1,1 2 0,-1-1 0,0 0 0,1 1 0,-1 0-1,4 2 1,-6-2-11,1 0-1,-1 0 0,0-1 1,-1 1-1,1 1 1,0-1-1,0 0 0,-1 0 1,0 1-1,1-1 0,-1 1 1,0-1-1,0 1 1,0-1-1,0 1 0,-1 0 1,1-1-1,-1 1 1,0 0-1,1-1 0,-1 1 1,-1 0-1,1 0 0,0-1 1,-1 1-1,-1 5 1,1 0 8,-1 0 0,0-1 0,-1 1 0,0-1 1,0 0-1,-1 1 0,-7 11 0,-9 9 72,16-21-79,0 0 0,-1-1 0,0 0-1,0 0 1,-10 8 0,-20 18 91,-31 37 1,65-69-118,1 1 0,-1 0 0,1 0 0,0 0 0,-1-1 0,1 1 0,0 0 0,-1 0 0,1 0 0,0 0-1,0 0 1,0 0 0,0 0 0,0 0 0,0 0 0,0 0 0,0-1 0,1 1 0,-1 0 0,0 0 0,0 0 0,1 0 0,-1 0 0,1-1 0,-1 1 0,1 0 0,-1 0 0,1 0-1,-1-1 1,1 1 0,1 1 0,20 17 193,-5-10-72,85 45 618,-91-49-828,0-1-1,0 0 0,0 0 1,1-1-1,-1-1 1,1 0-1,14 1 1,-8-9-2921,-16 1 1322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7.1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0 222 528,'0'0'932,"28"-16"1003,12 1-1484,-33 14-371,0-1 0,-1-1 0,1 1 0,0-1 0,-1 0 0,7-5 0,-2 0 65,0-1 0,0 0 0,-1-1 0,0 0 0,-1-1 0,0 1 0,-1-2 0,0 0 0,0 0 0,9-22 0,-16 33-139,-1 1 0,1-1 0,-1 0 0,0 1 0,1-1 0,-1 0-1,0 0 1,1 1 0,-1-1 0,0 0 0,0 0 0,0 0 0,1 0 0,-1 1-1,0-1 1,0 0 0,0 0 0,-1 0 0,1 1 0,0-1 0,0 0 0,0 0 0,0 0-1,-1 1 1,1-1 0,0 0 0,-1 0 0,1 1 0,-1-1 0,1 0 0,-1 1 0,1-1-1,-1 0 1,1 1 0,-1-1 0,0 1 0,1-1 0,-1 1 0,0-1 0,0 1 0,1 0-1,-1-1 1,0 1 0,0 0 0,1-1 0,-1 1 0,0 0 0,0 0 0,-1 0-1,-2-1 5,0 1 0,0 0 0,0 0 0,0 1 0,0-1 0,1 1 0,-1-1 0,-7 4 0,6-2 15,0 0-1,0 1 1,0 0-1,0 0 1,1 0-1,-1 1 1,1-1-1,0 1 1,0 0-1,0 1 1,1-1-1,-1 1 1,1-1-1,0 1 1,-4 8-1,0 4 138,1 0-1,0 0 1,-5 28-1,11-39-124,-1 1-1,2-1 1,-1 0-1,1 1 1,0-1-1,0 0 1,1 0 0,0 0-1,0 0 1,0 0-1,1 0 1,0 0-1,0-1 1,0 1-1,1-1 1,0 0-1,0 0 1,0 0-1,0-1 1,1 1-1,0-1 1,6 4-1,-8-7-63,-1 0-1,1-1 0,0 1 0,0-1 0,0 1 0,0-1 0,0 0 0,0 0 0,0 0 0,-1-1 0,1 1 1,0-1-1,0 1 0,0-1 0,0 0 0,-1 0 0,1 0 0,0 0 0,-1-1 0,1 1 0,-1-1 0,0 0 1,1 0-1,-1 1 0,0-1 0,2-3 0,8-6-1013,-1-1 1,0 0-1,12-18 1,-13 15-157,-1-1-82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7.5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22 140,'0'-1'141,"0"0"0,1 0 0,-1 1 0,0-1 1,0 0-1,0 0 0,0 0 0,-1 1 0,1-1 0,0 0 0,0 0 0,0 0 0,-1 1 0,1-1 1,0 0-1,-1 0 0,1 1 0,0-1 0,-1 0 0,1 1 0,-1-1 0,1 1 0,-1-1 1,0 0-1,1 1 0,-1-1 0,0 1 0,1 0 0,-1-1 0,-1 0 0,1 1-56,-1 0-1,0 0 1,1 0-1,-1 1 0,0-1 1,1 0-1,-1 1 1,1-1-1,-1 1 0,1-1 1,-1 1-1,1 0 1,-1 0-1,-1 0 1,-6 5 72,1 1 0,-1-1 0,1 1 0,-8 10 1,8-7-69,0 1 1,0-1-1,2 2 1,-7 12-1,10-20-67,1 0 0,0 0-1,1 0 1,-1 1 0,1-1-1,0 1 1,0-1 0,0 1-1,1-1 1,-1 1 0,1-1-1,0 1 1,0-1 0,2 8-1,0-5-20,11 18 8,-12-25-9,0 0 1,0 0-1,0 0 1,0 0-1,0 0 0,0 0 1,0 0-1,0-1 1,0 1-1,0 0 1,0-1-1,0 1 0,0-1 1,-1 1-1,1-1 1,0 1-1,0-1 1,-1 0-1,1 1 0,0-1 1,-1 0-1,1 1 1,0-1-1,-1 0 0,1 0 1,-1 0-1,1 0 1,-1 0-1,0 0 1,1-1-1,8-10 14,-4 7-9,-1 0 1,0-1-1,0 1 1,-1-1-1,1 0 1,-1 0-1,-1 0 1,1 0-1,-1 0 1,2-8-1,-4 13 1,-1 0-1,1 0 1,0 0 0,0 0-1,0-1 1,0 1-1,0 0 1,0 0 0,1 0-1,-1 0 1,0 0 0,1 0-1,-1 0 1,0 0 0,1 0-1,-1 0 1,1 0 0,0 0-1,-1 0 1,1 0-1,0 0 1,-1 1 0,1-1-1,0 0 1,0 0 0,0 1-1,0-1 1,0 0 0,0 1-1,-1-1 1,1 1-1,1 0 1,-1-1 0,0 1-1,0 0 1,0-1 0,0 1-1,0 0 1,0 0 0,0 0-1,0 0 1,0 0 0,0 0-1,1 0 1,-1 0-1,0 1 1,0-1 0,0 0-1,0 1 1,0-1 0,0 1-1,0-1 1,1 2 0,5 0 8,-1 1 0,0 1 0,0-1 0,-1 1 0,1 0 0,-1 0 0,9 9 0,-10-9-137,0 1 0,0 0 1,1-1-1,0 0 0,-1 0 1,2 0-1,-1-1 0,0 0 1,1 0-1,0 0 0,-1 0 1,8 1-1,-10-3-140,1-1 1,0 0-1,0 1 0,0-2 0,-1 1 1,1 0-1,0-1 0,0 1 0,0-1 1,-1 0-1,1 0 0,-1-1 1,1 1-1,-1-1 0,1 0 0,-1 0 1,0 0-1,0 0 0,0 0 0,4-4 1,2-4-227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7.9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113 372 4,'1'-3'127,"0"-1"1,-1 1-1,1-1 0,1 1 0,-1 0 1,0 0-1,1 0 0,-1-1 0,1 1 1,0 1-1,3-5 0,-3 4 128,1 1 1,-1-1-1,-1 0 1,1 0-1,0 0 1,-1 0-1,0-1 1,1 1-1,-1 0 1,-1 0-1,2-5 0,-24 6 853,15 4-1023,0 1 0,-1-1 0,1 2 0,1-1 0,-1 1 0,0 0 0,1 0 0,0 1 0,0 0 1,0 0-1,1 0 0,0 1 0,0-1 0,0 1 0,0 1 0,1-1 0,0 1 0,1-1 0,-1 1 0,1 0 0,1 1 0,-1-1 0,1 0 1,0 1-1,1-1 0,-1 13 0,2-18-84,0 1 1,0 0-1,0-1 1,0 1-1,0 0 1,1-1-1,0 1 1,-1 0 0,1-1-1,0 1 1,0-1-1,0 1 1,1-1-1,0 3 1,-1-5-2,-1 0 0,1 1 0,-1-1 0,1 1 0,-1-1 0,1 0 0,0 1 0,-1-1 0,1 0 0,-1 0 0,1 0 0,0 1 0,-1-1 0,1 0 0,0 0-1,-1 0 1,1 0 0,0 0 0,-1 0 0,1 0 0,0 0 0,0-1 0,22-13-17,-10 1 2,-2 0 0,1-1 0,-2 0 1,0-1-1,14-27 0,32-87-86,-53 121 98,3-11-1,-2 1 0,0-1 0,-1 0-1,-1 0 1,-1 0 0,-2-36 0,1 23 33,0 31-24,1 0 0,-1 0 1,0 0-1,0 0 1,0 0-1,-1 0 0,1 0 1,0 0-1,0 0 0,0 0 1,-1 0-1,1 0 1,-1 0-1,1 0 0,0 0 1,-1 0-1,0 0 0,1 0 1,-1 0-1,0 0 1,1 1-1,-1-1 0,0 0 1,0 1-1,1-1 0,-1 0 1,0 1-1,0-1 0,0 1 1,0-1-1,0 1 1,0 0-1,-2-1 0,2 1-4,0 0 1,0 1-1,0-1 0,0 0 0,1 1 0,-1-1 1,0 1-1,0-1 0,0 1 0,0-1 0,0 1 0,1 0 1,-1 0-1,0-1 0,0 1 0,1 0 0,-1 0 0,1 0 1,-1-1-1,1 1 0,-1 0 0,1 0 0,-1 0 0,1 0 1,0 0-1,-1 0 0,1 0 0,0 0 0,0 0 0,0 0 1,0 0-1,0 0 0,0 0 0,0 1 0,1 0 0,-3 39 351,0-29-132,2-1 0,0 1 0,2 23 0,8 105 953,-1-50-1182,-8-65-299,-1-24 180,-1 1 0,1-1 0,0 1 0,0-1 0,0 1 0,0-1 0,0 1 0,0-1 0,0 1 0,0-1 0,1 1 0,-1-1 0,1 1 0,-1-1 0,1 1 0,-1-1 0,1 0 0,0 1 0,0-1 0,0 0 0,1 2 0,9-7-7157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8.4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 1 552,'-2'6'4635,"-6"57"-3967,5-20-446,2-34-194,0 0 0,0-1 0,1 1 0,0 0 0,1 0 0,3 17 0,-1-8-16,-3-15-11,1-1 1,-1 1-1,1 0 0,-1-1 1,1 1-1,0-1 0,0 1 1,0-1-1,1 1 1,-1-1-1,0 0 0,1 0 1,0 1-1,1 1 0,-2-3-3,0 1 1,0-1-1,0 0 0,0 1 0,0-1 0,0 0 0,0 0 0,1 1 0,-1-1 1,0 0-1,1 0 0,-1-1 0,1 1 0,-1 0 0,1 0 0,-1-1 1,1 1-1,0-1 0,-1 1 0,1-1 0,0 0 0,-1 0 0,1 0 1,0 0-1,0 0 0,-1 0 0,1 0 0,0 0 0,-1-1 0,1 1 0,0 0 1,-1-1-1,1 0 0,-1 1 0,1-1 0,-1 0 0,1 0 0,-1 0 1,1 0-1,-1 0 0,0 0 0,0 0 0,3-3 0,26-29-92,-19 23 80,-1-1 0,0 0-1,-1 0 1,0-1 0,-1 0-1,0 0 1,-1-1 0,0-1-1,7-21 1,-13 32 23,0 0 1,0 0 0,0 0-1,0 0 1,0 0-1,1 0 1,-1 1-1,1-1 1,0 1 0,0-1-1,0 1 1,0-1-1,4-2 1,-6 42 539,-11 33 377,9-50-676,-1-1-1,-7 28 1,4-27-207,2 1-1,0-1 1,2 1 0,-1 29-1,2-32-140,0 22-284,1-39 205,0 1 0,0-1 0,0 1 0,0-1 1,1 1-1,-1-1 0,0 0 0,1 1 0,-1-1 0,1 0 1,-1 1-1,1-1 0,0 0 0,-1 1 0,1-1 0,0 0 1,2 2-1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8.7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85 188,'-10'0'2159,"-3"1"1080,25 8-1981,-6-8-1138,-1 0 1,1-1-1,-1 1 1,1-1-1,0 0 1,-1 0-1,1-1 1,-1 0-1,1 0 1,-1 0-1,1-1 1,-1 1-1,7-4 1,10-1-16,7-1-386,52-19-1,-69 21-847,-1 0-1,1-1 1,18-14-1,-19 10-789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9.1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9 716,'-14'-8'2649,"29"21"-2263,40 39-215,-32-24-153,-18-23-16,0 1-1,-1 0 1,0 0-1,1 0 1,-2 0-1,1 1 1,-1-1 0,0 1-1,2 7 1,1 7-4,-3-13 2,-1-1-1,0 1 1,0-1 0,-1 1 0,0 0 0,0 0 0,-1 0 0,0-1 0,0 1 0,-1 0 0,0 0 0,0 0-1,-4 12 1,3-16-1,0 0 1,1 0-1,-2 0 0,1 0 0,0 0 0,-1-1 0,1 1 0,-1-1 0,0 0 0,0 0 0,0 0 0,-1 0 1,1 0-1,-1-1 0,0 1 0,1-1 0,-1 0 0,-8 3 0,-36 22-1332,40-23 276,6 2-360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39.8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7 163 868,'-5'-24'3932,"4"18"-2285,5 9-756,5 52 1009,1 64-344,-7-23-919,-4-56-1743,1-31-1140,-3-108-4952,-12-43 8350,14 133-1039,0-1 0,0 0 1,1 0-1,0 0 0,1 0 0,0 0 1,1 0-1,0 1 0,0-1 1,1 1-1,1-1 0,-1 1 0,1 0 1,1 0-1,0 0 0,0 1 1,0 0-1,11-12 0,-14 18-98,0 0-1,1 0 1,-1 0-1,1 0 1,0 0 0,-1 0-1,1 1 1,0-1-1,0 1 1,0 0-1,0-1 1,0 2 0,0-1-1,0 0 1,0 1-1,1-1 1,-1 1 0,0 0-1,0 0 1,0 0-1,1 0 1,-1 1-1,0-1 1,0 1 0,0 0-1,4 1 1,-4 0 4,1-1 0,0 1 0,-1 0 0,1 0 0,-1 0 0,1 0 0,-1 1 0,0-1 0,0 1 0,0 0 0,0 0 0,-1 0 0,1 0 0,-1 1 0,0-1 0,0 1-1,0-1 1,0 1 0,2 7 0,-2-3 21,-1-1 0,0 0-1,-1 0 1,0 1 0,0-1-1,0 0 1,-1 1-1,0-1 1,0 0 0,-1 0-1,-3 9 1,-4 8 219,-25 44-1,16-34-62,16-31-179,-2 5 24,-1 1-1,1 0 1,1 0 0,0 0 0,-4 17 0,3-3-21,3-22-16,1 1 0,-1-1 1,1 1-1,-1-1 0,1 1 0,0 0 0,0-1 0,0 1 0,0-1 0,0 1 1,0 0-1,0-1 0,0 1 0,1-1 0,-1 1 0,1-1 0,-1 1 1,1-1-1,-1 1 0,2 1 0,19 35 103,-16-31-64,2-1 0,-1 0-1,1 0 1,0 0 0,0-1 0,15 9-1,-17-12-138,-1 0 0,0 0 0,1-1 0,-1 0 0,1 0 0,-1 0 0,1 0 0,0-1 0,-1 0 0,1 0 0,0 0-1,0 0 1,-1-1 0,1 0 0,5-1 0,9-12-2811,-10 8 917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0.2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0 184 1168,'0'0'970,"56"-15"1947,-48 10-2659,-1-1 0,0 1 1,0-1-1,-1 0 0,6-8 0,16-14 646,-24 24-864,-1-1-1,0 1 1,0-1 0,-1 0-1,1 0 1,-1 0 0,0 0-1,-1-1 1,1 1 0,-1 0-1,0-1 1,0 1-1,-1-1 1,1-6 0,-1 11-39,-1 0 0,1 1 1,0-1-1,0 0 0,0 1 1,0-1-1,-1 0 0,1 1 1,0-1-1,0 0 0,-1 1 1,1-1-1,-1 1 0,1-1 1,0 1-1,-1-1 0,1 1 1,-1-1-1,1 1 0,-1-1 1,1 1-1,-1 0 0,0-1 1,1 1-1,-1 0 0,0 0 1,1-1-1,-1 1 0,1 0 1,-1 0-1,0 0 0,1 0 1,-1 0-1,0 0 0,1 0 1,-1 0-1,0 0 0,0 0 1,1 0-1,-1 0 0,0 0 1,1 0-1,-1 1 0,1-1 0,-1 0 1,0 1-1,0 0 0,-31 16 39,27-11-17,0 0 1,0 1-1,0-1 0,1 1 0,0 0 1,1 1-1,-1-1 0,1 0 1,1 1-1,-1 0 0,-1 10 0,2 10 93,1-23-95,1-1-1,-1 1 1,1 0-1,0-1 1,0 1-1,1 0 1,1 7-1,1 7 25,-3-16-42,0-1 0,0 0 1,0 0-1,1 0 1,-1 0-1,1 0 1,-1 0-1,1 0 1,0 0-1,0 0 0,2 3 1,6 12-52,-8-15 29,-1-1 0,1 1 0,0 0 0,-1-1 1,1 1-1,0 0 0,0-1 0,0 1 1,0-1-1,0 1 0,0-1 0,0 0 1,1 1-1,-1-1 0,0 0 0,1 0 1,-1 0-1,1 0 0,-1 0 0,1 0 0,0 0 1,-1-1-1,1 1 0,0 0 0,0-1 1,-1 0-1,1 1 0,0-1 0,0 0 1,0 0-1,-1 0 0,1 0 0,0 0 1,0 0-1,0-1 0,-1 1 0,1 0 0,3-2 1,2-2-571,0-1 0,0 0 0,-1 0 1,1 0-1,-1-1 0,0 0 0,-1 0 0,6-7 1,-1 1-379,1-4-586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0.5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129 20 924,'16'-15'3231,"-18"11"-1775,-13 7-872,7 0-568,1 1 1,0-1 0,-1 1 0,2 1-1,-1-1 1,0 1 0,1 0 0,0 1-1,0 0 1,0-1 0,1 2 0,0-1-1,0 1 1,1 0 0,0 0 0,0 0-1,0 0 1,1 1 0,0-1 0,1 1-1,0 0 1,0 0 0,-1 13 0,-2-3-23,5-18 6,-1 1-1,1-1 1,0 1 0,0 0-1,-1-1 1,1 1 0,0-1-1,0 1 1,0 0 0,0-1-1,-1 1 1,1-1 0,0 1-1,0 0 1,0-1 0,1 1-1,-1 0 1,0-1-1,0 1 1,0-1 0,0 1-1,0-1 1,1 1 0,-1 0-1,0-1 1,1 1 0,-1-1-1,0 1 1,1-1 0,-1 1-1,1-1 1,-1 1 0,1-1-1,0 1 0,0-1-1,0 1 1,0-1-1,0 1 0,0-1 1,0 0-1,0 0 1,1 1-1,-1-1 0,0 0 1,0 0-1,0 0 1,0 0-1,0 0 0,1 0 1,-1-1-1,0 1 1,0 0-1,0-1 0,0 1 1,0-1-1,0 1 1,0-1-1,0 1 1,0-1-1,0 1 0,0-1 1,0 0-1,-1 0 1,1 0-1,0 1 0,0-1 1,0-1-1,35-36-23,-30 32 26,-5 3 7,1 1-1,-1 0 0,1 0 1,0 0-1,0 0 1,0 1-1,0-1 1,0 0-1,0 1 0,1 0 1,-1-1-1,0 1 1,1 0-1,-1 0 0,1 0 1,-1 1-1,1-1 1,4 0-1,-3 2 7,0 0 0,0 0 1,0 0-1,-1 1 0,1 0 0,-1 0 0,1 0 1,-1 0-1,0 0 0,0 1 0,0-1 0,3 4 1,18 21-54,8 9-66,-31-35-55,0 0-1,0 0 1,0 0-1,0-1 1,1 1-1,-1 0 1,0-1-1,1 1 1,-1-1 0,0 1-1,1-1 1,-1 0-1,0 0 1,1 1-1,-1-1 1,1 0-1,-1 0 1,1 0-1,-1 0 1,0-1-1,1 1 1,-1 0 0,0-1-1,1 1 1,-1-1-1,0 1 1,2-2-1,6-6-1617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1.1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179 295 720,'5'-12'2304,"-5"12"-2273,1 0 1,-1 0-1,0 0 1,0-1 0,0 1-1,1 0 1,-1 0-1,0-1 1,0 1-1,0 0 1,1 0-1,-1-1 1,0 1-1,0 0 1,0-1-1,0 1 1,0 0 0,0-1-1,0 1 1,0 0-1,0-1 1,0 1-1,0 0 1,0-1-1,0 1 1,0 0-1,0-1 1,0 1 0,0 0-1,0 0 1,0-1-1,-1 1 1,1 0-1,0-1 1,0 1-1,0 0 1,0 0-1,-1-1 1,1 1 0,0 0-1,0 0 1,-1-1-1,1 1 1,0 0-1,0 0 1,-1 0-1,1 0 1,0-1-1,-1 1 1,1 0-1,0 0 1,-1 0 0,0 0-1,0-1 227,-37 2 536,30 2-742,-1 1 1,1 0 0,0 1 0,0-1 0,0 2 0,0-1 0,1 1 0,0 0 0,0 1 0,1-1 0,0 1 0,0 1-1,0-1 1,1 1 0,0 0 0,1 0 0,0 0 0,0 1 0,1 0 0,0-1 0,0 1 0,1 0 0,0 1 0,1-1-1,0 0 1,0 15 0,1-24-55,0 0 0,0 1 1,-1-1-1,1 1 0,0-1 0,0 0 0,0 1 0,0-1 0,1 1 0,-1-1 0,0 1 0,0-1 0,0 0 0,0 1 0,0-1 0,0 0 0,1 1 1,-1-1-1,0 1 0,0-1 0,1 0 0,-1 1 0,0-1 0,0 0 0,1 0 0,-1 1 0,0-1 0,1 0 0,-1 0 0,0 1 0,1-1 0,-1 0 1,0 0-1,1 0 0,-1 0 0,1 0 0,-1 1 0,0-1 0,1 0 0,-1 0 0,1 0 0,-1 0 0,1 0 0,-1 0 0,0 0 0,1-1 0,25-12-307,-18 7 127,-1 0 0,0-1 0,0 1 0,11-16 0,2-11-397,-5 11 441,-1-1 1,-2 0-1,0-1 0,-2 0 1,0 0-1,11-51 0,-16 40 379,-3-1-1,-1-42 0,-1 49 449,-11 54-86,-3 26 484,1 1 1,-9 94-1,9-47-388,10-84-687,2 0 0,0 0 0,0 0 0,2 0-1,0 0 1,0 0 0,8 27 0,-7-36 184,7 11-3222,-9-17 2828,1 1 0,0-1-1,0 0 1,-1 0 0,1 0 0,0 0-1,0 0 1,-1 0 0,1 0-1,0-1 1,0 1 0,-1 0-1,1 0 1,0 0 0,-1-1-1,1 1 1,0 0 0,-1-1-1,1 1 1,0-1 0,-1 1-1,1-1 1,-1 1 0,1-1 0,-1 1-1,2-2 1,7-8-2009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1.5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42 756,'-1'-10'4663,"21"9"-3595,26-7-714,-39 7-592,0 0-1,0 0 1,0 0 0,-1-1 0,1 0-1,7-3 1,-12 2-224,-12-4-4021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1.8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159 1 60,'-3'0'144,"0"0"0,-1 0 0,1 0 0,-1 1 0,1 0 1,0 0-1,-1 0 0,1 0 0,0 0 0,0 0 0,0 1 0,0 0 0,0-1 0,0 1 0,0 0 1,-3 4-1,0 0 43,0 2 0,1-1 1,-1 1-1,-5 12 1,-10 13 333,18-27-477,0 0 0,0 0 1,1 0-1,0 0 1,0 0-1,1 0 0,-1 0 1,1 1-1,1-1 1,-1 0-1,1 1 0,1 10 1,-1-12-32,19 11-11,-13-13-9,1-1-1,0 0 0,0 0 1,0-1-1,0 1 0,7-1 1,-9-1 2,-1 0 0,0 0 0,0 1 0,1-1 0,-1 1 1,0 0-1,0 0 0,0 0 0,0 1 0,0 0 0,0 0 0,0 0 0,0 0 1,-1 0-1,1 1 0,-1-1 0,4 4 0,-6-4 16,-1-1 0,1 1-1,0 0 1,0 0 0,-1-1 0,1 1 0,-1 0-1,0 0 1,1-1 0,-1 1 0,0 0 0,0 0-1,0 0 1,0 0 0,-1-1 0,1 1 0,0 0-1,-1 0 1,1 0 0,-1-1 0,0 1-1,1 0 1,-1-1 0,0 1 0,0 0 0,0-1-1,0 1 1,0-1 0,-1 0 0,1 1 0,0-1-1,-2 2 1,-7 4 225,0 1-1,0-1 0,-1-1 1,-11 6-1,3-2 84,-29 10-283,46-20-181,-24 10-3063,18-14 1634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6.3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2925 6773 868,'26'-2'381,"-1"-2"-1,0 0 1,0-2-1,0-1 0,-1-1 1,0-1-1,-1-1 1,43-24-1,-56 30-244,-9 3-130,0 1 0,-1 0 1,1 0-1,0 0 0,0 0 0,0-1 0,-1 1 0,1 0 0,0-1 0,0 1 1,-1-1-1,1 1 0,0-1 0,-1 1 0,1-1 0,0 1 0,-1-1 0,1 0 1,-1 1-1,1-1 0,-1 0 0,1 1 0,-1-1 0,0 0 0,1 0 0,-1 0 1,0 1-1,1-2 0,16-21 209,-10 10-23,-1-1-1,0 0 1,-1 0 0,-1 0-1,5-27 1,7-80 250,-13 83-383,2-52-33,-5-1 0,-13-112 0,2 66-28,-65-476-76,42 383 37,32 218 39,-61-337-12,22 111-7,25 129 13,4 25-2,-12-64-13,-23-73-61,16 78 59,20 81 35,-22-66 1,-26-114-17,32 116 9,-28-222-99,52 325 70,-25-145-186,-10-95-385,1 53 390,9 50 185,0 3 1,0 3-23,16 81 16,6 38-28,-3-67 1,0-72-107,5 81 139,2 53 9,1-1 0,6-49-1,4-42 15,-5 92 1,-2-1 0,-4-46 0,0 13-14,-7-37-17,8 96 30,-1 1-1,0 0 0,-8-26 1,7 27-2,-1-1 0,2 0 1,-2-26-1,-15-38-1,17 67 10,-1 0 1,1 0-1,-2 0 0,0 1 0,0-1 0,-7-11 0,5 8 18,-22-70-83,18 51 80,5 20-22,5 12-1,0 0 1,-1 0-1,1 0 1,0 0-1,-1 0 1,1 0-1,-1 0 1,1 1 0,-1-1-1,1 0 1,-1 0-1,0 0 1,1 1-1,-1-1 1,0 0 0,1 1-1,-1-1 1,0 1-1,0-1 1,0 1-1,0-1 1,-1 0-1,-4-2 0,0-1-1,-1 1 1,1 0-1,-1 0 1,1 1 0,-1 0-1,0 0 1,0 0-1,0 1 1,0 0-1,0 1 1,-15 0-1,-290 16 41,239-15-47,-77-1-18,-121-6 5,18 1 36,-359-17-108,512 25 175,44 0-57,-88-8 1,98 2-33,-49 4 1,33 0 20,-23 4-40,84-5 35,-1 0-6,-4 0-8,4 0-11,4 0 2,4 0 8,-4 0 32,-2 0-25,0-1 0,1 1 0,-1-1 1,1 1-1,-1-1 0,1 1 0,0-1 0,-1 1 1,1 0-1,-1-1 0,1 1 0,0 0 0,-1-1 1,1 1-1,0 0 0,-1 0 0,1 0 0,0-1 1,-1 1-1,1 0 0,0 0 0,0 0 0,-1 0 1,1 0-1,0 0 0,-1 1 0,1-1 1,0 0-1,0 0 0,-1 0 0,1 1 0,0-1 1,-1 0-1,1 1 0,-1-1 0,2 1 0,30 11-147,-31-11 25,34 15-2374,-34-15 1649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2:14:46.7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307 10 288,'0'0'28,"0"-1"1,0 1-1,0-1 0,0 1 1,0 0-1,0-1 0,0 1 0,0 0 1,0-1-1,-1 1 0,1 0 1,0-1-1,0 1 0,0 0 0,0-1 1,0 1-1,-1 0 0,1-1 1,0 1-1,0 0 0,-1 0 1,1-1-1,0 1 0,0 0 0,-1 0 1,1 0-1,0-1 0,-1 1 1,1 0-1,0 0 0,-1 0 0,1 0 1,0 0-1,-1 0 0,0-1 1,-17 5 396,-24 19-251,33-18-56,-12 6-93,0 0 1,1 2-1,1 0 0,0 2 0,1 0 0,0 1 1,1 0-1,1 1 0,-27 39 0,41-53-25,-1 0 0,1 0 0,1 1 0,-1-1 1,1 1-1,-1 0 0,1-1 0,0 1 0,0 0 0,1 0 0,-1 0 0,1-1 0,0 9 0,1-8 0,0 0 1,1 0-1,-1 0 0,1 0 1,0 0-1,0-1 0,1 1 1,-1 0-1,1-1 0,0 0 1,0 1-1,0-1 0,4 3 1,24 18 13,0-1 0,1-1 1,1-2-1,1-2 0,64 26 1,-60-27-35,31 16-573,-42-24-194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35.0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16 476,'-4'-5'1647,"4"5"-1591,0 0 0,1 0 1,-1 0-1,0 0 0,0 0 0,1 0 1,-1 0-1,0 0 0,0 0 0,1 0 0,-1-1 1,0 1-1,0 0 0,0 0 0,1 0 0,-1 0 1,0 0-1,0-1 0,0 1 0,1 0 0,-1 0 1,0 0-1,0 0 0,0-1 0,0 1 1,0 0-1,1 0 0,-1-1 0,0 1 0,0 0 1,0 0-1,0-1 0,0 1 0,0 0 0,0 0 1,0-1-1,0 1 0,0 0 0,0 0 1,0-1-1,0 1 0,0 0 0,0 0 0,0-1 1,0 1-1,0 0 0,0 0 0,0 0 0,-1-1 1,1 1-1,0 0 0,0 0 0,-1-1 827,-1 21-17,-1-9-767,0 1 0,0-1 0,1 1 0,1 0 0,0 0-1,1 0 1,0 0 0,0-1 0,3 15 0,0 19-42,-3-20-34,0 11 13,-1 1 1,-6 38-1,4-48-29,1-1 0,3 54 0,1-17-708,6-62-258,-6-8-3919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22.8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440 202 12,'-26'-20'1079,"24"19"-1030,-25-15 231,26 16-259,-9-6 85,9 6-85,0 0-1,0-1 1,0 1-1,0 0 1,0-1-1,0 1 1,0-1-1,0 1 1,0-1-1,0 0 1,0 1-1,1-1 1,-1 0-1,0 0 1,0 1-1,1-1 1,-1 0-1,1 0 1,-1 0-1,1 0 1,-1-1-1,-11-17 546,10 17-490,0 0 1,0 0-1,1-1 0,-1 1 1,1-1-1,-1 1 1,1-1-1,0 1 1,-1-6-1,-6-10 659,6 16-626,1 0 0,0 0 0,-1-1 0,1 1 1,0-1-1,0 1 0,1 0 0,-1-1 0,0-4 0,-5-14 956,2 10-579,-1 2 44,2 6-227,10-2-80,-9 5 993,-2 2-876,2 12-299,-3 74 518,2-58-223,2-1-1,2 37 1,1 206 1305,-5-130-1237,-3 48-85,-62 373 0,21-272-310,-2-20 58,-6 23 0,28-157-44,18-73-19,6-45-10,3-18-4,0 0 1,0 1 0,0-1 0,0 1 0,0-1 0,0 1 0,-1-1 0,1 0 0,-1 1 0,1-1 0,-1 0 0,1 1 0,-1-1 0,0 0 0,-1 2 0,1-4-259,1 0 1,-1 0-1,0 0 1,0 0-1,1 0 1,-1 0-1,0 0 1,1 0-1,-1 0 1,1 0-1,-1-1 1,1 1-1,0 0 1,-1 0-1,1 0 0,0-1 1,0 1-1,0 0 1,0 0-1,0-1 1,0 1-1,1-2 1,-2-43-3692,9 25 1957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24.7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47 17 408,'0'0'106,"-3"-3"464,-1 1 1,1 1 0,-1-1 0,1 0-1,-1 1 1,0 0 0,0 0 0,0 0-1,1 0 1,-8 0 0,39 27 285,-14-19-805,0-1 0,-1-1-1,2-1 1,-1 0 0,0 0 0,18 1-1,92 6 93,-101-10-96,1119-5 1620,-312 12-1042,-760-5-610,1093 22-18,-423-41 115,-233 1-274,-487 14 161,617-40-27,-449 30 144,-152 6 1,-35 5-118,-1 1 29,10 30 262,-12 2 379,-1 0 1,-16 64-1,12-65-593,1 0-1,1 1 1,0 33 0,-5 67 231,-8 94 1181,16-194-1234,-12 61-1,3-23 32,-9 237 755,16-233-943,-17 95 0,7-64-63,3-30-21,4-35 0,-2 71-1,0 161-2,9-236-10,-1 5 19,10 81 0,-7-94-21,0 0-1,-3 43 1,-1-13-32,-2-18 30,3-35 9,0 0 1,0 1 0,1-1 0,0 0 0,0 1 0,0-1-1,1 0 1,0 1 0,3 10 0,-2-7-8,-1 0 1,0 1-1,0-1 0,0 1 1,-2-1-1,-1 16 0,0 8-28,-7-2 71,9 30-21,0-61 62,0-2-67,0-3-18,0 3-116,0-1 1,-1 0-1,1 0 0,0 0 0,-1 1 1,1-1-1,-1 0 0,0 0 0,1 1 0,-1-1 1,0 1-1,0-1 0,0 1 0,-1-3 0,1 3-332,0 0-1,0 0 0,0 0 0,0-1 1,1 1-1,-1 0 0,0-1 0,1 1 0,-1 0 1,1-1-1,0 1 0,-1-1 0,1-2 1,-5-3-1942,1-2-2203,4 4 2661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26.9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22 560,'0'-11'565,"1"1"2099,6 19-1275,-6-5-1234,1 0 0,-1 0 0,-1 0-1,1 0 1,-1 0 0,1 0 0,-1 0 0,0 0 0,-1 0 0,0 6 0,0 20 366,5 2-144,-2 0 0,-2 0 1,-4 42-1,1 14 35,3-32-235,2-15-111,-3 0 0,-8 59 1,6-73-53,4-22-6,-2 0-1,1 0 1,-1 0-1,1 0 1,-1 0 0,-1 0-1,1-1 1,-4 8-1,4-2 10,1-10-17,0 0-1,0 0 1,0 0-1,0 0 1,-1 0-1,1 0 1,0 0-1,0-1 1,0 1 0,0 0-1,0 0 1,0 0-1,0 0 1,0 0-1,-1 0 1,1 0-1,0 0 1,0 0-1,0 0 1,0 0-1,0 0 1,0 0-1,-1 0 1,1 0 0,0 0-1,0 0 1,0 0-1,0 0 1,0 0-1,0 0 1,0 0-1,-1 0 1,1 0-1,0 1 1,0-1-1,0 0 1,0 0 0,0 0-1,0 0 1,0 0-1,0 0 1,0 0-1,0 0 1,-1 0-1,1 0 1,0 1-1,0-1 1,0 0-1,0 0 1,0 0 0,0 0-1,0 0 1,0 0-1,0 0 1,0 1-1,0-1 1,0 0-1,0 0 1,0 0-1,0 0 1,-1-1-15,65-20-192,33 6 206,201-1 59,-46-2 56,-93 3-76,216-16-18,-207 20-10,172-4-68,-142 13 52,183 3 102,298 11 2,-615-12-118,742 15-3,-653-14 90,417-11 48,-413 8-140,32-1 14,101-9 32,-201 12-48,0-4 0,97-17 1,-169 17 40,-10 2-10,1 1 0,0 0 0,1 0 0,-1 0 0,0 1 0,0 0 0,16 3 0,126 25-282,-122-24-603,-20-5-3723,-8-3 2387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46.3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301 0 852,'0'0'2040,"-9"16"-469,-10 84-493,9 27-711,8-82-209,-13 72 0,6-57-54,-19 192 497,17-124-321,9-82-208,-2 1 0,-18 81 0,14-92 155,-5 54 0,-4 20 281,-31 193 240,29-157-170,9-89-513,4-21-35,1 1 1,-1 39-1,-12 146 47,18 157 16,-10-269-62,10 149-77,0-259 14,0 0-1,0 0 0,0 1 1,0-1-1,0 0 0,1 0 1,-1 0-1,-1 0 0,1 0 1,0 1-1,0-1 0,0 0 1,0 0-1,0 0 0,0 0 1,0 1-1,0-1 0,0 0 1,0 0-1,0 0 0,0 0 1,0 0-1,0 1 0,-1-1 1,1 0-1,0 0 0,0 0 1,0 0-1,0 0 0,0 0 1,0 0-1,-1 0 0,1 0 1,0 1-1,0-1 0,0 0 1,0 0-1,0 0 0,-1 0 1,1 0-1,0 0 0,0 0 1,0 0-1,0 0 0,-1 0 1,1 0-1,0 0 0,0 0 1,0 0-1,0 0 0,-1 0 1,1-1-1,0 1 0,0 0 1,0 0-1,0 0 0,0 0 1,0 0-1,-1 0 0,1 0 1,0-1-131,-1 1 1,1-1 0,0 1 0,0 0 0,-1-1 0,1 1 0,0-1 0,0 1 0,-1-1 0,1 1 0,0-1-1,0 1 1,0-1 0,0 1 0,0-1 0,0 1 0,0-1 0,0 1 0,0-1 0,0 1 0,0-1 0,0 1 0,0-1-1,0 1 1,1-1 0,-1 1 0,0-1 0,0 0 0,8-9-1929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47.7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489 25 896,'0'-9'602,"0"-3"2219,-1 12-2795,1-1 1,0 1-1,0 0 1,0 0-1,0 0 1,0 0 0,0-1-1,0 1 1,-1 0-1,1 0 1,0 0-1,0 0 1,0 0-1,0 0 1,0-1-1,-1 1 1,1 0-1,0 0 1,0 0-1,0 0 1,-1 0-1,1 0 1,0 0-1,0 0 1,0 0-1,0 0 1,-1 0-1,1 0 1,0 0-1,0 0 1,0 0 0,-1 0-1,1 0 1,0 0-1,0 0 1,0 0-1,-1 0 1,1 0-1,0 1 1,0-1-1,0 0 1,0 0-1,0 0 1,-1 0-1,1 0 1,0 0-1,0 1 1,-10 22 290,0 18-220,5-31-61,0 1-1,1 0 1,1 0-1,0 0 1,-3 23 0,-6 19 55,-84 309 110,86-318-190,-43 142 10,-13 84 65,29-93-116,28-139 30,-5 53 0,10-55 23,-16 64 1,-18 52-22,30-121-3,2 0 1,-6 61 0,2-9-2,-9 70 5,15-93 4,-1 1-14,3-48 11,0-1 1,1 1-1,1 0 0,0-1 0,2 15 1,-1-16-3,0-1 0,-1 0 0,0 1 1,-1-1-1,0 0 0,0 1 0,-4 11 1,4-18-2,0 0 1,1-1 0,0 1-1,0 0 1,0 0 0,0 0-1,0 0 1,1 0 0,0-1-1,1 7 1,4 23 14,-6-28-15,1 0 0,0 0 0,1 0 0,-1 0 0,1 0-1,0-1 1,3 6 0,-3-5 0,0 0 1,0-1-1,0 1 0,0 0 0,-1 0 1,0 0-1,1 6 0,-2-10-1,0 0 1,0 1-1,0-1 0,1 1 1,-1-1-1,1 0 1,-1 1-1,1-1 0,-1 0 1,1 1-1,0-1 1,0 0-1,0 0 0,0 0 1,0 1-1,0-1 0,0 0 1,0 0-1,0-1 1,0 1-1,0 0 0,0 0 1,1 0-1,-1-1 0,0 1 1,1-1-1,-1 1 1,1-1-1,-1 1 0,0-1 1,1 0-1,-1 0 1,1 0-1,2 0 0,7-22-2275,-11 13 585,0 3-298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0.3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113 72 604,'3'-1'142,"0"0"0,0 0 0,-1-1 1,1 1-1,-1-1 0,1 1 0,-1-1 0,0 0 0,1 0 0,-1 0 0,0 0 0,0 0 1,0 0-1,-1-1 0,1 1 0,-1-1 0,1 1 0,-1-1 0,0 0 0,0 1 0,0-1 1,0 0-1,0 0 0,-1 0 0,1-3 0,-1 5-139,0 1 0,0-1 0,0 0 1,-1 1-1,1-1 0,0 1 0,0-1 0,-1 0 0,1 1 0,0-1 1,-1 1-1,1-1 0,-1 1 0,1-1 0,-1 1 0,1 0 0,-1-1 0,1 1 1,-1-1-1,1 1 0,-1 0 0,0 0 0,1-1 0,-1 1 0,1 0 1,-1 0-1,0 0 0,1 0 0,-1-1 0,0 1 0,1 0 0,-1 0 1,1 0-1,-1 1 0,0-1 0,1 0 0,-1 0 0,0 0 0,1 0 0,-1 0 1,1 1-1,-1-1 0,0 0 0,1 1 0,-1-1 0,1 0 0,-1 1 1,1-1-1,-1 1 0,-35 17 5,33-16 3,-4 3-10,0 0-1,0 0 1,0 0-1,1 1 1,0 0-1,0 1 1,1-1-1,-1 1 1,1 0-1,1 0 1,-1 1-1,1-1 1,1 1-1,-1 0 1,1 0-1,1 0 1,-1 1-1,2-1 1,-1 0-1,0 11 1,2-18-1,0 1 0,1 0 0,-1-1 0,1 1 0,-1 0 0,1-1 0,0 1 0,0-1 0,-1 1 0,1-1 0,0 1 0,0-1 0,0 0 0,1 1 0,-1-1 0,0 0 1,0 0-1,1 0 0,2 2 0,35 18 1,-21-13-1,1 2 4,40 23 19,-56-31-22,-1-1 0,0 1 0,0 0 0,1-1 0,-1 1 0,0 0 0,-1 0-1,1 0 1,0 1 0,0-1 0,-1 0 0,0 1 0,1-1 0,-1 1 0,0-1 0,0 1 0,0 0 0,-1-1 0,1 4 0,-1-3 11,-2 0 1,1 0-1,0 0 0,-1 0 1,1 0-1,-1 0 1,0-1-1,0 1 0,0 0 1,0-1-1,0 0 1,-1 1-1,1-1 1,-1 0-1,1 0 0,-1 0 1,0-1-1,0 1 1,0-1-1,0 0 0,0 1 1,-5 0-1,-3 2 99,1 0 1,-1-1-1,1 0 0,-1-1 0,-21 2 1,30-4-117,1 0 1,0 0 0,-1 0 0,1 0 0,-1 0 0,1 0 0,0 0 0,-1-1 0,1 1 0,-1 0 0,1-1 0,0 0 0,-1 1 0,1-1 0,0 0 0,0 1 0,0-1 0,-1 0 0,1 0 0,0 0 0,0 0 0,0 0 0,0 0 0,1 0 0,-1 0 0,0-1 0,0 1 0,1 0 0,-1 0-1,0-3 1,0 1-284,1 0-1,0-1 0,0 1 0,0 0 0,0 0 0,0 0 0,1 0 0,-1 0 0,1-1 0,0 1 0,0 0 0,2-5 0,-1-2-1252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0.9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56 10 76,'11'-7'2282,"-6"5"-691,-6 4-639,-4 26-670,3-12-173,0 1-1,-1-1 1,0 1 0,-2-1-1,-6 16 1,-9 37 127,17-50-201,-3 7-11,1 1 0,-1 45 0,6-69-20,0 0-1,1 1 1,-1-1 0,1 1-1,-1-1 1,1 0 0,0 0 0,0 1-1,1-1 1,-1 0 0,1 0-1,-1 0 1,1-1 0,0 1-1,0 0 1,1 0 0,-1-1 0,0 0-1,1 1 1,-1-1 0,1 0-1,0 0 1,0 0 0,0-1-1,4 3 1,-2-2-74,-1-1 1,1 1-1,-1-1 0,1 0 0,-1-1 0,1 1 0,0-1 0,-1 0 1,1 0-1,0 0 0,-1-1 0,1 1 0,-1-1 0,1 0 1,-1-1-1,1 1 0,-1-1 0,8-4 0,-3 1-394,0-1-1,-1-1 1,1 0 0,8-9 0,-14 13 384,0 0 0,0 0 0,-1 0 0,1-1 1,-1 1-1,1-1 0,-1 1 0,-1-1 1,1 0-1,0 0 0,-1 0 0,0 0 0,0 0 1,1-4-1,6-18 290,-7 25-164,0 0-1,-1 1 1,1-1 0,0 0-1,-1 0 1,1 0-1,-1 0 1,1 0-1,-1 0 1,0 0-1,1 0 1,-1 0-1,0 0 1,0 0-1,0 0 1,0 0 0,0-1-1,0 1 1,0 0-1,0 0 1,0 0-1,0 0 1,-1 0-1,1 0 1,0 0-1,-1 0 1,1 0 0,-1 0-1,0-1 441,5 3 675,0 13-934,5 29 349,1 14-375,-1 32-1146,-9-89 892,0 1-1,0-1 1,0 0 0,0 1 0,0-1 0,0 1 0,0-1-1,-1 1 1,1-1 0,0 0 0,0 1 0,0-1-1,0 1 1,-1-1 0,1 0 0,0 1 0,0-1 0,-1 0-1,1 1 1,0-1 0,-1 0 0,1 0 0,0 1 0,-1-1-1,1 0 1,0 0 0,-1 0 0,0 1 0,0-1-196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1.8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132 354 64,'8'-16'4436,"-9"14"-4334,-1 0-1,1 1 1,0-1 0,-1 1 0,1-1 0,-1 1 0,1 0 0,-1-1 0,1 1-1,-1 0 1,0 0 0,0 0 0,0 0 0,1 0 0,-1 1 0,0-1 0,0 1-1,0-1 1,0 1 0,0 0 0,0-1 0,0 1 0,0 0 0,0 0 0,0 1-1,0-1 1,0 0 0,-4 2 0,2-1-81,-1 0 0,1 1 0,0-1-1,0 1 1,0 0 0,0 0 0,1 1 0,-1-1 0,1 1-1,-1 0 1,1 0 0,0 0 0,0 0 0,0 1 0,0-1-1,1 1 1,-1 0 0,1-1 0,-2 5 0,1 2-14,0 0 1,0-1-1,1 1 0,0 0 1,1 0-1,0 0 1,1 16-1,-1-25-8,1 1 0,0 0 1,0-1-1,0 1 0,0 0 0,1 0 0,-1-1 0,0 1 0,1 0 1,-1-1-1,1 1 0,-1-1 0,1 1 0,0-1 0,0 1 0,0-1 1,0 1-1,0-1 0,0 0 0,0 1 0,0-1 0,0 0 0,1 0 1,-1 0-1,0 0 0,1 0 0,-1 0 0,1 0 0,-1-1 1,1 1-1,-1 0 0,1-1 0,0 1 0,-1-1 0,1 0 0,0 1 1,-1-1-1,1 0 0,0 0 0,0 0 0,-1 0 0,1-1 0,0 1 1,-1 0-1,1-1 0,0 1 0,1-2 0,4 1-3,-1-1-1,1-1 1,-1 1 0,1-1-1,-1 0 1,0-1-1,0 0 1,0 0 0,-1 0-1,8-7 1,-1-2-5,-2 0 1,0-1-1,0 0 1,-1 0-1,-1-1 1,0 0-1,9-26 1,-12 19 8,0 1-1,0-1 1,-2 0-1,-1 0 1,-1-31 0,-10-116 184,8 170-183,1-1-1,0 0 0,0 0 1,0 0-1,0 1 0,0-1 1,0 0-1,-1 0 0,1 0 1,0 0-1,0 1 0,0-1 1,-1 0-1,1 0 0,0 0 1,0 0-1,0 0 0,-1 0 1,1 0-1,0 0 0,0 0 1,-1 0-1,1 1 0,0-1 1,0 0-1,0 0 0,-1 0 1,1 0-1,0-1 0,0 1 1,-1 0-1,1 0 0,0 0 0,0 0 1,-1 0-1,1 0 0,0 0 1,0 0-1,0 0 0,-1 0 1,1-1-1,0 1 0,0 0 1,0 0-1,0 0 0,-1-1 1,-18 85 9,10 22 62,6-54-47,2-36-18,0-1 0,1 1 0,0-1 0,3 18 0,7 56 40,-5-64-55,-5-21 6,1 0-1,-1 0 0,1-1 1,-1 1-1,1 0 0,0-1 1,1 1-1,-1-1 0,1 1 1,-1-1-1,1 1 0,0-1 1,0 0-1,1 0 0,-1 0 0,1 0 1,-1 0-1,1-1 0,3 4 1,-3-6 2,-1 0 1,1 0-1,-1 0 1,0 0 0,1 0-1,-1 0 1,1 0-1,-1-1 1,0 1 0,1-1-1,-1 0 1,0 0-1,0 0 1,0 0-1,0 0 1,1 0 0,-1 0-1,-1-1 1,1 1-1,0-1 1,2-1 0,39-38-32,-33 31 28,-1 0 0,0-1 0,-1 0 0,-1-1 0,0 1-1,0-2 1,-1 1 0,0-1 0,-1 0 0,-1 0 0,0 0 0,-1 0 0,0-1 0,-1 0 0,0-19 0,-1 33 3,-1 0 0,0-1 0,0 1 0,0-1 1,0 1-1,0 0 0,0-1 0,0 1 0,0 0 0,0-1 0,0 1 0,0 0 0,-1-1 0,1 1 1,0 0-1,0-1 0,0 1 0,0 0 0,0 0 0,-1-1 0,1 1 0,0 0 0,0-1 0,-1 1 1,1 0-1,0 0 0,0 0 0,-1-1 0,1 1 0,0 0 0,-1 0 0,1 0 0,0 0 0,0-1 1,-1 1-1,1 0 0,0 0 0,-1 0 0,1 0 0,-1 0 0,-16 8 4,-15 21 16,27-21-20,0 0 1,0 0-1,1 0 1,0 0-1,1 1 0,0-1 1,0 1-1,1 0 0,0 0 1,0 0-1,1 0 1,0 0-1,1 1 0,0-1 1,0 0-1,1 0 0,2 11 1,-2-17-7,0 0-1,0 0 1,0 0 0,1 0 0,-1-1 0,1 1 0,-1-1 0,1 1 0,0-1-1,0 1 1,0-1 0,0 0 0,0 0 0,1 0 0,-1 0 0,1 0-1,-1-1 1,1 1 0,0-1 0,0 0 0,-1 1 0,1-1 0,0-1 0,0 1-1,3 0 1,4 0-792,0 0 0,-1-1 0,1 0-1,-1 0 1,1-1 0,12-3 0,-11 3-1418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2.4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6 163 92,'-6'6'3613,"10"-7"-701,35-30-1146,-20 18-1758,-1-1 1,-1 0-1,0-1 0,25-30 1,-35 38-14,-5 5 2,0 0-1,0 1 1,0-1-1,0 0 1,-1 0-1,1 0 1,-1 0-1,1 0 1,-1-1-1,0 1 1,2-5-1,2 10 39,-1 9-20,-4 184 48,0-111-4595,-1-77 2669,-7-1-169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2.6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 85 544,'-23'9'2976,"48"-12"-901,-1 1-1943,0-1 1,-1-1 0,28-9 0,21-2-155,-25 6-1745,78-25 1,-90 24-133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3.5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144 81 836,'2'-2'216,"0"1"-1,0-1 1,0 0-1,0 1 1,0-1 0,0 0-1,0 0 1,-1 0-1,1 0 1,-1 0 0,0 0-1,1-1 1,-1 1-1,0 0 1,0-1 0,-1 1-1,1-1 1,0-3-1,3-2 192,3-10 148,-7 17-551,0 0 0,0 1 0,-1-1 0,1 1 0,0-1 0,-1 0 0,1 1 0,0-1 0,-1 1 0,1-1-1,-1 1 1,1-1 0,-1 1 0,1-1 0,-1 1 0,0 0 0,1-1 0,-1 1 0,1 0 0,-1-1 0,0 1 0,1 0 0,-1 0 0,0 0 0,1 0 0,-1 0 0,0-1 0,1 1 0,-1 0 0,0 0 0,0 1 0,1-1 0,-1 0 0,0 0 0,0 0 0,-7 1-11,0 1 1,0-1-1,0 1 1,1 0 0,-1 1-1,1 0 1,-1 0-1,1 1 1,0 0 0,0 0-1,1 0 1,-1 1-1,1 0 1,0 0 0,0 1-1,1 0 1,0 0-1,0 0 1,0 1 0,0-1-1,1 1 1,1 0-1,-1 0 1,-4 14 0,7-16 4,0-1 1,0 1 0,0 0-1,1-1 1,0 1 0,0 0-1,0 0 1,1-1 0,-1 1-1,1 0 1,0-1 0,1 1-1,-1 0 1,1-1 0,0 0-1,2 5 1,2 1-2,0-1-1,0 0 1,1 0 0,0-1-1,13 13 1,-15-16 9,-1 0 0,0 0 0,0 1 1,0 0-1,-1 0 0,0 0 0,0 0 0,-1 0 1,0 1-1,3 12 0,13 28-15,-18-46 9,0 0 0,0 0 0,1 0 0,-1 0 0,0 0 0,0 0 0,0 1 0,0-1 0,-1 0 1,1 0-1,0 0 0,0 0 0,-1 0 0,1 0 0,0-1 0,-1 1 0,1 0 0,-1 0 1,1 0-1,-1 0 0,0 0 0,1 0 0,-2 1 0,-18 17 43,17-16-28,-1-1 1,0 0 0,0-1-1,0 1 1,0-1-1,0 1 1,0-1-1,0 0 1,0-1-1,0 1 1,-9 0-1,12-1-90,0 0 0,0 0 0,0 0 0,0 0 0,0 0 0,0 0 0,0 0 0,0 0 1,0 0-1,0 0 0,0-1 0,0 1 0,0 0 0,0-1 0,0 1 0,0 0 0,0-1 0,0 1 0,1-1 0,-1 0 0,0 1 0,0-1 0,0 0 0,1 1 0,-1-1 0,0 0 0,1 0 0,-1 0 0,1 0 0,-1 0 0,1 1 0,-1-1 0,1 0 0,0 0 0,-1 0 0,1 0 0,0 0 0,0 0 0,0 0 0,0 0 0,0 0 0,0 0 0,0-1 0,0 1 0,0 0 0,0 0 0,0 0 0,1 0 0,-1 0 0,1-1 0,7-13-1637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3.8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1400,'2'1'243,"-1"0"0,1 0 0,0 0 1,0 0-1,-1 1 0,1-1 0,0 0 0,-1 1 0,1-1 0,-1 1 0,0-1 1,0 1-1,1 0 0,-1 0 0,0-1 0,0 1 0,-1 0 0,1 0 0,0 0 1,-1 0-1,1 3 0,17 55 1205,-16-50-986,1 3-366,-1 0-1,0 0 1,-1 1-1,-1-1 1,0 1-1,-1-1 0,0 1 1,-5 20-1,-3 32-1684,7-20-3770,2-31 2977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4.0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1556,'14'20'3659,"-11"-16"-3682,-1 1 0,0 0 0,0 0 0,-1-1 1,1 1-1,-1 0 0,0 6 0,9 71-1906,-10-80 979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4.1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0 112 212,'0'-21'484,"10"0"-172,-10 5-128,9 0-116,1 5-140,-10-4-276,9 4-456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4.9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172 265 532,'10'-11'3372,"-10"11"-3289,0-1-1,0 0 1,0 0-1,0 0 1,0 1-1,0-1 1,0 0-1,-1 0 1,1 0-1,0 1 1,0-1-1,-1 0 1,1 0-1,0 1 1,-1-1-1,1 0 0,-1 0 1,1 1-1,-1-1 1,1 1-1,-1-1 1,1 0-1,-1 1 1,1-1-1,-1 1 1,0-1-1,1 1 1,-1 0-1,0-1 1,0 1-1,-1-1 1,0 1-26,-1 0 0,1 0 1,-1 0-1,1 0 1,0 0-1,-1 1 1,1-1-1,-1 1 1,1-1-1,-4 3 0,-5 2-50,0 0 0,0 1 0,-14 10 0,17-9 4,1 0-1,-1 0 0,1 1 1,1 0-1,-1 0 0,2 1 0,-1-1 1,-7 18-1,11-23-9,0 0 0,1 0 1,0 0-1,-1 0 0,1 0 0,0 1 1,0-1-1,1 0 0,-1 1 0,1-1 1,0 1-1,0-1 0,0 0 0,0 1 1,0-1-1,1 1 0,0-1 0,-1 0 1,1 1-1,0-1 0,1 0 0,-1 0 1,1 0-1,-1 0 0,1 0 0,0 0 1,0 0-1,3 3 0,-2-5-9,-1 1-1,1-1 1,-1 0-1,1 0 1,0 0-1,0 0 1,0-1-1,-1 1 1,1-1-1,0 0 1,0 1-1,0-1 1,0-1-1,0 1 1,0 0-1,-1-1 1,1 1-1,0-1 1,0 0-1,-1 0 1,1 0-1,0 0 1,-1-1-1,1 1 1,-1-1-1,3-2 1,6-2-90,-1-1 0,-1 0 1,1-1-1,13-15 1,-13 10 72,-1 1 1,-1-1 0,0-1 0,0 0 0,-2 0 0,0 0-1,0-1 1,-1 0 0,-1 0 0,-1 0 0,0-1-1,-1 1 1,0-1 0,-2 1 0,1-1 0,-2 0-1,0 1 1,-1-1 0,-1 1 0,0 0 0,-8-23 0,8 20 144,0-6 168,2 24-280,1-1-1,0 1 0,0 0 0,0-1 0,0 1 0,0 0 1,0-1-1,0 1 0,0 0 0,-1-1 0,1 1 1,0 0-1,0 0 0,0-1 0,-1 1 0,1 0 0,0 0 1,0-1-1,-1 1 0,1 0 0,0 0 0,-1 0 0,1-1 1,0 1-1,-1 0 0,1 0 0,0 0 0,-1 0 1,1 0-1,0 0 0,-1 0 0,1 0 0,0 0 0,-1 0 1,1 0-1,0 0 0,-1 0 0,1 0 0,0 0 1,-1 0-1,1 0 0,0 0 0,-1 0 0,1 0 0,0 1 1,-1-1-1,1 0 0,-11 27 196,6-17-160,1 0-1,0 0 1,0 0-1,1 1 1,1 0-1,0 0 1,-1 13-1,0-5 36,-2 9 4,1-3-12,-4 48 0,9-54-78,2-1-1,-1 0 0,2 0 1,1 0-1,10 27 0,-15-43 9,1 0-1,0 0 0,-1 0 0,1 0 1,0 0-1,0-1 0,0 1 0,1 0 1,-1 0-1,0 0 0,1-1 0,-1 1 1,1-1-1,-1 1 0,1-1 0,0 0 1,0 0-1,0 0 0,0 0 0,-1 0 1,1 0-1,0 0 0,1 0 0,-1-1 1,0 1-1,0-1 0,0 0 0,0 1 1,0-1-1,0 0 0,1 0 0,-1 0 1,0-1-1,0 1 0,0 0 0,0-1 1,0 0-1,0 1 0,3-2 0,8-4-14,0 0 0,0-1 0,-1-1-1,20-15 1,-18 13 14,1-3-1,0-1-1,-1-1 0,-1 0 1,0-1-1,-2 0 1,1-1-1,11-24 1,-17 31 10,-5 8-7,1 0 0,-1-1 0,0 1 1,0 0-1,0 0 0,0-1 0,-1 1 0,1 0 0,0-1 0,-1 1 1,0-1-1,0 1 0,1-1 0,-1 1 0,-1-1 0,1 1 0,0-1 1,-1 1-1,1-1 0,-2-2 0,2 4 0,-1 1 0,1-1-1,0 1 1,-1-1 0,1 0 0,-1 1 0,1-1-1,-1 1 1,0 0 0,1-1 0,-1 1 0,1-1-1,-1 1 1,0 0 0,1 0 0,-1-1 0,0 1 0,1 0-1,-1 0 1,0 0 0,1 0 0,-1-1 0,0 1-1,0 0 1,0 1 0,-2-1-1,1 1 0,0-1 0,0 1 0,-1 0 0,1 0 0,0 0 1,0 0-1,0 0 0,0 1 0,0-1 0,-3 3 0,-4 4 5,0 1 0,1 0-1,0 0 1,0 0 0,1 1 0,0 0-1,-6 12 1,10-16-1,1 0-1,-1 0 1,1 0 0,0 0-1,0 0 1,1 1-1,0-1 1,0 0 0,0 1-1,1-1 1,0 1 0,0-1-1,1 0 1,0 1-1,1 7 1,-1-10-7,1-1 0,-1 1-1,0-1 1,1 0 0,0 0 0,0 0 0,0 0 0,0 0-1,0 0 1,0-1 0,1 1 0,-1-1 0,1 1-1,0-1 1,0 0 0,0 0 0,0 0 0,0-1-1,0 1 1,0-1 0,1 1 0,-1-1 0,0 0 0,5 0-1,0 0-466,1 0-1,0 0 1,0-1 0,-1 0-1,1-1 1,0 0-1,-1 0 1,15-5-1,-4 1-1637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5.4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87 79 148,'-1'0'81,"1"0"0,0 0 0,0 0 0,-1 0 0,1 0 0,0 0 0,-1 0 0,1 0 0,0 0 0,0 0 1,-1 1-1,1-1 0,0 0 0,-1-1 0,1 1 0,0 0 0,0 0 0,-1 0 0,1 0 0,0 0 0,0 0 0,-1 0 0,1 0 0,0 0 0,0-1 0,-1 1 0,1 0 0,0 0 0,0 0 0,0 0 0,-1-1 1,1 1-1,0 0 0,0 0 0,0-1 0,0 1 0,-1 0 0,1 0 0,0-1 0,0 1 0,0 0 0,0 0 0,0-1 0,0 1 0,0 0 0,0 0 0,0-1 0,0 1 0,0-1 0,12-13 1076,21-9-939,-20 16-97,29-15 95,-40 21-202,0 0-1,0 0 0,0 1 1,0-1-1,0 1 0,1-1 1,-1 1-1,0 0 0,0 0 1,0 0-1,0 0 0,1 0 1,-1 1-1,0-1 0,0 1 1,0-1-1,0 1 1,2 1-1,-3-2-11,0 0-1,-1 1 1,1-1 0,-1 1 0,1-1-1,0 1 1,-1-1 0,0 1 0,1 0-1,-1-1 1,1 1 0,-1 0-1,0-1 1,1 1 0,-1 0 0,0-1-1,1 1 1,-1 0 0,0 0 0,0-1-1,0 1 1,0 0 0,0 0 0,0-1-1,0 1 1,0 0 0,0 1 0,-12 26 20,-24 19-4,2-7-18,10-12-12,-49 46 0,67-68 8,0 0 0,1 1 0,-1 0 0,1 0 0,1 0 0,-6 12 0,9-17 4,0 0 0,0 0 0,0 0 0,1-1 0,-1 1 0,1 0 0,-1 0 0,1 0-1,0 0 1,0 0 0,0 0 0,0 0 0,0 0 0,1 3 0,0-3 2,-1-1-1,1 0 1,0-1 0,0 1-1,-1 0 1,1 0-1,0 0 1,0 0 0,0 0-1,0-1 1,0 1-1,0-1 1,0 1 0,0 0-1,0-1 1,1 0 0,-1 1-1,0-1 1,0 0-1,0 1 1,0-1 0,1 0-1,-1 0 1,0 0-1,0 0 1,0 0 0,2-1-1,15 0-162,1-1-1,-1 0 0,0-2 1,0 0-1,-1-2 1,1 1-1,17-10 0,-1 2-1573,-6 2-88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6.3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150 87 1240,'2'-4'224,"-1"1"1,0 0-1,1-1 0,0 1 0,0 0 1,0 0-1,0 0 0,0 0 1,1 1-1,0-1 0,-1 1 0,1-1 1,3-1-1,10-11 432,-16 14-621,1 1 0,0-1 0,0 0 0,-1 1 0,1-1 0,-1 0-1,1 0 1,-1 1 0,1-1 0,-1 0 0,1 0 0,-1 0-1,0 0 1,1 0 0,-1 0 0,0 1 0,0-1 0,1 0 0,-1 0-1,0 0 1,0 0 0,0 0 0,-1-1 0,1 1-21,-1 1-1,1-1 1,-1 1 0,1-1 0,-1 1 0,0-1 0,1 1 0,-1-1-1,0 1 1,1-1 0,-1 1 0,0 0 0,1-1 0,-1 1 0,0 0-1,0 0 1,0 0 0,1 0 0,-1 0 0,0 0 0,-1 0-1,-3-1-11,-1 2-1,1-1 0,-1 0 1,1 1-1,0 0 0,-1 1 1,-6 2-1,0 1-7,0 1 0,1 0 0,0 0 0,0 2-1,1-1 1,-18 18 0,23-21 1,1 1 0,0-1 0,0 1 0,1 0 0,-1 1 0,1-1 0,0 1 0,0-1 0,1 1 0,-1 0 0,1 0 0,1 0 0,-1 0 0,1 0 0,-1 12 0,2-13 2,1 1 0,-1-1 0,1 0 0,0 0 1,0 0-1,1 0 0,0 0 0,-1 0 1,2-1-1,-1 1 0,0 0 0,1-1 1,0 0-1,6 7 0,3 2-6,0-1-1,1-1 1,17 11 0,-16-11 23,0 0-1,20 20 1,-33-30-12,1 1 0,-1-1 0,0 0 0,0 1 0,1-1 0,-1 1 0,0 0 0,0-1 0,-1 1 0,1 0 0,0-1 0,0 1 0,-1 0-1,1 0 1,-1 0 0,0 0 0,1 0 0,-1-1 0,0 1 0,0 0 0,0 0 0,0 0 0,-1 0 0,1 0 0,0 0 0,-1 0 0,0-1 0,1 1 0,-1 0 0,0 0 0,0-1-1,0 1 1,0 0 0,-2 2 0,0-1-1,-1 0 0,1-1 0,-1 1-1,1-1 1,-1 0 0,0 0-1,0 0 1,0-1 0,0 1 0,0-1-1,0 0 1,-1 0 0,1 0 0,0-1-1,0 1 1,-7-1 0,10 0-78,0-1 0,0 1 0,0 0 0,-1 0 0,1-1 0,0 1 0,0-1 0,0 1-1,0-1 1,0 1 0,0-1 0,0 1 0,0-1 0,0 0 0,0 0 0,0 0 0,0 0 0,0 1 0,1-1 0,-1 0 0,0 0 0,1 0 0,-1-1 0,0 1 0,1 0 0,0 0 0,-1 0 0,1 0 0,0 0-1,-1-1 1,1 1 0,0 0 0,0 0 0,0 0 0,0-1 0,0 1 0,0 0 0,0 0 0,1-1 0,-1 0 0,8-9-1392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6.6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1 604,'19'10'3814,"0"85"-557,-19-62-2672,1-6-373,-1 0 0,-2-1 1,-5 30-1,4-22-653,3-29-26,0 0-1,0 0 1,0 0 0,-1 0 0,0 0-1,0 0 1,-2 5 0,1 1-1765,2-1-186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6.8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1260,'0'5'844,"0"5"-296,0-4-176,0-1-104,0 5-88,0 1-68,0-6-44,0 6-36,0-1-20,0 1-20,0-1-48,0-4-104,0-1-148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6.9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21 348,'9'-15'184,"-9"9"-328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7.73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183 332 1012,'2'-2'303,"0"1"-1,0-1 1,0 0 0,0 0-1,0 0 1,0 0 0,0 0-1,0-1 1,-1 1-1,1-1 1,-1 1 0,0-1-1,2-4 1,-3 7-251,0-1-1,0 0 1,0 1-1,1-1 1,-1 0-1,0 1 1,0-1-1,0 0 1,0 1 0,0-1-1,0 0 1,-1 1-1,1-1 1,0 0-1,0 1 1,0-1 0,-1 0-1,1 1 1,0-1-1,0 1 1,-1-1-1,1 1 1,-1-2 0,0 1-9,-1 1 1,1-1 0,0 1-1,0-1 1,0 1 0,-1 0 0,1-1-1,0 1 1,0 0 0,-1 0 0,1 0-1,0 0 1,0 0 0,-1 0-1,1 0 1,0 0 0,0 1 0,-2-1-1,-7 3-28,-1 1-1,1-1 0,0 2 0,1-1 0,-1 1 1,1 1-1,0 0 0,0 0 0,0 1 0,1 0 1,0 0-1,0 1 0,1 0 0,0 0 1,1 1-1,0-1 0,0 2 0,1-1 0,0 1 1,0-1-1,-3 13 0,7-21-17,0 1-1,1 0 1,-1-1-1,0 1 1,1 0-1,-1-1 1,1 1 0,0 0-1,0 0 1,-1-1-1,1 1 1,0 0-1,0 0 1,1-1 0,-1 1-1,0 0 1,0 0-1,1-1 1,-1 1-1,1 0 1,0-1-1,0 1 1,-1-1 0,1 1-1,0-1 1,0 1-1,0-1 1,0 1-1,1-1 1,-1 0 0,0 0-1,1 0 1,-1 1-1,0-1 1,1 0-1,-1-1 1,1 1 0,0 0-1,1 0 1,0 0-39,0 0 0,1-1 1,-1 0-1,0 1 0,0-1 0,0 0 1,0-1-1,1 1 0,-1 0 1,0-1-1,0 0 0,0 0 1,0 0-1,0 0 0,0 0 0,0-1 1,0 1-1,-1-1 0,1 0 1,-1 0-1,4-2 0,19-20-291,0-2 0,-2 0 0,-1-1-1,36-58 1,-49 65 363,0 0 0,-1 0 0,-1 0-1,-1-1 1,-1-1 0,-1 1 0,-1 0 0,-1-1-1,0-39 1,-12 18 658,10 43-682,0 0-1,0 0 0,0 0 1,0-1-1,0 1 1,0 0-1,0 0 0,0 0 1,0 0-1,0 0 1,0-1-1,0 1 0,0 0 1,0 0-1,0 0 1,0 0-1,0 0 0,0-1 1,0 1-1,0 0 1,0 0-1,0 0 0,0 0 1,0 0-1,0 0 1,-1-1-1,1 1 1,0 0-1,0 0 0,0 0 1,0 0-1,0 0 1,0 0-1,-1 0 0,1 0 1,0 0-1,0 0 1,0 0-1,0 0 0,0 0 1,-1 0-1,1-1 1,0 1-1,0 0 0,0 0 1,0 0-1,0 1 1,-1-1-1,1 0 0,0 0 1,0 0-1,0 0 1,0 0-1,0 0 0,0 0 1,-1 0-1,1 0 1,0 0-1,-12 10 196,-8 17 50,13-14-158,1-3 6,1 1-1,0-1 1,1 1 0,0 0 0,-4 21-1,-9 40 195,12-55-267,0 1-1,2 0 1,0 0-1,0 24 1,3-35-26,0 0 1,0 0-1,1 1 0,0-1 0,1 0 1,0 0-1,0 0 0,0 0 1,1-1-1,0 1 0,7 11 0,-8-15 1,0-1 0,0 0 0,0 0 0,0 0-1,0 0 1,1 0 0,-1 0 0,1 0 0,-1-1-1,1 1 1,0-1 0,-1 0 0,1 0 0,0 0-1,0 0 1,0 0 0,0-1 0,0 1 0,0-1-1,0 0 1,0 0 0,0 0 0,0 0-1,0-1 1,0 1 0,0-1 0,0 0 0,0 1-1,0-1 1,4-3 0,9-3-10,1-1 0,-1-1 0,0-1 0,-1 0 0,-1-1-1,1-1 1,-2 0 0,1-1 0,-2 0 0,0-1 0,0 0 0,-2-1 0,12-21 0,-20 33 11,0 0-1,0-1 1,-1 1 0,1 0 0,-1-1 0,0 1-1,0-1 1,0 0 0,-1 1 0,1-1 0,-1 0-1,0 1 1,0-1 0,0 0 0,0 1 0,-1-1 0,-1-5-1,2 9 0,-1-1 0,0 1 0,1-1-1,-1 0 1,0 1 0,1-1 0,-1 1 0,0 0-1,0-1 1,0 1 0,1 0 0,-1-1-1,0 1 1,0 0 0,0 0 0,0 0 0,0 0-1,1 0 1,-1 0 0,0 0 0,0 0-1,0 0 1,0 0 0,0 0 0,0 1 0,-1-1-1,-26 18 18,-18 34 18,40-43-29,-1 1 0,1 0 0,0 0 0,1 0 0,0 1 0,1 0 0,-3 13 0,6-22-7,0 0 1,1 0 0,-1 1 0,1-1 0,-1 0-1,1 0 1,0 1 0,0-1 0,0 0-1,0 0 1,0 1 0,1-1 0,-1 0-1,1 0 1,0 1 0,-1-1 0,1 0-1,0 0 1,0 0 0,0 0 0,0 0 0,1 0-1,-1 0 1,1-1 0,-1 1 0,1 0-1,-1-1 1,1 1 0,0-1 0,0 0-1,0 1 1,0-1 0,0 0 0,0 0 0,0 0-1,0 0 1,0-1 0,0 1 0,1-1-1,-1 1 1,0-1 0,0 0 0,4 1-1,9 0-379,1-1 0,0 0-1,-1-1 1,1-1 0,0 0 0,-1-1-1,0-1 1,0 0 0,0-1-1,26-12 1,-13 2-1486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3:58.5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27 1400,'-19'-6'4799,"20"5"-4774,0 0-1,-1 0 0,1 0 1,0 0-1,-1 0 0,1 0 1,0 0-1,0 0 0,0 1 1,0-1-1,0 0 0,0 1 1,0-1-1,0 1 0,0-1 1,0 1-1,0-1 1,0 1-1,0 0 0,1-1 1,-1 1-1,1 0 0,32-5-33,-29 4 7,-1 1 0,1 0 0,0 1 0,0-1 0,0 1 0,0 0 0,-1 0 0,1 0 0,7 4 0,-11-5 2,-1 1 0,1-1-1,-1 1 1,1-1 0,-1 1-1,1-1 1,-1 1 0,1-1-1,-1 1 1,0-1 0,1 1-1,-1-1 1,0 1 0,1 0 0,-1-1-1,0 1 1,0 0 0,0-1-1,0 1 1,1 0 0,-1-1-1,0 1 1,0 0 0,0-1-1,-1 2 1,1 1 1,-1-1 1,0 0-1,0 1 0,0-1 0,0 0 1,-1 0-1,1 0 0,0 0 0,-1 0 1,-2 3-1,-100 110 12,103-114-15,0 0 0,0 0 0,-1 0 0,1 0 0,0 1-1,0-1 1,0 1 0,1-1 0,-1 1 0,0-1 0,0 1 0,1-1 0,-1 1 0,1-1 0,-1 1 0,1 0 0,0-1 0,0 1 0,0 2 0,0-2 0,1-1 0,0 0 0,1 0-1,-1 0 1,0 0 0,0 0 0,0-1 0,1 1-1,-1 0 1,0-1 0,0 1 0,1 0 0,-1-1-1,1 0 1,-1 1 0,1-1 0,-1 0 0,1 0-1,-1 1 1,0-1 0,1 0 0,-1-1 0,1 1-1,2 0 1,4 0 3,1 1-1,-1 0 1,0 0-1,1 1 1,-1 1-1,0-1 1,0 1-1,-1 0 0,12 7 1,-18-10-1,0 1 1,1 0-1,-1-1 1,0 1 0,0 0-1,0 0 1,0 0-1,0-1 1,0 1-1,0 0 1,0 1-1,0-1 1,0 0-1,-1 0 1,1 0-1,0 0 1,-1 1-1,1-1 1,-1 0-1,1 0 1,-1 1-1,0-1 1,1 0-1,-1 1 1,0 1-1,-1 0 4,1-1 0,-1 1 0,0-1 0,1 0 0,-1 0 0,-1 1-1,1-1 1,0 0 0,0 0 0,-1 0 0,1 0 0,-1 0 0,-2 1 0,-2 3 9,-1 0 1,0 0-1,0-1 1,-1 0-1,1-1 0,-17 8 1,17-10-75,-11 4 28,-1 0 0,1-1 0,-25 3 0,36-7-431,-1-1 1,0 0 0,1 0 0,-1-1-1,0 0 1,-11-4 0,0 0-1465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2.3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282 123 696,'-8'0'1091,"324"-15"1461,-260 14-2429,135 6 433,250 6-457,-434-11-99,146-5 13,0-6 0,197-41 0,-139 23-151,-195 27 136,-13 2 10,141-11 110,-105 9-114,45-8 0,-27 10-20,-20 1-12,-35 0 27,1-1 0,-1 1 0,1 0-1,-1 0 1,1 0 0,-1 1-1,0-1 1,1 1 0,-1-1 0,0 1-1,0 0 1,0-1 0,0 1-1,-1 0 1,3 4 0,-3-6 4,0 1 0,0-1-1,-1 1 1,1 0 0,-1-1 0,1 1 0,0 0 0,-1-1 0,1 1 0,-1 0 0,1 0-1,-1 0 1,0 0 0,1-1 0,-1 1 0,0 0 0,0 0 0,0 0 0,1 0 0,-1 1-1,-10 161-10,1-36 49,9-96-39,1-2-3,-2 1-1,-7 49 0,5-58-4,2-1-1,1 43 0,1-42 9,-2 0 0,1 1 0,-5 21 0,-5 52 20,7-70-18,1 1 0,1 0-1,4 37 1,-1 2 30,7 87-21,-9-117 1,-1-9-30,1-1 0,2 1-1,5 31 1,-4-39 58,-1 1 1,-1-1-1,-1 1 0,-1 19 0,0-20-50,0 0 0,1 0 0,2 1 0,2 18 0,-2-23-9,0 0 0,-1 0 1,-1 0-1,-1 0 0,-3 25 0,2-26 18,0 0-1,1 0 0,1 0 1,0 0-1,1 1 0,3 18 1,-1-14-1,-1 0 1,0-1-1,-2 1 1,-3 33-1,1 2 8,2 443-51,-9-454 66,7-37-34,-2 0 17,1-1-1,-1 1 1,0-1-1,-1 0 1,1-1 0,-1 1-1,1-1 1,-1 0-1,0 0 1,-7 2-1,-14 5-6,24-9 1,1-1-1,0 1 0,0-1 1,-1 1-1,1 0 0,0-1 1,0 1-1,0 0 1,0 0-1,0 0 0,0 0 1,0 0-1,0 0 1,-1 3-1,-10 7 6,-54 17 10,33-8-13,10-4 13,13-11-11,-1-1 0,1 0 0,-1-1 1,0 0-1,-13 1 0,-28 10-9,24-5 7,-58 11 0,57-15 10,-57 19 0,5-6-64,34-10 40,-171 40 43,139-35-57,-96 5 0,44-6-5,-169 8-72,256-18 89,-51 9 0,51-5 34,-53 1 0,60-4-34,-1 1 1,1 2-1,0 2 0,-42 14 0,64-17 22,-23 3-5,-41 5-1,49-9 3,1 1-1,-56 17 1,54-20 23,29-2-29,0-1 1,1 1 0,-1 0-1,0 0 1,0 0 0,0 0-1,1 0 1,-1 0 0,0 0-1,0 1 1,1-1 0,-1 1-1,0-1 1,1 1 0,-1 0-1,0-1 1,1 1-1,-1 0 1,1 0 0,-3 2-1,-21 6-44,6-3 56,18-5 11,-18 4-25,18-5-78,1-1 1,-1 1-1,0-1 0,1 0 0,-1 1 1,0-1-1,1 1 0,-1-1 0,1 0 1,-1 0-1,1 1 0,-1-1 0,1 0 1,0 0-1,-1 1 0,1-1 0,0 0 1,0 0-1,-1 0 0,1 0 0,0 1 1,0-1-1,0 0 0,0 0 0,0 0 1,0 0-1,1-1 0,-1-8-1267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3.26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171 148 1288,'5'-3'504,"-1"-1"-1,0 1 1,0-1-1,0 0 0,0-1 1,5-7-1,-5 6-397,0 0-1,0 0 0,0 0 1,-1-1-1,0 1 0,0-1 1,-1 0-1,3-12 1,-5 17-103,0 1 1,0-1 0,0 0 0,0 1 0,0-1 0,0 0 0,0 1 0,-1-1 0,1 1 0,-1-1 0,1 0 0,-1 1-1,0-1 1,1 1 0,-1-1 0,0 1 0,0 0 0,0-1 0,0 1 0,0 0 0,0 0 0,-1 0 0,1 0 0,0 0 0,0 0-1,-3-2 1,1 3-5,0-1 0,0 0 0,0 1 0,0 0 0,0 0 0,0 0 0,0 0 0,0 0 0,0 0 0,0 1 0,0-1 0,1 1 0,-7 2 0,2 0 0,1-1 0,-1 1 0,1 1 0,-1-1 0,1 1 0,0 0 1,1 1-1,-1-1 0,1 1 0,-1 0 0,2 1 0,-8 8 0,10-10 6,-4 6-21,1 1-1,0 0 1,0 0 0,1 1-1,-3 16 1,6-24 9,1 1 1,0 0-1,0 0 0,1 0 0,-1-1 0,1 1 0,0 0 1,1 0-1,-1-1 0,1 1 0,0-1 0,0 1 0,0-1 1,0 0-1,1 0 0,4 5 0,68 82 209,-69-82-183,15 24-33,-21-32 13,0 0-1,1 0 1,-1 0-1,0 0 1,1 1 0,-1-1-1,0 0 1,0 0-1,0 0 1,0 0-1,0 1 1,0-1-1,-1 0 1,1 0-1,0 0 1,0 0-1,-1 0 1,1 1 0,-1-1-1,1 0 1,-1 0-1,0 0 1,1 0-1,-1 0 1,0 0-1,1-1 1,-1 1-1,-2 1 1,-5 4 15,0 0-1,-1-1 1,1-1 0,-1 1 0,-1-1 0,1-1 0,-10 3-1,15-5-12,1 1 0,-1-1 0,1-1 0,-1 1 0,0 0 0,1-1 0,-1 0 0,0 0 0,1 0-1,-1 0 1,0 0 0,0-1 0,1 0 0,-1 0 0,1 0 0,-1 0 0,1 0 0,-1-1 0,1 1-1,0-1 1,-1 0 0,-4-4 0,8 5-28,-1-1-1,1 1 1,-1 0 0,1-1-1,-1 1 1,1 0 0,0-1-1,0 1 1,0 0-1,0-1 1,0 1 0,0-1-1,0 1 1,0 0 0,0-1-1,1 1 1,-1 0-1,1-1 1,-1 1 0,1 0-1,-1 0 1,1-1-1,0 1 1,-1 0 0,1 0-1,0 0 1,0 0 0,1-1-1,27-29-1167,9-5-1028,-20 20 684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3.7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9 1200,'1'-8'1995,"2"11"324,2 18-892,-6 23-206,-2 0-1,-10 51 0,10-72-1138,1 0 0,1 1-1,4 31 1,-2 0-727,-5-39-200,4-16 797,-1 0-1,1 1 1,0-1-1,0 0 1,-1 1 0,1-1-1,0 0 1,0 1 0,0-1-1,0 1 1,-1-1-1,1 0 1,0 1 0,0-1-1,0 1 1,0-1 0,0 0-1,0 1 1,0-1-1,0 1 1,0-1 0,0 0-1,0 1 1,1-1-1,-1 1 1,0-1 0,0 0-1,0 1 1,0-1 0,1 1-1,-1-1 1,0 0-1,0 1 1,1-1 0,-1 0-1,0 0 1,0 1 0,1-1-1,-1 0 1,0 0-1,1 1 1,0-1 0,19-37-3557,-17 32 3553,0-1 0,-1 1 0,1-1 0,-1 0 0,-1 0 0,3-10 0,-4 11 143,1 1-1,0-1 0,1 0 1,-1 0-1,1 0 0,0 1 0,0-1 1,5-6-1,-5 117 2156,-2-73-2285,1 11-401,-2-16-3815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3.8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53 332,'0'-21'492,"0"10"-252,0 1-252,9-1-344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4.6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199 306 444,'0'0'43,"1"0"0,-1 0 0,1-1 0,-1 1 0,0 0-1,1 0 1,-1 0 0,1 0 0,-1 0 0,0-1 0,1 1 0,-1 0 0,0 0 0,1-1 0,-1 1-1,0 0 1,1 0 0,-1-1 0,0 1 0,1 0 0,-1-1 0,0 1 0,0 0 0,0-1 0,1 1 0,-1-1-1,0 1 1,0 0 0,0-1 0,0 1 0,0-1 0,0 1 0,0 0 0,0-1 0,0 1 0,0-1-1,0 1 1,0-1 0,0 1 0,0 0 0,0-1 0,0 1 0,0-1 0,0 1 0,-1 0 0,1-1-1,0 1 1,0 0 0,-1-1 0,1 1 0,0 0 0,0-1 0,-1 1 0,1 0 0,0-1 0,-1 1-1,1 0 1,0 0 0,-1-1 0,1 1 0,0 0 0,-1 0 0,-1-1 20,0 0 1,0 1-1,0-1 0,0 1 0,1-1 1,-1 1-1,0 0 0,0 0 1,0 0-1,0 0 0,0 0 1,0 0-1,0 0 0,0 1 0,-2 0 1,-5 2-6,-1 1 0,0 0 0,1 0 0,0 1 0,0 1 0,1-1 0,-1 1 0,1 1 0,1 0 0,-1 0 0,1 0 0,0 1 0,1 0 0,0 0 0,0 1 0,1 0 0,0 0 0,-5 12 0,6-12-45,0 0-1,1 1 0,1 0 0,-1-1 0,2 1 0,-2 18 1,3-24-16,-1 0 1,2 0 0,-1 0 0,0 1-1,1-1 1,0 0 0,0 0 0,0 0-1,0 0 1,1 0 0,-1-1 0,1 1 0,0 0-1,0-1 1,1 1 0,-1-1 0,1 0-1,4 5 1,-5-7 1,0 0 0,0 0 1,0 0-1,0 0 0,1 0 0,-1-1 0,0 1 0,0-1 0,0 1 1,1-1-1,-1 0 0,0 0 0,0 0 0,1 0 0,-1-1 1,0 1-1,0 0 0,1-1 0,-1 0 0,0 1 0,0-1 0,0 0 1,0 0-1,0 0 0,0-1 0,0 1 0,0 0 0,2-3 0,5-3-8,-1 0 0,0 0 0,-1 0 0,11-14 0,3-6-33,-2 0-1,16-31 1,-27 43 30,-2 0 0,0-1 0,0 0-1,-2 0 1,0 0 0,3-29 0,-2-102 48,-5 102-11,0 40-13,0-1 0,-1 1 0,1-1 0,-1 1 0,0-1 0,0 1 0,-1 0 0,1 0 0,-1-1 0,0 1 0,-1 0 0,1 1 0,-1-1 0,-5-6 0,-4 38 341,2 7-199,2 1 1,1 0 0,2 0-1,1 1 1,2-1 0,1 1-1,2-1 1,6 40 0,-3-44-143,-5-25-8,2-1-1,-1 1 0,1 0 0,0 0 0,0 0 1,1-1-1,-1 1 0,1-1 0,1 1 0,3 6 1,-4-8-5,0-1 1,1 0-1,0 1 1,-1-1-1,1 0 1,1 0-1,-1-1 1,6 5-1,-7-7-1,-1 1 0,1 0-1,0-1 1,0 1 0,0-1-1,0 0 1,0 1 0,0-1-1,0 0 1,-1 0 0,1-1-1,0 1 1,0 0 0,0-1-1,0 1 1,0-1 0,0 1-1,-1-1 1,1 0 0,0 0-1,-1 0 1,3-1 0,6-3-8,1-2 1,-1 1 0,0-2-1,-1 1 1,0-1 0,0-1 0,0 1-1,-1-1 1,-1-1 0,1 0-1,-2 0 1,1 0 0,-1-1 0,-1 0-1,0 0 1,5-17 0,-9 23 4,11-59 26,-12 62-17,1 1-1,-1-1 0,0 0 1,0 0-1,0 1 1,0-1-1,0 0 0,0 0 1,0 1-1,-1-1 1,1 0-1,0 0 0,-1 1 1,0-1-1,1 1 1,-1-1-1,0 0 0,0 1 1,0 0-1,0-1 1,0 1-1,0-1 1,0 1-1,-1 0 0,1 0 1,0 0-1,-1 0 1,1 0-1,-3-2 0,2 3-2,-1 1-1,1-1 1,0 0-1,0 0 1,0 1-1,-1-1 0,1 1 1,0 0-1,0 0 1,0 0-1,0 0 1,0 0-1,0 0 1,0 0-1,0 0 0,1 1 1,-1-1-1,0 1 1,1 0-1,-1-1 1,-1 4-1,-27 39 25,26-34-6,0 0 0,0 0 0,1 0 0,1 0-1,0 1 1,0-1 0,1 1 0,0-1 0,1 1 0,0-1 0,3 14 0,-1-15-6,-2-6-10,0 0 0,0 0 1,0 0-1,1 0 1,0 0-1,0 0 1,-1 0-1,2 0 0,-1 0 1,0 0-1,1 0 1,-1-1-1,1 1 1,0-1-1,0 1 1,0-1-1,0 0 0,0 1 1,0-1-1,1 0 1,-1 0-1,1-1 1,-1 1-1,1-1 0,0 1 1,0-1-1,-1 0 1,1 0-1,4 1 1,-2-1-20,0 0 0,1 0 0,-1 0 1,0-1-1,0 0 0,0 0 0,0-1 1,0 1-1,0-1 0,0 0 0,0-1 1,0 1-1,0-1 0,-1 0 0,1 0 1,7-4-1,-4 1-453,0-1 0,0 0 0,-1 0 0,1-1 0,-2 0 0,1 0 0,9-13 0,-7 9-1084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05.1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17 920,'0'-1'145,"0"0"-1,0 0 1,0 1-1,0-1 1,0 0-1,1 0 1,-1 0-1,0 0 1,0 1-1,1-1 1,-1 0-1,1 0 1,-1 1-1,1-1 0,-1 0 1,1 1-1,-1-1 1,1 1-1,-1-1 1,1 0-1,1 0 1,5 3 1347,-5 14-1065,-2 3-320,-1 1 0,-1-1 0,-1 0 0,-8 29 0,7-30-101,1 0 0,1 0 0,1 1 1,0 28-1,1-35-8,0-10-2,0 1 0,0-1 0,0 0 0,1 0 0,-1 0 0,0 0 0,1 0 0,-1 0 0,1 0 0,0 0 0,0 0 0,0 0 0,0 0 0,0 0 0,0 0 0,0-1 0,0 1 0,1-1 0,-1 1 0,1-1 0,-1 1 0,1-1 0,0 0 0,0 1 0,-1-1 0,1 0 0,0 0 0,0 0 1,0-1-1,0 1 0,0 0 0,0-1 0,0 1 0,0-1 0,0 0 0,1 0 0,-1 0 0,0 0 0,0 0 0,0 0 0,0 0 0,3-1 0,2 0-77,0 0 1,0-1-1,0 0 0,0 0 1,-1 0-1,1-1 0,-1 0 1,1 0-1,-1-1 0,0 0 1,8-6-1,-10 6 58,0-1-1,-1 0 1,1-1 0,-1 1-1,0 0 1,0-1 0,-1 0-1,1 1 1,-1-1 0,-1 0-1,2-7 1,9-23 92,-12 35-63,0 1 0,1-1 0,-1 0 0,0 0-1,0 0 1,1 1 0,-1-1 0,0 0-1,0 0 1,0 0 0,0 0 0,0 1-1,0-1 1,0 0 0,-1 0 0,1 0-1,0 1 1,0-1 0,0 0 0,-1 0 0,1 0-1,-1-1 1,1 3-1,0-1 0,0 0 0,0 0 0,0 0 0,0 0 0,0 1 0,0-1 1,0 0-1,0 0 0,0 0 0,0 0 0,0 0 0,0 1 0,0-1 0,-1 0 0,1 0 0,0 0 0,0 0 0,0 0 0,0 1 0,0-1 0,0 0 1,0 0-1,0 0 0,0 0 0,-1 0 0,1 0 0,0 0 0,0 0 0,0 1 0,0-1 0,0 0 0,-1 0 0,1 0 0,0 0 0,0 0 0,0 0 1,0 0-1,0 0 0,-1 0 0,1 0 0,0 0 0,0 0 0,0 0 0,0 0 0,-1 0 0,1 0 0,0 0 0,0 0 0,0 0 0,0 0 0,0 0 0,-1-1 1,1 1-1,0 0 0,0 0 0,0 0 0,0 0 0,0 0 0,0 0 0,-1 0 0,1 0 0,0-1 0,0 1 0,0 0 0,0 0 0,0 0 0,0 0 1,-17 70 1008,8-14-404,-9 60 343,-4 163 0,18-239-2750,-3-16-2272,-1-14 1558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39.0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142 28 752,'0'-27'6382,"-21"48"-6329,-13 20 199,29-36-220,0 0-1,0 0 0,1 0 0,0 1 0,0-1 1,0 1-1,0 0 0,1 0 0,0 1 0,-3 9 1,-9 35 39,9-35-57,2 0 1,-1 1 0,2-1-1,0 1 1,0 23-1,3-28-9,-1 5-3,2 0 0,0 0-1,0 0 1,6 18 0,-7-32-2,1 0 1,-1 0-1,1 0 0,0-1 0,0 1 0,0 0 1,1 0-1,-1-1 0,1 1 0,-1-1 1,1 1-1,0-1 0,0 0 0,0 0 1,0 0-1,0 0 0,1 0 0,-1 0 0,1-1 1,-1 1-1,1-1 0,-1 1 0,1-1 1,0 0-1,0 0 0,0-1 0,-1 1 0,1 0 1,0-1-1,5 1 0,-3-2 6,1 0 0,-1 0 0,1 0 0,-1-1 0,0 1 0,0-1 0,0-1 0,0 1 0,0-1 0,0 1 0,-1-1 0,1-1 0,-1 1 0,0-1 0,0 0 0,0 1 0,0-2 0,3-5 0,4-4-8,0-2 1,-2 1 0,15-33 0,-23 47 0,0 0 1,-1 0 0,0-1 0,1 1-1,-1 0 1,1 0 0,-1 0-1,0-1 1,0 1 0,0 0-1,0 0 1,0-1 0,0 1 0,0 0-1,0 0 1,-1-1 0,1 1-1,0 0 1,-1 0 0,1-1-1,-1 1 1,1 0 0,-1 0 0,0 0-1,1 0 1,-1 0 0,0 0-1,0 0 1,1 0 0,-1 0-1,0 0 1,0 1 0,0-1 0,0 0-1,-1 1 1,1-1 0,0 0-1,0 1 1,0-1 0,0 1-1,-1 0 1,1-1 0,0 1 0,0 0-1,-1 0 1,1 0 0,0 0-1,-2 0 1,-4 2 5,-1 1 0,1 1 0,0-1 0,0 1 0,0 0 0,1 0 0,-1 1 0,1 0 0,0 0 0,0 1 0,1-1 0,0 1 0,-6 8 0,0 0-227,1 0-1,1 1 1,0 0-1,1 0 0,-6 18 1,12-2-3968,2-21 2065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0.8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 84 1148,'0'-5'697,"0"4"-598,0 1 0,0 0 1,0-1-1,-1 1 0,1-1 1,0 1-1,0-1 1,0 1-1,0-1 0,0 1 1,0-1-1,0 1 0,0-1 1,0 1-1,0-1 0,0 1 1,1-1-1,-1 1 1,0-1-1,0 1 0,0-1 1,1 1-1,-1 0 0,0-1 1,0 1-1,1-1 0,-1 1 1,0 0-1,1-1 1,-1 1-1,1 0 0,-1-1 1,0 1-1,1 0 0,-1 0 1,1-1-1,-1 1 0,1 0 1,-1 0-1,1 0 1,-1 2 2,1 0 1,-1 0 0,0-1 0,-1 1-1,1 0 1,0 0 0,0 0 0,-1 0 0,1 0-1,-1 0 1,0 0 0,-1 3 0,-1 4 35,-6 85 454,9-92-588,0 0 0,-1 1-1,1-1 1,-1 1 0,0-1 0,1 0-1,-1 0 1,0 1 0,0-1-1,-2 3 1,2-5-2,0 1 0,1 0 0,-1 0-1,1 0 1,-1 0 0,0 0 0,1 0 0,0 0 0,-1 0-1,1 0 1,0 1 0,-1-1 0,1 0 0,0 0 0,0 0 0,0 0-1,0 0 1,0 0 0,0 1 0,1-1 0,-1 0 0,0 0-1,0 0 1,1 0 0,-1 0 0,1 0 0,-1 0 0,1 0 0,-1 0-1,1 0 1,0 0 0,-1 0 0,2 1 0,-3-6 6,1 0 1,-1 1-1,1-1 1,0 0-1,0 0 1,0 0 0,1 1-1,-1-1 1,1 0-1,0 1 1,0-1-1,0 0 1,2-4-1,8-46-67,-10 45 52,1 0-1,0 0 0,0 0 0,1 0 1,0 0-1,0 0 0,1 1 0,0 0 1,6-9-1,5-12-3,-15 28 10,1-1 1,-1 1-1,1 0 0,0-1 1,-1 1-1,1 0 1,0-1-1,0 1 1,0 0-1,0 0 1,0 0-1,0 0 0,0 0 1,1 0-1,-1 0 1,0 0-1,2 0 1,-2 0-1,0 1 0,0 0 1,-1 0-1,1 0 0,0 0 1,0 0-1,0 1 0,0-1 1,-1 0-1,1 0 1,0 0-1,0 1 0,-1-1 1,1 0-1,0 1 0,0-1 1,-1 1-1,1-1 0,0 1 1,-1-1-1,1 1 0,0 0 1,4 5-2,0 1-1,0-1 1,-1 1 0,0 0 0,3 8 0,0-2 11,-1-1-6,-1 0 1,-1 0-1,0 1 1,-1 0-1,3 20 0,2 8 10,-6-32-5,-1-1-1,-1 1 1,1-1-1,-2 16 1,0-3 2,-4-8-6,2-7 1,1-9 11,-16-55 38,24-22-179,-5 73 120,0 1 1,1 0 0,0-1-1,0 1 1,1 0 0,-1 0-1,1 0 1,1 1-1,-1-1 1,5-5 0,0 2 4,17-18 10,-25 27-10,1-1 0,-1 1 0,1-1 0,-1 1 1,1 0-1,0-1 0,-1 1 0,1 0 0,-1 0 1,1-1-1,0 1 0,-1 0 0,1 0 0,0 0 1,-1 0-1,1 0 0,0 0 0,-1 0 0,1 0 0,0 0 1,-1 0-1,1 0 0,0 0 0,-1 0 0,1 1 1,0-1-1,-1 0 0,1 0 0,-1 1 0,1-1 0,0 1 1,-1-1-1,1 0 0,-1 1 0,1-1 0,-1 1 1,1-1-1,-1 1 0,0-1 0,1 1 0,-1-1 1,1 2-1,2 3 0,4 7 7,0 0 1,0 1-1,-1 0 0,8 25 0,-8-15 0,-2-1-1,0 0 0,2 37 0,-11-42-56,1-1-4980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1.1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10 102 408,'0'0'110,"0"0"1,1 0-1,-1 0 0,0 0 0,1 0 1,-1 0-1,0 0 0,1 0 0,-1 0 1,0 0-1,0 0 0,1 0 0,-1 1 0,0-1 1,1 0-1,-1 0 0,0 0 0,0 0 1,0 1-1,1-1 0,-1 0 0,0 0 1,0 1-1,1-1 0,-1 0 0,0 0 1,0 1-1,0-1 0,0 0 0,1 1 1,-5 7 50,1 0 0,0 1 1,1-1-1,0 1 0,1-1 1,0 1-1,-1 11 0,12 69 212,-10-88-372,0 0 0,0 1 1,0-1-1,0 0 1,0 0-1,1 0 1,-1 0-1,1 1 1,-1-1-1,0 0 0,1 0 1,0 0-1,-1 0 1,1 0-1,0 0 1,-1 0-1,1 0 1,0 0-1,0-1 0,0 1 1,0 0-1,0 0 1,0-1-1,0 1 1,0-1-1,0 1 1,0-1-1,0 1 0,0-1 1,1 1-1,1-1 1,0 1 2,-1-1 0,1 0 0,0 0 0,-1 0 0,1 0 1,0 0-1,0 0 0,-1-1 0,1 0 0,0 1 0,-1-1 0,1 0 0,3-2 1,2-3-4,0 0 1,-1 0 0,0-1 0,0 0 0,-1-1 0,0 1 0,0-1-1,-1 0 1,0 0 0,0-1 0,-1 0 0,0 0 0,-1 0 0,0 0 0,0 0-1,-1-1 1,0 1 0,-1-1 0,1-15 0,2-8-7,-3 30 14,0 0-1,-1-1 0,1 1 0,-1-1 0,0 1 1,0 0-1,0-1 0,0 1 0,0-1 1,-1 1-1,0 0 0,0-1 0,-1-4 1,-1-4 66,-2-6-15,4 17-70,1 1 0,0 0 0,0 0 0,-1 0 1,1-1-1,0 1 0,-1 0 0,1 0 0,0 0 0,-1 0 0,1 0 1,0-1-1,-1 1 0,1 0 0,-1 0 0,1 0 0,0 0 0,-1 0 1,1 0-1,0 0 0,-1 1 0,1-1 0,0 0 0,-1 0 0,1 0 1,-1 0-1,1 0 0,0 0 0,0 1 0,-1-1 0,1 0 0,0 0 1,-1 0-1,1 1 0,0-1 0,0 0 0,-1 1 0,1-1 0,0 0 1,0 0-1,0 1 0,-1-1 0,1 0 0,0 1 0,0 0 0,-10 10-3142,3-6 1626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1.4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 1040,'5'4'3395,"-3"-1"-3274,-1 0 0,1-1 0,-1 1 0,0 0 0,0 0-1,0 0 1,0 0 0,0 1 0,0-1 0,-1 0 0,0 0-1,0 0 1,1 1 0,-2 2 0,-5 21 384,2 1 1,0-1 0,1 49-1,-6 91-882,9-155-871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1.9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62 372,'0'-3'246,"1"-1"-1,-1 1 1,1-1 0,-1 1 0,1 0-1,0-1 1,1 1 0,-1 0-1,1-1 1,-1 1 0,1 0 0,0 0-1,0 0 1,0 0 0,0 1-1,5-5 1,-5 4 682,0 4-88,3 8-680,-3-4-39,-1 1 1,0 0 0,0 0 0,-1-1-1,1 1 1,-1 0 0,-1 0 0,1 0-1,-2 6 1,1 13 233,-1 38 126,1-29-357,1 0 1,1-1-1,8 48 0,-7-25-117,-3-51-12,1 0 0,-1 0 1,1 0-1,0 0 0,1 0 1,-1 0-1,1 0 1,0 0-1,0 0 0,1 0 1,2 7-1,-2-5 8,4 7 8,-4-12-9,-1-8-7,-1 5 10,29-20 37,-25 18-113,0-1 0,1 1 0,-1 0 0,0 0 0,1 1 0,0-1 0,5-1 0,-5 2-550,0 0 0,0-1 0,0 0 1,0 0-1,0 0 0,-1 0 0,6-5 0,-2 2-752,1 1-251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2.2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8 100 564,'-8'0'2478,"22"-6"-2353,0 0 0,1 1 1,-1 1-1,1 0 0,19-1 0,-11 1-325,-1-1 0,24-8 0,-14 1-180,55-23 314,-86 35 100,0 0-1,-1 0 1,1 0 0,0 0-1,0 0 1,-1 0 0,1 0-1,0 0 1,0 0 0,0 0-1,-1 0 1,1 0 0,0 1-1,0-1 1,-1 0 0,1 1-1,0-1 1,-1 0 0,1 1-1,0-1 1,-1 1 0,1-1-1,-1 1 1,1-1 0,-1 1-1,1 0 1,-1-1 0,1 1-1,-1-1 1,1 1 0,-1 0 0,0 0-1,1-1 1,-1 1 0,0 0-1,0 0 1,0-1 0,1 1-1,-1 0 1,0 1 0,7 32 669,-17 135 350,6-144-957,-1 3-3966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2.4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43 1172,'0'-16'944,"0"10"-304,0-4-224,0 5-144,0-1 20,0 12-936,0-1-1812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2.6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1 376,'-4'22'1877,"3"-19"-1771,0 0 0,0 0 0,0 0 1,1 0-1,-1 0 0,1 0 0,0 0 0,0 0 0,0 0 1,0 0-1,2 5 0,3 17 659,0 0 1,2 45-1,1 0 326,13 120 45,-15-155-1108,6 56 24,-12-86-119,0-1 0,0 1 0,1-1 0,0 1 0,0-1 0,0 1 0,1-1 0,-1 0 0,1 0 0,0 0 0,4 6 0,-1-10-2282,2-11 260,-7 11 2051,8-10-1464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2.9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86 728,'0'-3'86,"0"0"1,0 0-1,0 0 0,1-1 0,-1 1 1,1 0-1,-1 0 0,1 0 0,0 0 1,1 0-1,-1 0 0,0 0 0,1 0 1,0 1-1,-1-1 0,1 0 1,0 1-1,0 0 0,1-1 0,-1 1 1,0 0-1,1 0 0,-1 0 0,1 0 1,0 1-1,0-1 0,-1 1 0,1-1 1,0 1-1,0 0 0,0 0 0,1 1 1,4-2-1,-2 0-59,1 1 0,-1-1 0,1 1 0,0 1 0,0-1 0,-1 1 0,1 0 0,0 1 0,-1-1 0,1 1 1,0 1-1,-1-1 0,11 5 0,-12-4 4,-1 0 1,0 1 0,0 0 0,0-1 0,0 1-1,0 1 1,-1-1 0,1 0 0,-1 1 0,0 0-1,0 0 1,0 0 0,-1 0 0,1 0-1,-1 0 1,0 1 0,0-1 0,-1 1 0,1 0-1,0 5 1,-1-1 13,0-1 0,-1 0-1,0 0 1,-1 0 0,0 0 0,0 0-1,0 1 1,-1-2 0,-1 1 0,1 0-1,-1 0 1,0-1 0,-1 1 0,0-1-1,0 0 1,0 0 0,-1-1 0,0 1-1,-1-1 1,1 0 0,-1 0 0,0-1 0,-1 0-1,1 0 1,-1 0 0,0-1 0,0 0-1,0 0 1,-1-1 0,-9 3 0,17-5-122,-1-1 1,0 0 0,0 0 0,0 1 0,0-1-1,0 0 1,0 0 0,1 0 0,-1 0 0,0 0-1,0 0 1,0 0 0,0 0 0,0 0 0,0-1-1,1 1 1,-1 0 0,0 0 0,0-1 0,0 1-1,1-1 1,-1 1 0,0-1 0,0 1 0,1-1-1,-1 1 1,0-1 0,1 1 0,-1-1 0,1 0-1,-1 0 1,1 1 0,-1-1 0,1 0 0,-1 0-1,1 1 1,0-1 0,-1 0 0,1 0 0,0 0-1,0 0 1,-1 0 0,1 1 0,0-1 0,0 0-1,0 0 1,0 0 0,0 0 0,1 0 0,-1 0-1,0 1 1,0-1 0,1 0 0,-1 0 0,1-1 0,7-13-1696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3.2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24 108,'9'-8'1768,"10"-8"715,-12 21-1642,-4 15-465,6 33 1069,10 142 1359,-15-106-2047,0-42-1968,-3 1-5735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3.42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 1280,'-2'11'2259,"4"-7"-2130,-1 0 0,0 0 0,0 1 0,-1-1 0,1 0 0,-1 0 0,0 0 0,0 1 0,0-1 1,-2 8-1,1 28 226,7-11-382,-1 1 0,-1-1 0,-1 34 0,-3-61-413,7-7-2178,-5 0 1262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3.5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19 117 996,'0'-26'1168,"0"4"-308,-9 7-216,9 4-144,0-5-132,0 6-116,-10 4-96,20 1-72,-10 0-68,9 10-496,-9 6 88,9-6-140,-9 6-148,0-1-180,10 6-192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4.2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8 303 520,'-5'10'1270,"4"-10"-1257,1 1-1,0-1 1,0 0 0,0 0-1,0 0 1,0 0-1,0 0 1,-1 0 0,1 1-1,0-1 1,0 0-1,0 0 1,0 0-1,0 0 1,0 0 0,0 1-1,0-1 1,0 0-1,0 0 1,0 0-1,0 0 1,0 1 0,0-1-1,0 0 1,0 0-1,0 0 1,0 0 0,0 1-1,0-1 1,0 0-1,0 0 1,0 0-1,0 0 1,0 1 0,0-1-1,0 0 1,0 0-1,1 0 1,-1 0 0,0 0-1,0 0 1,0 1-1,0-1 1,0 0-1,0 0 1,1 0 0,-1 0-1,0 0 1,0 0-1,0 0 1,0 0-1,1 0 1,-1 0 0,0 0-1,0 0 1,0 0-1,0 1 1,1-1 0,-1 0-1,0 0 1,0-1-1,0 1 1,0 0-1,0 0 1,1 0 0,-1 0-1,0 0 1,0 0-1,0 0 1,4 1 146,-1 0-1,0-1 1,1 1 0,-1-1 0,0 0-1,1 0 1,-1 0 0,0 0 0,0-1-1,1 1 1,-1-1 0,0 0 0,0 0-1,1 0 1,-1 0 0,0-1 0,0 1-1,0-1 1,-1 0 0,1 1 0,0-1-1,3-4 1,0 1 130,1 0 0,-1 0 0,0-1 1,-1 1-1,1-2 0,-1 1 0,0 0 0,5-10 0,1-15 1530,-16 29-599,-9 9-697,6-3-508,1 1-1,0 0 0,0 1 1,0 0-1,1 0 0,0 0 1,0 1-1,0 0 0,1 0 0,0 0 1,1 1-1,-1 0 0,2 0 1,-1 0-1,1 0 0,0 1 1,0-1-1,1 1 0,-1 12 1,3-19-21,-1 0 0,1 1 1,0-1-1,1 1 1,-1-1-1,0 1 1,1-1-1,-1 0 1,1 1-1,0-1 1,-1 0-1,1 1 0,0-1 1,1 0-1,-1 0 1,0 0-1,1 0 1,-1 0-1,1 0 1,-1 0-1,1 0 1,0-1-1,0 1 0,3 1 1,-2-2-152,0 0-1,1 0 1,-1 0-1,1 0 1,-1-1 0,1 0-1,-1 1 1,1-1-1,-1-1 1,1 1 0,-1 0-1,0-1 1,1 0-1,-1 0 1,5-1 0,1-1-197,-1-1 0,0 1 1,0-1-1,0-1 1,0 1-1,-1-1 1,0-1-1,0 0 1,0 0-1,0 0 0,-1 0 1,0-1-1,7-11 1,-7 3 429,-1-1-1,0 0 1,-1 0 0,-1 0 0,-1-1 0,0 0-1,-1 1 1,-1-22 0,0 38-69,0 0 1,0-1-1,0 1 1,-1 0-1,1-1 1,0 1-1,0 0 1,0-1-1,0 1 1,1 0-1,-1 0 0,0-1 1,0 1-1,0 0 1,0-1-1,0 1 1,0 0-1,0-1 1,1 1-1,-1 0 1,0 0-1,0-1 1,0 1-1,1 0 0,-1 0 1,0-1-1,0 1 1,1 0-1,-1 0 1,0 0-1,0-1 1,1 1-1,-1 0 1,0 0-1,1 0 1,-1 0-1,0 0 0,0 0 1,1 0-1,14 7 57,11 16-68,-18-12 72,0 0-1,-1 1 1,0-1-1,-1 1 1,0 0 0,-1 1-1,0 0 1,-1-1 0,0 2-1,1 12 1,-8-28 193,1-1 0,-1 0 0,1 0 1,-1 0-1,1-1 0,0 1 0,0 0 0,0-1 0,0 0 0,1 1 1,0-1-1,-2-5 0,4-4-168,1 0 1,0 0 0,0 0-1,1 0 1,1 1-1,0-1 1,1 1-1,1 0 1,11-20-1,2 2-817,1 2 0,36-41 0,-40 51-776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5.1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49 0 1176,'-10'0'3851,"11"34"-2852,0-7-234,-1-1 0,-1 0 0,-2 0 1,0 0-1,-10 37 0,9-49-517,1 1 1,1-1-1,0 22 1,-4 20 116,4-42-343,1 1-1,0-1 0,2 19 1,0-3-902,-1-29 118,3-4-50,0 1 0,0 0-1,0-1 1,0 1-1,0-1 1,-1 0 0,1 0-1,2-4 1,4-8-1121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5.5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 36 204,'14'-29'2377,"-10"22"324,-3 31-1155,-1-16-1527,-2 27 635,-1 0-1,-11 43 0,7-43-562,2 1 1,-2 45-1,7-71-104,0-3 25,0 1 0,0-1 1,0 1-1,4 13 0,-4-20-12,0 0-1,0 0 0,0-1 1,1 1-1,-1 0 1,1 0-1,-1-1 0,0 1 1,1 0-1,-1-1 0,1 1 1,-1 0-1,1-1 0,0 1 1,-1-1-1,1 1 0,0-1 1,-1 1-1,1-1 1,0 0-1,0 1 0,1-1-6,-1 0 1,0 0-1,1 0 0,-1 0 0,0 0 1,1 0-1,-1-1 0,0 1 0,0 0 1,1-1-1,-1 1 0,0-1 0,0 0 1,0 1-1,0-1 0,0 0 0,0 0 1,2 0-1,6-7-86,1-1 1,-1 0-1,-1 0 1,1 0-1,-2-1 1,1 0-1,-1-1 1,-1 0-1,0 0 0,0 0 1,-2-1-1,1 1 1,-1-1-1,-1 0 1,0-1-1,0 1 1,-2-1-1,1-14 1,-1 26 92,-1 1-1,0-1 1,0 0 0,0 1 0,0-1 0,0 1 0,0-1-1,0 1 1,0-1 0,0 0 0,0 1 0,-1-1 0,1 1 0,0-1-1,0 1 1,0-1 0,-1 1 0,1-1 0,0 1 0,-1-1 0,1 1-1,0-1 1,-1 1 0,1-1 0,-1 1 0,1 0 0,-1-1 0,1 1-1,-1 0 1,1-1 0,-1 1 0,1 0 0,-1 0 0,1-1 0,-1 1-1,1 0 1,-2 0 0,-24 10 31,18-5-15,1 1 0,-1 0 0,1 0 0,-8 10 0,7-4-25,1 1 1,1-1-1,0 1 1,1 0-1,0 1 1,-5 24-1,9-37-78,1 1 0,0-1 0,-1 1 0,1-1 0,0 1 0,0 0-1,0-1 1,0 1 0,0 0 0,1-1 0,-1 1 0,0-1 0,1 1 0,-1-1 0,1 1 0,-1-1 0,1 1 0,0-1 0,0 1 0,0-1-1,0 0 1,0 1 0,0-1 0,0 0 0,0 0 0,0 0 0,0 0 0,1 0 0,-1 0 0,0 0 0,1 0 0,-1-1 0,1 1 0,-1 0-1,1-1 1,-1 1 0,1-1 0,0 0 0,-1 1 0,1-1 0,2 0 0,14 0-1766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6.09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228 45 1304,'0'0'1030,"28"-17"3204,-28 16-4141,0 0 1,0 0-1,0 0 0,-1 0 1,1 0-1,0 0 0,0 0 1,-1 0-1,1 0 0,-1 0 0,1 0 1,-1 0-1,1 1 0,-1-1 1,1 0-1,-1 0 0,0 0 1,1 1-1,-1-1 0,0 0 1,0 1-1,0-1 0,0 1 1,1-1-1,-3 0 0,-32-5 526,26 6-629,-1 1 0,1 1 0,-1-1 0,1 1 0,-16 6 0,15-3 1,1 0 1,-1 0-1,1 1 1,0 0-1,1 1 1,-1 0-1,2 0 1,-1 1-1,1 0 1,0 0-1,0 1 1,1 0-1,0 0 1,1 0-1,-8 18 1,13-26 6,-1 0 1,1 0-1,-1 0 0,1 0 1,0 0-1,-1 0 0,1 0 1,0-1-1,-1 1 0,1 0 1,0 0-1,0 0 0,0 0 1,0 0-1,0 0 0,0 0 1,0 0-1,1 0 0,-1 0 1,0 0-1,1 0 0,-1 0 1,0 0-1,1 0 0,-1 0 1,1 0-1,-1 0 0,1-1 1,-1 1-1,2 1 1,0-1-18,0-1 1,0 1 0,0-1-1,0 1 1,0-1 0,0 0-1,0 0 1,0 0-1,-1 0 1,1 0 0,0 0-1,0-1 1,0 1 0,3-2-1,6-1-168,-1-1-1,1 0 0,-1-1 0,15-9 0,-6-1-5,-1-1 0,-1-1-1,0 0 1,17-24-1,0 1 645,-34 39-408,1 1-1,0 0 1,-1 0-1,1 0 1,-1 0-1,1 0 1,-1 0-1,1 0 1,0 1 0,-1-1-1,1 0 1,-1 0-1,1 0 1,-1 1-1,1-1 1,-1 0-1,1 0 1,-1 1-1,1-1 1,-1 0-1,0 1 1,1-1-1,-1 1 1,1-1-1,-1 0 1,0 1-1,1-1 1,-1 1-1,0-1 1,0 1-1,1-1 1,-1 1-1,0 0 1,0 0-1,21 33 508,1 1-53,-6-10-291,-15-22-280,0-1 0,0 0 0,0 0 0,1 1 1,-1-1-1,1 0 0,-1 0 0,1 0 0,0-1 0,0 1 0,2 1 1,17-12-3904,-11 4 1706,7-1-175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6.6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284 249 340,'-13'-8'3758,"11"6"-3576,0 1-1,0-1 0,-1 1 1,1 0-1,0 0 0,0 0 1,-1 0-1,1 0 0,-1 0 1,1 0-1,-1 1 0,1-1 1,-1 1-1,1 0 0,-1 0 1,1 0-1,-1 0 0,1 0 1,-1 1-1,1-1 0,-1 1 0,1-1 1,-1 1-1,-3 2 0,-18 6 180,2-2-134,1 2 0,-1 0 0,-20 14 1,36-20-222,0 1 0,0 1 1,1-1-1,0 1 0,0 0 1,0 0-1,0 0 1,1 1-1,0-1 0,0 1 1,0 0-1,1 0 0,0 1 1,-4 12-1,6-15-12,0 0-1,0 0 0,1 0 1,0 0-1,-1 0 1,2 0-1,-1 0 0,0 1 1,1-1-1,0 0 1,0 0-1,0 0 0,0 0 1,0 0-1,5 6 1,-5-8-21,0-1 0,0 1-1,0 0 1,0-1 0,1 0 0,-1 1 0,1-1 0,-1 0 0,1 0 0,-1 0 0,1 0 0,0 0 0,-1 0-1,1 0 1,0 0 0,0-1 0,0 1 0,0-1 0,-1 0 0,1 1 0,0-1 0,0 0 0,0 0 0,0 0 0,0 0-1,0 0 1,0-1 0,0 1 0,0-1 0,-1 1 0,1-1 0,0 1 0,0-1 0,0 0 0,-1 0 0,1 0 0,2-2-1,15-8-491,-1-1 0,0-1 0,19-16-1,-29 22 439,-1 0-1,0-1 0,0 0 0,-1 0 0,0 0 1,0-1-1,-1 0 0,0 0 0,4-10 1,3-11 32,-8 23 47,-1 0 1,-1 0-1,1 0 1,2-15 0,2-13 26,-3 18 46,-2 1 1,3-31 0,-5 41 27,1-1 0,-1 0 0,0 0 1,0 0-1,-1 0 0,0 0 0,-1 0 1,1 1-1,-1-1 0,0 0 0,-1 1 1,1 0-1,-1-1 0,-8-10 0,9 18-69,1 0 0,-1 0 0,1 0 0,-1 1 0,1-1 0,0 0 0,-1 1-1,1-1 1,0 1 0,0-1 0,0 1 0,0 0 0,0-1 0,1 1 0,-1 0 0,0 0-1,0 3 1,-19 50 105,13-24-106,1 1-1,2-1 1,0 1 0,3 0-1,0 0 1,6 40 0,-2-47-81,-3-18-13,1 0 0,-1 0 1,2 0-1,-1 0 0,1 0 1,-1 0-1,2-1 0,-1 1 1,1-1-1,0 1 0,1-1 1,-1 0-1,1 0 0,0-1 1,8 9-1,-11-13-62,0-1 0,-1 1 0,1-1 0,0 1 0,0-1 0,0 1 0,0-1 0,0 1 0,0-1 0,0 0 0,0 0 0,0 0 0,0 1 0,0-1 0,0 0 0,0 0 0,0 0 0,0 0 0,0-1 0,0 1 0,0 0 0,0 0 0,0-1 0,-1 1 0,1 0 0,0-1 0,0 1 0,1-1 0,0 0-113,15-4-1823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7.1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138 57 1276,'6'-26'1989,"-6"24"-1771,0 0 1,1 0-1,-1 0 0,0 0 0,1 0 0,-1 0 0,1 0 0,0 0 1,-1 0-1,1 0 0,0 1 0,0-1 0,3-3 0,7 47 1344,-7-15-1063,-3-23-410,0 0 0,0 0 0,0 1-1,-1-1 1,0 0 0,0 1-1,0 5 1,-47 310 2093,43-291-2218,3-20 28,0 0-1,0-1 1,-1 1 0,-5 13-1,7-22 9,0 1 0,-1-1-1,1 1 1,0-1 0,0 1-1,0-1 1,0 1 0,0 0 0,0-1-1,0 1 1,0-1 0,0 1-1,0-1 1,0 1 0,0-1-1,0 1 1,0-1 0,0 1-1,0 0 1,1-1 0,-1 1-1,0-1 1,0 1 0,1-1-1,-1 0 1,1 1 0,-1-1-1,0 1 0,1-1 0,-1 0 0,0 0 0,0 0 0,1 0 0,-1 0 0,0 0 0,0 0 0,1-1 0,-1 1 0,0 0 0,0 0 0,1 0 0,-1 0 1,0 0-1,0 0 0,1 0 0,-1 0 0,0-1 0,0 1 0,0 0 0,1 0 0,-1 0 0,0 0 0,0-1 0,0 1 0,0 0 0,0 0 0,1-1 0,-1 1 0,0 0 0,0 0 0,0 0 0,0-1 0,0 1 0,0 0 1,0 0-1,0-1 0,0 1 0,0 0 0,0 0 0,0-1 0,0 1 0,0 0 0,0 0 0,0-1 0,0 1 0,0 0 0,0 0 0,0-1 0,0 1 0,0 0 0,-1 0 0,1-1 0,9-46-133,-8 29 104,-1 13 27,1 0 0,-1-1 0,0 1 0,0-1 0,0 1 0,-1 0 0,0-1 0,0 1 0,0 0 1,-1 0-1,0-1 0,0 1 0,0 1 0,-1-1 0,-2-5 0,3 8 4,-1-1-2,1 1 0,0-1-1,-1 1 1,1-1 0,-1 1 0,0 0 0,0 0 0,-3-2 0,4 4 1,1-1 1,0 1 0,-1 0-1,0 0 1,1-1-1,-1 1 1,1 0 0,-1 0-1,1 1 1,-1-1 0,1 0-1,-1 0 1,1 1-1,0-1 1,-1 1 0,1-1-1,-1 1 1,1 0-1,0 0 1,-1-1 0,1 1-1,0 0 1,0 0-1,-2 2 1,-1 2 17,-1 0 1,1 0-1,1 1 0,-1-1 0,1 1 1,0 0-1,0-1 0,1 1 1,-1 1-1,2-1 0,-3 7 0,3-10 4,0 0-1,1-1 1,-1 1-1,1 0 1,-1 0-1,1 0 1,0 0-1,0-1 0,0 1 1,0 0-1,0 0 1,1 0-1,0 0 1,-1-1-1,1 1 1,0 0-1,0-1 1,0 1-1,1 0 0,-1-1 1,1 1-1,-1-1 1,1 0-1,0 0 1,0 1-1,0-1 1,2 1-1,-2-2-62,1 0 0,-1 0 0,0 0 0,0-1-1,1 1 1,-1-1 0,0 0 0,1 0 0,-1 0 0,0 0-1,1 0 1,-1 0 0,0-1 0,1 1 0,-1-1 0,0 1 0,3-2-1,38-19-2441,-36 17 1827,29-25-3041,-24 17 1852,6 0-236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47.8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1 170 788,'0'0'2383,"11"1"153,13-14-290,-14 9-1973,-1-1-1,0 0 0,0 0 1,-1-1-1,1 0 1,-1-1-1,7-7 0,5-4-20,-16 16-202,0-1-1,-1 0 1,0 0-1,0-1 1,0 1-1,0-1 1,3-4-1,2-1 94,-8 8-117,1 0-1,0 0 1,0 0 0,-1 1-1,1-1 1,0 0-1,-1 0 1,1 0 0,-1 0-1,1 0 1,-1 0 0,1 0-1,-1 0 1,0 0 0,1 0-1,-1-1 1,0 1-1,0 0 1,0-2 0,5-6 367,-5 9-385,0 0-1,0 0 0,0 0 0,0 0 0,0 0 1,0 0-1,1 0 0,-1 0 0,0-1 1,0 1-1,0 0 0,0 0 0,0 0 0,0 0 1,0 0-1,0 0 0,0-1 0,0 1 1,0 0-1,0 0 0,0 0 0,0 0 0,0-1 1,0 1-1,0 0 0,0 0 0,0 0 1,0 0-1,0 0 0,0-1 0,0 1 0,0 0 1,0 0-1,0 0 0,0 0 0,0 0 1,0 0-1,0-1 0,0 1 0,-1 0 0,1 0 1,0 0-1,0 0 0,0 0 0,0 0 1,0 0-1,0-1 0,-1 1 0,1 0 0,0 0 1,0 0-1,0 0 0,0 0 0,0 0 1,-1 0-1,1 0 0,0 0 0,0 0 0,0 0 1,0 0-1,0 0 0,-1 0 0,1 0 1,0 0-1,0 0 0,0 0 0,0 0 0,-7 3 150,1 0 0,0 0 0,0 0 0,0 1-1,0 0 1,1 0 0,-10 9 0,6-4-42,0 1 1,1 0 0,0 0 0,1 1 0,0-1 0,1 2 0,0-1 0,-9 24 0,13-28-85,-1 1 0,1 0 0,0-1-1,1 1 1,0 0 0,0 0 0,1 0 0,0 0 0,0 0 0,1 0 0,0 0 0,0 0 0,1 0 0,5 15 0,-6-22-38,1 0-1,-1 1 1,1-1-1,-1 0 1,1 0-1,-1 0 1,1 0-1,-1 0 1,1 0-1,0 0 1,0-1-1,-1 1 1,1 0-1,0-1 1,0 0-1,0 1 1,0-1-1,-1 0 1,1 0-1,0 0 1,0 0-1,0 0 1,0-1-1,0 1 1,-1-1-1,4 0 1,46-16-1029,-41 11 566,0 0 1,0-1-1,-1 0 0,0-1 1,0 0-1,-1-1 1,0 1-1,-1-2 0,0 1 1,0-1-1,-1 0 1,0 0-1,8-22 0,-9 18 585,0 0 1,-2-1-1,0 1 0,0-1 0,-1 1 0,-1-22 0,4 25 635,-5 11-738,0 0-1,0 0 1,0 0 0,0 0-1,0 0 1,-1 0 0,1 1-1,0-1 1,0 0 0,0 0-1,0 0 1,0 0 0,0 1-1,0-1 1,0 0-1,0 0 1,0 0 0,0 0-1,0 1 1,0-1 0,0 0-1,0 0 1,0 0 0,0 0-1,0 0 1,0 1 0,1-1-1,-1 0 1,0 0 0,0 0-1,0 0 1,0 0 0,0 1-1,0-1 1,0 0 0,0 0-1,1 0 1,-1 0 0,0 0-1,0 0 1,0 0-1,0 0 1,0 0 0,1 1-1,-1-1 1,0 0 0,0 0-1,0 0 1,0 0 0,1 0-1,-1 0 1,0 0 0,0 0-1,0 0 1,0 0 0,1 0-1,-1 0 1,0 0 0,0 0-1,0 0 1,0 0 0,0-1-1,1 1 1,25 53 891,-20-33-815,-1 1 0,-1 0 0,-2-1 0,0 1 0,0 23 0,-12-30 200,10-14-271,0 0 0,0 0 0,0 0 0,0 1 0,0-1 0,-1 0 0,1 0 0,0 0 0,0 0 0,0 0 0,0 1 0,-1-1 0,1 0 0,0 0 0,0 0 0,0 0 0,-1 0 0,1 0 0,0 0 0,0 0 0,0 0 0,-1 0 0,1 0 0,0 0 0,0 0 0,-1 0 0,1 0 0,0 0 0,0 0 0,0 0 0,-1 0 0,1 0 0,0 0 0,0 0 0,0 0 0,-1 0 0,1-1 0,0 1 0,0 0 0,0 0 0,0 0 0,-1 0 0,1 0 0,0-1 0,0 1 0,0 0 0,0 0 0,0 0 0,-1 0 0,1-1 0,0 1 0,0 0 0,0 0 0,0 0 0,0-1 0,0 1 0,0 0 0,0 0 0,0-1 0,-5-8 853,5 9-850,0 0 0,-1 0 0,1-1 0,0 1 0,-1 0 0,1-1 0,0 1 0,0 0 1,-1-1-1,1 1 0,0-1 0,0 1 0,0 0 0,-1-1 0,1 1 0,0-1 0,0 1 0,0 0 0,0-1 0,0 1 0,0-1 0,0 1 0,0-1 0,0 1 0,0 0 0,0-1 0,0 1 0,0-1 0,0 1 0,1-1 0,-1 1 0,0-1 0,3-6 64,38-95 874,-36 91-1224,1 1-1,1-1 0,0 1 1,0 0-1,1 1 1,0 0-1,11-10 0,0 6-3143,-10 9-2043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6.6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86 225 616,'0'0'96,"0"0"1,0 0-1,-1 0 0,1 0 1,0 0-1,-1 0 0,1 0 1,0 0-1,-1 0 0,1 0 1,0 0-1,-1 0 0,1 0 0,0 0 1,-1 0-1,1 0 0,0 1 1,-1-1-1,1 0 0,0 0 1,-1 0-1,1 0 0,0 1 1,0-1-1,-1 0 0,1 0 1,0 1-1,0-1 0,0 0 1,-1 0-1,1 1 0,0-1 0,0 0 1,0 1-1,0-1 0,0 0 1,-1 0-1,1 1 0,5 12 1181,0 0-541,-4-11-674,0-1 0,0 1 0,0-1 0,0 1 0,1-1 0,-1 0 0,0 1 0,0-1 0,1 0 0,-1 0 0,1 0 0,-1 0 0,1 0 0,0 0 0,-1 0 0,1-1 0,0 1 0,-1 0-1,1-1 1,0 0 0,0 1 0,-1-1 0,1 0 0,0 0 0,0 0 0,0 0 0,0 0 0,2-1 0,6-3-51,-1-1 0,0 1 0,-1-2 0,1 1 0,-1-1 0,0-1 0,0 1 0,-1-1 0,0-1 0,0 1 0,-1-1 0,0-1 0,9-14 0,-10 16 2,-2 1-11,0 1 0,-1 0 0,1-1 0,-1 1 0,-1-1 1,1 0-1,-1 0 0,0 0 0,0 1 0,-1-1 0,1 0 0,-2 0 1,1 0-1,0 0 0,-3-10 0,3 13-2,-1 0-1,0 0 1,0 0 0,1 0-1,-2 0 1,1 0 0,0 0-1,-1 0 1,1 1 0,-1-1-1,0 0 1,0 1 0,0-1-1,0 1 1,0 0 0,0 0-1,-1 0 1,1 0 0,-1 0-1,1 0 1,-1 0 0,0 1-1,0 0 1,0-1 0,0 1-1,0 0 1,0 1 0,0-1-1,0 0 1,-6 0 0,2 2 6,0 0-1,0 0 1,1 0 0,-1 1 0,1 0 0,-1 0 0,1 0 0,0 1-1,0 0 1,0 0 0,0 1 0,0 0 0,1 0 0,-7 6-1,5-4 24,0 1 0,0 0 0,1 1-1,0-1 1,1 1 0,0 0-1,0 1 1,0-1 0,-3 12-1,3-9 8,-3 13 54,0 0 1,-8 43-1,15-59-82,0 0 0,1 1-1,-1-1 1,2 1-1,-1-1 1,1 0 0,1 1-1,0-1 1,0 0 0,0 0-1,1 0 1,5 10 0,-7-14-58,1-1 0,0 0 1,-1 1-1,2-1 0,-1 0 1,0 0-1,0 0 1,1 0-1,0 0 0,-1-1 1,1 1-1,0-1 1,0 0-1,1 0 0,-1 0 1,0 0-1,1 0 1,-1-1-1,1 1 0,0-1 1,-1 0-1,1 0 1,0-1-1,0 1 0,-1-1 1,1 0-1,0 1 1,0-2-1,0 1 0,-1 0 1,1-1-1,0 0 1,0 0-1,-1 0 0,1 0 1,-1-1-1,1 1 1,-1-1-1,5-3 0,0 0 13,-1 0-1,0-1 0,0-1 0,0 1 0,-1-1 0,0 0 1,0 0-1,-1-1 0,0 1 0,0-1 0,-1 0 1,0-1-1,0 1 0,-1-1 0,0 0 0,-1 0 0,3-12 1,-5 20 79,0 0 0,0 0 0,0 0 0,0 1 0,0-1 1,0 0-1,0 0 0,0 1 0,1-1 0,-1 0 0,0 0 1,1 1-1,-1-1 0,0 0 0,1 1 0,-1-1 0,1 0 1,-1 1-1,1-1 0,-1 1 0,1-1 0,-1 0 0,1 1 1,0 0-1,0-1 0,0 1-11,-1 0 0,1 0 0,-1 0 0,1 0 0,-1 1 0,1-1 1,-1 0-1,1 0 0,-1 1 0,1-1 0,-1 0 0,1 1 0,-1-1 0,0 0 0,1 1 0,-1-1 0,0 1 0,1-1 1,-1 1-1,0-1 0,1 1 0,-1-1 0,0 1 0,0-1 0,0 1 0,0-1 0,1 1 0,-1-1 0,0 1 1,0-1-1,0 1 0,0 0 0,0-1 0,0 1 0,0-1 0,0 1 0,-1-1 0,1 1 0,0-1 0,0 2 0,18 60 1739,-17-59-1745,-1 0 0,1 0 0,-1 0 0,1 0 0,0 0 0,0 0 1,0 0-1,1 0 0,-1 0 0,1-1 0,-1 1 0,5 4 0,-4-8-53,-1-1 0,1 0 0,0 0 0,0 0 0,-1 0 0,1 0 0,-1 0 0,1 0 0,-1 0 0,0 0 0,0-1 0,0 1 0,0 0 0,0-1 0,0 1 0,0-6 0,5-9-229,17-23-329,-8 13 350,1 0 1,35-42-1,-51 68 243,0 1-1,1 0 1,-1-1-1,0 1 1,1 0-1,-1-1 1,0 1-1,1 0 1,-1-1-1,0 1 1,1 0-1,-1 0 1,1 0-1,-1-1 0,1 1 1,-1 0-1,0 0 1,1 0-1,-1 0 1,1 0-1,-1 0 1,1 0-1,-1 0 1,1 0-1,-1 0 1,0 0-1,1 0 0,-1 0 1,1 0-1,-1 0 1,1 1-1,-1-1 1,0 0-1,1 0 1,0 1-1,12 16 598,3 28 707,-15-39-1171,4 13 207,0 0 0,-2 0 0,3 38-1,3-10-3641,2-62-3242,-3 9 5017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7.2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188 329 1012,'0'-1'411,"1"-1"1,-1 1-1,0 0 0,0-1 1,0 1-1,0-1 0,-1 1 1,1-1-1,0 1 0,-1 0 0,1-1 1,0 1-1,-1 0 0,0-1 1,1 1-1,-1 0 0,0 0 1,0-1-1,1 1 0,-1 0 0,-2-1 1,1 1-240,0 0 0,0 1 0,0 0 0,0 0 1,-1 0-1,1-1 0,0 2 0,0-1 0,0 0 1,0 0-1,0 1 0,0-1 0,0 1 0,0 0 0,0 0 1,-3 1-1,-5 2-47,0 1 1,0 0-1,1 1 1,0 0 0,0 0-1,1 1 1,-1 0-1,-10 13 1,14-15-114,0 0-1,1 1 1,0-1 0,0 1 0,0 0-1,1 0 1,0 1 0,0-1 0,1 1 0,-1-1-1,2 1 1,-1 0 0,1 0 0,-1 9 0,2-14-31,0-1 0,0 1 1,0 0-1,0-1 0,0 1 1,0 0-1,1 0 1,-1-1-1,1 1 0,0 0 1,-1-1-1,1 1 0,0-1 1,0 1-1,0-1 0,0 1 1,0-1-1,0 0 1,0 0-1,0 1 0,1-1 1,-1 0-1,0 0 0,1 0 1,-1 0-1,1 0 0,-1-1 1,1 1-1,0 0 1,-1-1-1,1 1 0,0-1 1,2 1-1,0-1-107,0 1 0,0-1 0,0 0 0,0 0 0,1-1 0,-1 0 0,0 1 0,0-1 1,0 0-1,0-1 0,0 1 0,7-5 0,1-2-200,0 0 0,0-1-1,-1-1 1,0 0 0,0-1 0,-1 0 0,-1 0 0,0-1 0,9-15 0,-9 11 174,1-1 1,-2 0-1,0-1 1,-2 0 0,0 0-1,7-33 1,-10 31 432,-2 1 1,0-1-1,-1 0 1,0 0-1,-2 0 1,-7-34 0,-2 5 2483,11 48-2748,0 1 1,0 0-1,0 0 0,0-1 1,0 1-1,0 0 0,0 0 1,0-1-1,0 1 0,0 0 1,0 0-1,0 0 0,0-1 1,0 1-1,0 0 0,-1 0 1,1-1-1,0 1 0,0 0 1,0 0-1,0 0 0,0-1 0,0 1 1,-1 0-1,1 0 0,0 0 1,0 0-1,0 0 0,-1-1 1,1 1-1,0 0 0,0 0 1,0 0-1,-1 0 0,1 0 1,0 0-1,0 0 0,-1 0 1,1 0-1,0 0 0,0 0 1,-1 0-1,1 0 0,0 0 0,0 0 1,0 0-1,-1 0 0,1 0 1,0 0-1,0 0 0,-1 0 1,1 0-1,0 0 0,0 0 1,0 1-1,-1-1 0,1 0 1,0 0-1,0 0 0,-1 1 1,1-1 4,-1 1 0,0 0 1,0 0-1,0 0 0,1 0 0,-1 0 1,1 0-1,-1 0 0,0 0 1,1 0-1,0 0 0,-1 0 1,1 0-1,0 0 0,-1 0 1,1 1-1,0-1 0,0 0 1,0 1-1,-19 150 2454,19-150-2450,5 138 916,-3-121-931,0-1 0,2 1 0,0-1 0,1 0 0,9 23 0,-12-21-225,-2-19 154,0-1-1,0 1 1,0 0-1,0 0 1,0 0-1,0 0 1,0-1 0,0 1-1,0 0 1,0 0-1,0 0 1,0-1-1,1 1 1,-1 0-1,0 0 1,0 0 0,1-1-1,-1 1 1,1 0-1,-1-1 1,1 1-1,-1 0 1,1-1-1,-1 1 1,1 0 0,1 0-1,0-1-448,0 0 0,0 0 0,0 1 0,0-2-1,0 1 1,0 0 0,1 0 0,-1-1 0,0 1 0,0-1 0,0 0-1,0 1 1,0-1 0,0 0 0,-1 0 0,1 0 0,0-1 0,2-1-1,13-6-1707,2-1 66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7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47 64,'-8'-11'3452,"5"11"-1738,6 6-765,5 4-545,-1 0 1,0 1-1,0 0 1,-1 1-1,-1-1 1,6 18 0,20 78 1592,-29-79-1681,-2-25-282,0 1 0,0-1-1,0 0 1,1 1 0,-1-1 0,1 1 0,0-1 0,0 0 0,2 6 0,-3-9-32,0 1 0,0-1 0,0 1 0,0-1 0,0 0 0,0 1 0,0-1 0,0 1 0,0-1 0,0 1 1,0-1-1,0 0 0,0 1 0,0-1 0,0 1 0,-1-1 0,1 0 0,0 1 0,0-1 0,0 0 0,-1 1 0,1-1 0,0 0 0,-1 1 0,1-1 0,0 0 0,-1 1 0,1-1 0,0 0 0,-1 0 0,1 1 0,0-1 0,-1 0 0,1 0 0,-1 0 0,1 0 1,0 0-1,-1 0 0,1 1 0,-1-1 0,1 0 0,-1 0 0,1 0 0,0 0 0,-1-1 0,1 1 0,-1 0 0,1 0 0,-1 0 0,1 0 0,0 0 0,-1 0 0,1-1 0,0 1 0,-1 0 0,1 0 0,-1-1 0,1 1 0,0 0 0,0 0 0,-1-1 0,1 1 1,0 0-1,-1-1 0,1 1 0,0 0 0,0-1 0,-1 0 0,-1-3-23,1 0 1,-1 0-1,1 0 0,-1-1 1,1 1-1,0 0 1,1-1-1,-1 1 1,1-1-1,0-6 0,5-51-187,0 32 165,-3 20 27,-1 1 0,1 0 0,0-1-1,1 1 1,0 0 0,6-10 0,19-35-1462,0 14-5157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8.2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0 242 1124,'0'1'125,"0"0"0,0 0 0,0 0-1,0 1 1,0-1 0,0 0 0,0 0 0,1 0-1,-1 0 1,0 1 0,1-1 0,-1 0 0,1 0-1,-1 0 1,1 0 0,-1 0 0,1 0 0,0 0 0,-1 0-1,1 0 1,0 0 0,0-1 0,0 1 0,0 0-1,0 0 1,-1-1 0,3 2 0,-1-2-14,0 0 1,0 1-1,0-1 1,0 0-1,0 0 1,1 0-1,-1 0 1,0 0-1,0-1 1,0 1-1,0-1 0,0 1 1,4-3-1,3-1 82,1 0 0,-1-1 0,-1-1 0,1 0 0,13-11 0,-14 10-100,-3 2-42,0 1-1,0-1 0,-1 0 1,1 0-1,-1-1 0,5-8 1,19-28 116,-23 35-146,1-1 1,-1 1 0,-1-1-1,1 0 1,-1-1 0,3-8-1,-4 8-15,5-25 610,-7 33-565,-1 0 0,0 0 0,0 0-1,0 0 1,0 0 0,0 0 0,0 0-1,0 0 1,0 0 0,0 0 0,0 0-1,-1 0 1,1 0 0,0 0 0,-1 0-1,1 0 1,-1 0 0,1 1 0,-1-1-1,1 0 1,-1 0 0,0 0 0,1 0-1,-1 1 1,-1-2 0,-26 13 451,21-7-414,0 1 1,1 0-1,0 1 0,0 0 1,0 0-1,1 0 0,-1 0 1,-7 14-1,-31 63 728,37-69-698,2-1-34,-1 1-1,2-1 1,0 1-1,0 0 1,-2 19-1,5-28-74,1 0-1,-1 0 0,1 1 1,0-1-1,0 0 0,1 1 1,-1-1-1,1 0 0,0 0 0,1 0 1,-1 0-1,1 0 0,0 0 1,0 0-1,1 0 0,4 7 1,-5-11-6,-1-1 0,1 1 0,-1 0 1,1 0-1,0-1 0,0 1 0,-1-1 1,1 1-1,0-1 0,0 0 1,0 0-1,-1 0 0,1 0 0,0 0 1,0 0-1,0 0 0,-1-1 1,1 1-1,0-1 0,0 1 0,-1-1 1,1 0-1,0 1 0,-1-1 0,1 0 1,-1 0-1,1 0 0,-1 0 1,3-3-1,45-36 57,-36 25-52,-1-1 0,0 0 0,-1 0 0,11-22 0,9-13-6,-28 46 0,-1 0-1,1 0 0,-1-1 1,0 1-1,-1-1 0,2-8 1,9-24 40,-7 28-154,-5 10-30,5 15 47,10 29 36,-12-33 62,0-1 1,1 1 0,10 18 0,-11-22 12,0 0 0,0 0 0,0 0-1,-1 0 1,3 15 0,-5-19-6,1 0 0,-1 0-1,1 0 1,-1 0 0,0 0 0,0 0-1,0 0 1,-1 0 0,1 0 0,-1 0-1,1 0 1,-1 0 0,0-1-1,0 1 1,-1 0 0,-1 4 0,2-7-6,-7 9-655,2-14-1442,-1-4 270,5 7 1503,2 2 113,-1-1 1,1 0-1,-1 0 0,0 1 1,1-1-1,-1 0 0,1 0 1,-1 0-1,1 0 1,0 1-1,-1-1 0,1 0 1,0 0-1,0 0 0,0 0 1,0 0-1,0 0 0,-1 0 1,2 0-1,-1 0 0,0-1 1,0-8-1638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8.4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1 106 1768,'0'-5'6287,"1"26"-4030,14 32-1435,-15-46-817,1-1 0,0 0 1,1 0-1,0 0 1,0 0-1,0 0 1,0 0-1,1 0 0,0-1 1,0 1-1,1-1 1,-1 0-1,1 0 0,0 0 1,0 0-1,7 4 1,-9-7-22,1 0 0,-1-1 0,1 1 0,0-1 0,-1 1 0,1-1 0,0 0 0,0 0 0,0 0 1,0 0-1,0-1 0,0 1 0,0-1 0,0 0 0,0 0 0,0 0 0,0 0 0,1-1 0,4-1 0,-3 1-17,0-1 0,0-1-1,0 1 1,0-1 0,0 0-1,-1 0 1,0 0 0,1 0 0,-1-1-1,6-7 1,-4 4-134,0 0-1,0-1 1,-1 0 0,0 0 0,0 0-1,-1-1 1,0 1 0,-1-1 0,0 0-1,0 0 1,-1-1 0,2-17 0,-3 1-573,0 17 112,-1 0 0,0 0 0,0 0 0,-1 0 0,0 1 0,0-1 1,-5-15-1,4 14-592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8.7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41 840,'3'-30'3082,"-3"30"-3031,0-1 1,0 1 0,0 0 0,0-1 0,0 1-1,0-1 1,0 1 0,0 0 0,0-1-1,0 1 1,0 0 0,0-1 0,0 1-1,0 0 1,0-1 0,0 1 0,1 0 0,-1-1-1,0 1 1,0 0 0,0 0 0,0-1-1,1 1 1,-1 0 0,0-1 0,0 1-1,1 0 1,-1 0 0,0 0 0,1-1 0,-1 1-1,0 0 1,0 0 0,1 0 0,-1 0-1,0-1 1,1 1 0,-1 0 0,0 0-1,1 0 1,-1 0 0,1 0 0,-1 0 0,0 0-1,1 0 1,-1 0 0,0 0 0,1 0-1,-1 0 1,0 0 0,1 1 0,-1-1-1,0 0 1,1 0 0,-1 0 0,0 0 0,0 1-1,1-1 1,-1 0 0,0 0 0,1 0-1,-1 1 1,0-1 0,1 1 0,0 1 226,1 1 1,0 0-1,-1 1 1,1-1 0,-1 0-1,0 0 1,0 1-1,0-1 1,0 0 0,-1 1-1,1-1 1,-1 6-1,-2 51 2152,0-29-1232,-16 326 1966,18-278-5529,9-86-2501,6-18 740,-11 19 3217,13-30-2264,-15 15 1492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9.2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75 436,'0'-74'10572,"0"101"-7149,0 4-2050,1 19-318,-10 74-1,6-86-949,1 0 0,4 44 0,0-8-125,7 5-428,19-89-310,-22 8-1,0-1 1,-1 0 0,1 0 0,-1 0-1,0-1 1,0 0 0,0 0-1,0 0 1,-1 0 0,1-1 0,-1 0-1,-1 0 1,7-9 0,-9 11 276,1-1 0,-1 1 0,0-1 0,0 0 0,0 1 0,0-1 0,-1 0 0,1 1 0,-1-8 0,-8 0-916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1:59.38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80 868,'-55'-5'4683,"53"5"-3394,32 0 1047,2-1-2168,0-1 1,59-13 0,-44 4-3619,59-23 0,-78 23 1200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0.7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37 28,'0'-10'1151,"1"9"-1011,-1 1 0,1-1 0,-1 0-1,0 0 1,0 0 0,0 0-1,0 0 1,1 0 0,-1 1 0,0-1-1,0 0 1,-1 0 0,1 0 0,0 0-1,0 0 1,0 0 0,-1 0 0,1 1-1,0-1 1,-1 0 0,1 0-1,0 0 1,-1 1 0,1-1 0,-1 0-1,0 0 1,1 1 0,-1-1 0,0 0-1,1 1 1,-1-1 0,-1 0 0,1 1 178,8 22 913,-4-12-981,-2 1 0,0-1 0,0 0 0,-1 1 0,0-1 0,-2 15 0,0 8 174,2 337 516,9-281-3533,-6-77 1229,3-12-626,6-17-663,-4 7 1391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1.0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25 262 344,'-5'-15'495,"0"1"0,1-1-1,0 0 1,1-1 0,-1-20-1,4 29-420,1-1 0,-1 1-1,1-1 1,1 1 0,-1 0-1,1-1 1,1 1 0,-1 0-1,1 0 1,0 0 0,1 1-1,-1-1 1,7-6 0,-7 9-27,0 0 1,0 0-1,0 1 1,1 0 0,0 0-1,0 0 1,-1 0-1,2 0 1,-1 1-1,0 0 1,0-1-1,1 2 1,-1-1 0,1 0-1,6 0 1,-9 2 6,0-1 0,0 1-1,1 0 1,-1 0 0,0 0 0,0 1 0,1-1 0,-1 0 0,0 1 0,0-1 0,0 1 0,0 0 0,1 0 0,-1 0 0,0 0 0,-1 0 0,1 0 0,0 1 0,0-1 0,0 1-1,-1-1 1,1 1 0,-1-1 0,1 1 0,-1 0 0,0 0 0,1 0 0,-1 0 0,0 0 0,0 0 0,-1 0 0,1 0 0,0 0 0,-1 1 0,1 2 0,1 5 9,0-1 1,-1 1-1,0 0 1,0-1 0,-2 1-1,1-1 1,-1 1-1,0 0 1,-1-1-1,0 1 1,0-1 0,-1 0-1,-1 0 1,1 0-1,-1 0 1,-6 8-1,3 0-114,6-16 1,1 1 0,0-1 0,-1 1 1,1-1-1,-1 1 0,1-1 0,-1 0 0,0 1 0,1-1 0,-1 0 1,0 1-1,0-1 0,0 0 0,0 0 0,0 0 0,0 1 0,0-1 1,-1-1-1,1 1 0,0 0 0,-1 0 0,1 0 0,0-1 0,-1 1 1,1-1-1,-1 1 0,-1 0 0,1-1-697,-7-27-3612,9 17 2869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1.3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98 1020,'9'-78'4004,"-9"77"-3931,0 0 0,0 1 0,0-1-1,0 1 1,0-1 0,0 0 0,0 1-1,0-1 1,0 0 0,0 1 0,0-1-1,0 0 1,0 1 0,1-1-1,-1 1 1,0-1 0,1 0 0,-1 1-1,0-1 1,1 1 0,-1-1 0,0 1-1,1-1 1,-1 1 0,1-1-1,-1 1 1,1 0 0,-1-1 0,1 1-1,-1-1 1,1 1 0,-1 0 0,1 0-1,0-1 1,-1 1 0,1 0 0,0 0-1,-1 0 1,1 0 0,-1 0-1,1 0 1,0 0 0,-1 0 0,1 0-1,0 0 1,-1 0 0,1 0 0,0 0-1,-1 0 1,1 0 0,-1 1-1,1-1 1,0 0 0,-1 1 0,1-1-1,-1 0 1,1 1 0,-1-1 0,1 0-1,-1 1 1,1-1 0,-1 1 0,1-1-1,-1 1 1,0-1 0,1 1-1,-1 0 1,1 0 0,4 5 427,-1 1 0,1 0 0,-1 0 0,0 0 0,-1 0 0,1 1 0,-2-1 0,4 14 0,11 71 1683,-6-20-1455,12 81-120,-10-54-568,-4-25-141,-8-52-163,-1-21 105,0 1 1,-1-1-1,1 0 0,0 0 0,0 0 0,0 0 0,0 0 1,-1 1-1,2-1 0,-1 0 0,0 0 0,0 0 1,0 0-1,0 1 0,1-1 0,-1 0 0,1 0 1,-1 0-1,1 0 0,-1 0 0,1 0 0,0 0 1,-1 0-1,1 0 0,0 0 0,0 0 0,1 1 1,18-29-7483,-12 16 5799,-6-4-70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1.7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156 28 244,'1'-1'296,"-1"0"0,0 0-1,0 0 1,0 0 0,1 0 0,-1 0 0,0 0-1,0 0 1,0 0 0,-1 0 0,1 0 0,0 0-1,0 0 1,-1 0 0,1 0 0,0 0 0,-1 0-1,1 0 1,-1 0 0,1 0 0,-1 1 0,1-1-1,-1 0 1,0 0 0,0 0 0,1 1 0,-1-1-1,-1 0 1,0 1 84,-1 0 1,1 1-1,-1 0 0,1 0 1,-1-1-1,1 1 0,0 1 0,0-1 1,0 0-1,-4 3 0,-4 2-615,1 0 324,1 2 0,-1-1 0,2 1-1,-1 0 1,1 1 0,0-1 0,1 1 0,0 1 0,0-1 0,1 1 0,1 0 0,-1 0 0,2 1 0,-1-1-1,2 1 1,-4 18 0,3-1-117,3-26-13,-1 0 1,1 0-1,-1 0 1,1 1-1,0-1 1,0 0 0,0 0-1,0 1 1,0-1-1,0 0 1,1 0-1,-1 1 1,1-1-1,-1 0 1,1 0 0,0 0-1,0 0 1,0 0-1,0 0 1,1 0-1,-1 0 1,2 2 0,-2-4-22,1 1 0,-1-1 0,0 0 0,1 0 0,-1 1 0,0-1 0,1 0 0,-1-1 0,1 1 0,-1 0 0,0 0 0,1 0 1,-1-1-1,0 1 0,0-1 0,1 1 0,-1-1 0,0 1 0,0-1 0,0 0 0,1 0 0,-1 1 0,0-1 0,0 0 0,0 0 1,1-2-1,32-29-1126,58-77-230,-90 105 1603,0 1 0,0 0 0,1 0-1,-1 0 1,1 0 0,-1 0 0,1 0-1,0 0 1,0 1 0,0 0-1,4-3 1,-6 5-74,-1 0 0,1 0 0,0 0-1,-1 0 1,1 0 0,0 0 0,-1 0 0,1 0 0,-1 0-1,1 1 1,0-1 0,-1 0 0,1 0 0,-1 0 0,1 1-1,-1-1 1,1 0 0,-1 1 0,1-1 0,-1 1 0,1-1-1,-1 0 1,1 2 0,14 23 1831,8 18-348,-20-39-2123,0 1-1,1-1 1,-1 0 0,1 0-1,0 0 1,6 4-1,-8-6 189,-1-1 0,1 0-1,0 0 1,0 0 0,0 0-1,0 0 1,0-1 0,0 1-1,0-1 1,0 1 0,0-1-1,0 0 1,1 0 0,-1 1-1,0-2 1,3 1 0,-2-1 5,1 0 0,-1 0 1,0 0-1,0-1 1,0 1-1,0-1 1,0 0-1,0 0 0,-1 0 1,1 0-1,0 0 1,-1-1-1,3-3 1,13-10-1276,0 0-18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1.9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103 29 1636,'1'-1'178,"-1"0"0,0-1 0,0 1-1,0 0 1,0 0 0,0-1 0,0 1 0,0 0 0,0 0-1,-1-1 1,1 1 0,0 0 0,-1 0 0,1 0 0,-1-1 0,1 1-1,-1 0 1,0 0 0,1 0 0,-1 0 0,0 0 0,-1-1-1,1 2 4,0 0 0,0 0-1,0 0 1,0 0 0,0 0-1,1 1 1,-1-1 0,0 0-1,0 1 1,0-1-1,0 0 1,0 1 0,0-1-1,1 1 1,-1-1 0,0 1-1,0 0 1,1-1 0,-1 1-1,0 0 1,0 1 0,-7 7 1066,1 0 1,0 1 0,-9 18 0,9-15-955,1 1 0,1 0 0,0 0 0,1 0-1,1 1 1,0-1 0,1 1 0,0 0 0,1 26 0,1-36-491,1-1-1,-1 1 1,1 0 0,0 0 0,0 0 0,0 0-1,0-1 1,5 9 0,-6-11 13,1-1 1,0 0-1,0 0 1,0 1-1,0-1 1,0 0-1,0 0 1,0 0-1,0 0 1,0 0-1,0 0 1,0 0-1,1-1 1,-1 1-1,0 0 1,1-1-1,-1 1 1,0-1-1,1 1 1,-1-1-1,1 0 1,-1 1-1,1-1 1,-1 0-1,1 0 1,-1 0-1,1 0 1,-1 0-1,1-1 1,-1 1 0,1 0-1,-1-1 1,0 1-1,3-2 1,-1 1-200,9-3-900,0-1-1,0 0 1,-1-1 0,0 0-1,12-9 1,-5 5 106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2.3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0 187 544,'0'-1'177,"0"0"0,0-1 0,1 1 0,-1-1-1,0 1 1,1 0 0,-1-1 0,1 1 0,-1 0 0,1-1 0,0 1-1,0 0 1,-1 0 0,1 0 0,0-1 0,0 1 0,0 0 0,0 0 0,0 1-1,0-1 1,0 0 0,2-1 0,34-14 871,3-2-299,-8-7-223,-24 20-399,-1 0-1,0-1 1,0 1 0,8-10-1,-13 12-9,0 0 0,0-1 0,0 1-1,-1 0 1,1 0 0,-1-1 0,0 1 0,1-1-1,-2 1 1,1-1 0,0 0 0,-1 1 0,1-1-1,-1-4 1,-1 7-82,1 1 0,-1-1 0,1 1 0,-1-1 0,0 1 0,1-1 0,-1 1-1,1-1 1,-1 1 0,0 0 0,0-1 0,1 1 0,-1 0 0,0-1 0,1 1 0,-1 0 0,0 0-1,0 0 1,0 0 0,1 0 0,-1 0 0,0 0 0,0 0 0,1 0 0,-1 0 0,0 0 0,0 0-1,1 1 1,-1-1 0,0 0 0,0 0 0,1 1 0,-1-1 0,0 1 0,-29 9 367,20-4-279,1 1 1,-1 0 0,1 0-1,1 0 1,-1 1 0,2 1-1,-1-1 1,1 1 0,0 1-1,-9 17 1,12-20 3,0 1 1,0 0-1,1 0 0,0 0 1,1 1-1,0-1 0,0 1 1,1-1-1,0 1 0,1 0 1,-1-1-1,2 1 0,-1 0 1,4 15-1,-3-21-112,0-1-1,0 0 1,0 1 0,0-1-1,1 0 1,-1 0 0,1 0 0,-1 0-1,1 0 1,0 0 0,0 0-1,-1-1 1,1 1 0,0-1-1,1 1 1,-1-1 0,0 0-1,0 1 1,1-1 0,-1-1 0,0 1-1,1 0 1,-1 0 0,1-1-1,-1 0 1,1 1 0,0-1-1,-1 0 1,1 0 0,-1 0 0,1-1-1,4 0 1,3 0 4,0-1 1,0 0-1,0-1 0,0 0 1,0-1-1,17-8 1,53-37-1269,-30 13-3247,-13 5-628,-26 20 3102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2.6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 0 2068,'-1'0'337,"0"1"1,0-1-1,0 0 0,0 0 1,0 0-1,-1 1 0,1-1 0,0 0 1,0 1-1,0-1 0,0 1 1,0-1-1,1 1 0,-1 0 0,0-1 1,0 1-1,0 0 0,0 0 1,1 0-1,-1 0 0,0-1 0,1 1 1,-1 0-1,1 0 0,-1 0 1,1 0-1,-1 2 0,-7 37 3758,4-14-2766,2-16-1205,1-1 0,0 1 0,0 0 1,1 0-1,1 14 0,0-19-525,-1 0 1,1 0-1,0 0 0,0-1 1,1 1-1,2 8 1,-2-4-2092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3.01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32 1364,'6'18'7789,"14"39"-4483,8 37 1103,-25-82-4188,0 0 0,-1 1 1,1 24-1,-7-48-306,3 10 76,1 0 1,-1 0-1,1 0 1,-1 1 0,1-1-1,0 0 1,-1 0-1,1 0 1,0 0-1,-1 0 1,1 0 0,0 0-1,0 0 1,0 0-1,0 0 1,0 0-1,0 0 1,0 0 0,0 0-1,1 0 1,-1-2-1,7-35-333,4-18-26,1 19 192,-11 30 149,1 0 1,0 0-1,1 0 1,0 0-1,0 1 1,0 0-1,0-1 1,1 1-1,0 0 1,1 1-1,4-6 0,-7 8 28,1 1-1,-1-1 1,0 1-1,1 0 0,-1 0 1,1 0-1,0 0 0,0 1 1,-1-1-1,1 1 0,0 0 1,0 0-1,1 0 0,-1 0 1,4-1-1,-5 3 39,1 0 0,-1 0 0,0 0-1,0 0 1,0 0 0,0 0 0,0 1 0,0-1 0,0 0-1,0 1 1,0 0 0,-1 0 0,1-1 0,-1 1 0,1 0 0,-1 0-1,0 0 1,0 0 0,0 1 0,0-1 0,1 3 0,4 9 115,-1 1 1,-1-1 0,0 1-1,-1 0 1,2 26 0,4 18-78,1 4-387,-9-37-2601,-1-40-6329,0 13 8314,0-9-2110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4.2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180 70 512,'9'-25'2195,"-8"24"-2113,-1 1 0,1-1 0,-1 0-1,1 1 1,-1-1 0,1 0 0,-1 1 0,1-1 0,-1 0 0,1 0 0,-1 1 0,0-1 0,0 0 0,1 0 0,-1 0 0,0 1-1,0-1 1,0 0 0,0 0 0,0 0 0,0 0 0,0 0 0,0 1 0,0-1 0,0 0 0,-1 0 0,1 0 0,0 1-1,0-1 1,-1 0 0,1 0 0,-1 1 0,1-1 0,0 0 0,-1 0 0,0 0 0,-2-7 1437,3 8-1490,0-1 0,0 1 0,0 0-1,0 0 1,0 0 0,0-1 0,0 1 0,0 0 0,0 0 0,0-1-1,0 1 1,0 0 0,0 0 0,0 0 0,0-1 0,0 1 0,0 0-1,0 0 1,0 0 0,0-1 0,0 1 0,-1 0 0,1 0-1,0 0 1,0-1 0,0 1 0,0 0 0,0 0 0,-1 0 0,1 0-1,0 0 1,0 0 0,0-1 0,0 1 0,-1 0 0,1 0 0,0 0-1,0 0 1,0 0 0,-1 0 0,1 0 0,0 0 0,0 0-1,-1 0 1,1 0 0,0 0 0,0 0 0,0 0 0,-1 0 0,1 0-1,0 0 1,-1 0 0,-4 0 288,-1 1 0,1-1-1,-1 1 1,1 0 0,0 1-1,-1-1 1,1 1 0,0 0 0,0 0-1,0 1 1,0 0 0,1-1-1,-1 2 1,1-1 0,-1 0 0,1 1-1,0 0 1,0 0 0,1 0-1,-1 0 1,-3 8 0,-5 8-8,1 0 1,1 1-1,-13 42 1,16-43-92,4-11-213,1 1-1,0 0 1,0 0-1,1-1 1,0 1-1,1 0 1,1 12-1,-1-16-132,1 0 1,0 0-1,0 1 0,0-1 1,1 0-1,0 0 0,0-1 1,0 1-1,1 0 0,0-1 0,0 1 1,5 5-1,-7-9-25,1-1 0,-1 1 1,1-1-1,0 1 0,-1-1 0,1 1 0,0-1 0,0 0 0,0 0 1,0 0-1,0 0 0,0 0 0,0-1 0,0 1 0,0-1 1,0 1-1,1-1 0,-1 0 0,0 0 0,4 0 0,-2-1-37,0 1 0,0-2-1,0 1 1,0 0-1,0-1 1,-1 0 0,1 1-1,0-2 1,-1 1 0,5-4-1,4-4-24,0-1 1,-1-1-1,-1 0 0,14-19 0,3-19 3080,-22 63 374,14 34-2945,-18-45-298,0 1 0,0-1 0,0 1-1,0-1 1,1 0 0,-1 1 0,1-1 0,0 0-1,-1 0 1,1 0 0,0-1 0,0 1 0,3 2-1,-2-3-4,0-1-1,0 1 1,0-1-1,0 1 1,0-1-1,0 0 0,0-1 1,0 1-1,0 0 1,0-1-1,0 1 0,0-1 1,0 0-1,0 0 1,-1 0-1,1-1 1,0 1-1,-1-1 0,1 1 1,-1-1-1,1 0 1,-1 0-1,0 0 1,0 0-1,0 0 0,0-1 1,0 1-1,0 0 1,0-1-1,2-5 1,-2 3 3,1-1 1,-1 1 0,0-1 0,0 1-1,-1-1 1,1 0 0,-1 0 0,0 0-1,-1 1 1,0-1 0,0 0 0,0 0 0,0 0-1,-3-11 1,1 11 129,0 0 0,-1 0 1,1 0-1,-1 0 0,0 1 0,-1-1 0,-4-5 0,6 9-73,1 0 0,-1 0-1,0 0 1,-1 0-1,1 0 1,0 0 0,0 1-1,-1-1 1,1 1 0,-1 0-1,1-1 1,-1 1 0,0 1-1,1-1 1,-1 0 0,0 0-1,0 1 1,-4-1 0,4 2-195,0 0 0,0 0 0,1 0 0,-1 0 0,0 0 0,0 0 1,1 0-1,-1 1 0,1 0 0,-1-1 0,-2 3 0,-3 6-3350,4-1-3913,4-4 4527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4.5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23 392,'8'35'5432,"20"24"-3398,-8-21-787,25 87 948,-41-114-2631,-7-14-785,-6-25-1180,9-203 330,0 230 2118,0 0 0,0 0 0,0 0 0,-1 0 1,1-1-1,0 1 0,0 0 0,1 0 0,-1 0 0,0 0 0,0 0 0,1-1 0,-1 1 0,0 0 0,1 0 0,-1 0 0,1 0 0,-1 0 1,1 0-1,0 0 0,-1 0 0,1 0 0,0 0 0,0 1 0,0-1 0,0-1 0,1 2 58,-1 1-1,0-1 1,1 0-1,-1 0 0,0 1 1,0-1-1,1 1 1,-1-1-1,0 1 1,0-1-1,0 1 1,0 0-1,0-1 1,0 1-1,0 0 1,0 0-1,0 0 1,1 2-1,7 6 965,-2 0-1,1 1 1,10 21-1,-3-3 732,19 57-1,-6-24-4084,-28-61 2146,1 1 0,-1 0 0,1-1 0,-1 1 0,0 0 1,1-1-1,-1 1 0,1 0 0,0-1 0,-1 1 0,1-1 0,-1 1 1,1-1-1,0 0 0,0 1 0,-1-1 0,1 1 0,0-1 1,-1 0-1,1 0 0,0 1 0,0-1 0,0 0 0,-1 0 1,1 0-1,0 0 0,0 0 0,0 0 0,-1 0 0,1 0 0,0 0 1,0-1-1,-1 1 0,2-1 0,24-16-6198,-21 12 5524,4-4-804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5.0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21 164 660,'-17'-57'3967,"16"57"-3825,1-1 0,0 1 0,-1-1 0,1 1 0,0-1 0,0 0 0,-1 1 0,1-1 0,0 1-1,0-1 1,0 0 0,0 1 0,0-1 0,0 0 0,0 1 0,0-1 0,0 0 0,0 1 0,0-1 0,0 1 0,0-1 0,1 0 0,-1 1 0,0-1 0,0 1 0,1-1-1,-1 0 1,1 0 0,-1 1-68,0 0 0,1 0 0,-1-1 0,0 1 0,0 0-1,0 0 1,1 0 0,-1 0 0,0 0 0,0 0 0,0 0-1,1 0 1,-1 0 0,0 0 0,0 0 0,1 0 0,-1 0-1,0 0 1,0 0 0,1 0 0,-1 0 0,0 0 0,0 0 0,0 0-1,1 0 1,-1 0 0,0 1 0,0-1 0,0 0 0,1 0-1,-1 0 1,0 0 0,0 0 0,0 1 0,0-1 0,0 0-1,1 0 1,-1 0 0,0 1 0,0-1 0,0 0 0,0 0-1,0 0 1,0 1 0,0-1 0,0 0 0,0 0 0,0 1-1,0-1 1,0 0 0,0 0 0,0 0 0,0 1 0,0-1 0,0 0-1,0 0 1,0 1 0,0-1 0,0 0 0,0 0 0,0 0-1,0 1 1,1 5 208,0 0 0,0 0-1,1-1 1,0 1 0,1 0-1,-1-1 1,1 0 0,0 1 0,0-1-1,0 0 1,1 0 0,6 6-1,17 29-49,-22-31-431,0 0 0,0-1 1,1 1-1,0-1 0,13 14 0,-17-21-60,-1 1-1,1-1 0,-1 1 1,1-1-1,0 0 1,0 1-1,0-1 1,-1 0-1,1 0 0,0 0 1,0 0-1,0-1 1,0 1-1,1-1 1,-1 1-1,0-1 0,0 0 1,0 1-1,0-1 1,0 0-1,1-1 0,-1 1 1,0 0-1,0 0 1,0-1-1,0 0 1,0 1-1,0-1 0,0 0 1,0 0-1,0 0 1,3-2-1,1-2-202,0 0-1,-1 0 1,1-1-1,-1 0 1,-1 1-1,1-2 1,-1 1 0,0 0-1,0-1 1,3-8-1,-4 5 503,0 1 0,0 0 0,-1 0 1,0-1-1,0 1 0,-1-1 0,-1 0 0,0 1 0,0-1 0,-1 0 0,0 1 0,-3-14 0,-1 1 685,4 17-316,0 0 0,0 0 0,-1 0 0,1 0 0,-1 0-1,-4-7 1,3 0 4175,-5 24-1386,4-6-2765,0 1 0,1 0 1,0 0-1,0 0 0,0 0 1,1 1-1,-2 13 0,-7 18 70,-17 51-159,24-84-716,2 0-1,-1 1 1,1-1-1,0 1 1,0 0 0,1-1-1,-1 1 1,1 10-1,1-17 231,0 0 0,0 1 0,0-1 0,0 1 0,0-1 0,1 0 0,-1 1 0,0-1 0,0 0 0,0 1 0,1-1 0,-1 0 0,0 1 0,0-1 0,1 0 0,-1 1 0,0-1 0,1 0 0,-1 0 0,0 1 0,1-1-1,-1 0 1,0 0 0,1 0 0,-1 0 0,1 1 0,-1-1 0,0 0 0,1 0 0,-1 0 0,1 0 0,-1 0 0,0 0 0,1 0 0,-1 0 0,1 0 0,-1 0 0,0 0 0,1 0 0,-1-1 0,1 1 0,-1 0 0,0 0 0,1 0 0,-1 0 0,0-1 0,1 1 0,-1 0 0,0 0 0,1-1 0,-1 1 0,0 0 0,1-1 0,19-13-3975,-10 3 2556,-1 1 62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5.3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85 420,'4'-18'3604,"-3"19"-3446,0 0 0,-1-1-1,1 1 1,-1 0 0,1 0 0,-1-1 0,0 1-1,1 0 1,-1 0 0,0 0 0,0 0 0,1 0 0,-1 0-1,0-1 1,0 1 0,0 0 0,0 0 0,0 0-1,0 0 1,-1 2 0,10 70 2054,-9-69-2246,0 0 0,1 0 0,-1 1 0,1-1 0,0 0 0,0 0 0,0 0-1,0 0 1,1 0 0,-1 0 0,1 0 0,0 0 0,0 0 0,1-1 0,-1 1 0,1-1 0,0 0 0,0 1 0,0-1-1,0-1 1,0 1 0,5 2 0,-7-5-37,1 0 0,-1 0 0,1 0 0,-1 0-1,0-1 1,1 1 0,-1 0 0,1-1 0,-1 1 0,0-1 0,0 0 0,1 1-1,-1-1 1,0 0 0,0 0 0,0 0 0,0 0 0,0 0 0,0 0-1,0 0 1,0 0 0,0 0 0,0-1 0,0 1 0,0-2 0,17-32-745,-14 30 800,-1 0 1,0 0-1,0-1 1,0 0-1,-1 1 1,0-1-1,0 0 1,0 0-1,-1 0 1,0 0-1,0 0 1,-1-1-1,1 1 1,-1 0-1,-1 0 1,0-8-1,-1 8 147,1 1 0,-1 0 0,0 0 0,0 0 0,-1 0 0,1 0 0,-1 0 1,0 1-1,-1-1 0,-7-7 0,9 10-73,0 0 0,-1 0 0,1 0 1,-1 0-1,0 0 0,1 1 0,-1-1 1,0 1-1,0-1 0,0 1 1,0 0-1,0 1 0,0-1 0,-1 0 1,1 1-1,0 0 0,0-1 0,0 1 1,-1 0-1,-3 1 0,3 0-209,1 0 0,-1-1 1,1 2-1,-1-1 0,1 0 0,0 0 0,-1 1 1,1 0-1,0 0 0,0 0 0,0 0 0,0 0 0,-3 4 1,16-5-5265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5.6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90 468,'11'-29'2222,"-11"25"-1977,1 1 1,0 0 0,0 0-1,0 0 1,0 0-1,0 0 1,1 1-1,-1-1 1,1 0-1,0 1 1,3-5 0,3-1 613,-7 7-683,-1 0 1,1 0-1,0 0 0,0 0 0,0 0 0,0 1 0,0-1 0,0 0 0,0 0 1,0 1-1,0-1 0,0 0 0,0 1 0,0-1 0,0 1 0,1-1 1,-1 1-1,0 0 0,0 0 0,0-1 0,1 1 0,-1 0 0,0 0 0,0 0 1,1 0-1,-1 1 0,0-1 0,0 0 0,1 0 0,-1 1 0,0-1 1,0 1-1,0-1 0,1 1 0,-1-1 0,0 1 0,0 0 0,0-1 0,0 1 1,0 0-1,0 0 0,1 2 0,3 3 180,-1 0-1,0 0 1,0 0-1,0 1 1,-1 0-1,0 0 1,0 0-1,-1 0 1,0 0 0,0 0-1,2 15 1,3 9 44,1 8-98,-1 1 1,2 54-1,3 21-240,-3-47-678,-5-39-983,-1-15-3887,18-18 1408,1-13-74,-5 2 2197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5.8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1 106 392,'1'-17'5330,"0"31"-2172,5 21-1134,16 55-55,-20-83-1959,0-1 0,0 1 0,1-1 0,0 1 0,0-1 0,1 0 1,0 0-1,5 6 0,-8-10-36,0-1-1,0 0 1,0 0-1,0 0 1,0 0 0,1 0-1,-1 0 1,0 0 0,0 0-1,1 0 1,-1-1-1,1 1 1,-1 0 0,1-1-1,-1 1 1,1-1 0,-1 0-1,1 1 1,-1-1 0,1 0-1,-1 0 1,1 0-1,-1 0 1,1 0 0,-1-1-1,1 1 1,-1 0 0,1-1-1,-1 1 1,1-1 0,-1 1-1,1-1 1,-1 0-1,0 1 1,1-1 0,-1 0-1,0 0 1,0 0 0,1 0-1,-1 0 1,0 0-1,0-1 1,1-1 0,6-6-178,-1 0 0,1 0 0,-2-1 0,1 0 1,-1-1-1,7-16 0,-11 20 236,0 1 1,-1-1-1,1 1 1,-1-1-1,0 1 1,-1-1-1,0 0 0,0 1 1,0-1-1,-1 0 1,0 1-1,0-1 1,-2-6-1,-3-12 97,-7-15-1665,0 5-5008,6 29 4312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6.3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2 860,'7'-1'6531,"-7"1"-6389,0 0 0,17 35 3238,15 52 321,-24-47-3119,-1 1 1,-2 0-1,-2-1 0,-2 1 0,-4 44 1,1 1-385,11 14-177,1-79-83,-4-16-20,-3-10-38,14-8-205,-1 2 132,-16 11 193,0 0 0,1 0-1,-1-1 1,0 1 0,0 0 0,0 0 0,0-1 0,0 1 0,1 0 0,-1 0 0,0-1 0,0 1-1,0 0 1,0 0 0,0-1 0,0 1 0,0 0 0,0 0 0,0-1 0,0 1 0,0 0-1,0-1 1,0 1 0,0 0 0,0 0 0,0-1 0,0 1 0,0 0 0,-1 0 0,1-1 0,0 1-1,0 0 1,0 0 0,0-1 0,0 1 0,-1 0 0,1 0 0,0 0 0,0-1 0,0 1 0,-1 0-1,1 0 1,0 0 0,0 0 0,-1 0 0,1-1 0,0 1 0,0 0 0,-1 0 0,-1-1-40,12-26-15720,-10 23 14090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6.6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97 164,'-28'-2'4918,"59"-4"-3621,13-2-1257,-32 5-24,-1 0-4,0 0-1,0 0 0,0-1 1,0-1-1,0 0 0,16-11 1,-19 10 43,0 1 0,0 0 0,0 1 0,1-1 0,13-4 0,-19 8 87,0 0 0,0 1 0,-1-1 0,1 0 0,0 1 0,0-1 0,0 1 0,0 0 0,0 0 0,0 0 0,0 1 0,0-1 0,0 1 0,0 0 0,0-1 0,0 1 0,0 0 0,-1 1 0,1-1 0,0 0 0,3 3 0,-3 1 115,-1-1-1,1 0 1,-1 0 0,1 1 0,-1 0-1,-1-1 1,1 1 0,-1 0 0,1 0-1,-1 0 1,-1 0 0,1 9 0,5 21 409,2 11-1480,-8-14-4665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7.3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48 1328,'5'-27'2464,"-2"20"-1321,-1 16-499,7 127 2700,-10-110-2911,1-10-141,0 1 0,3 27-1,-3-40-278,1-1-1,0 0 0,0 1 0,-1-1 0,2 0 0,-1 0 0,0 0 0,1 1 0,-1-2 0,1 1 0,0 0 0,0 0 0,0 0 1,1-1-1,-1 1 0,0-1 0,1 0 0,4 3 0,-4-4-51,-1 0 0,1-1 0,-1 0-1,1 0 1,-1 1 0,1-2 0,-1 1 0,0 0 0,1 0 0,-1-1 0,1 1-1,-1-1 1,0 0 0,1 0 0,-1 0 0,0 0 0,0 0 0,1 0 0,-1 0-1,0-1 1,0 1 0,-1-1 0,1 0 0,3-3 0,2-1-101,-1-1 0,0 0 0,0 0 0,0 0 0,7-12 0,-9 9 226,1-1-1,-1 1 1,-1-1 0,0 0 0,0 1 0,-1-1-1,0 0 1,-1-1 0,0 1 0,-1 0 0,-1 0-1,1 0 1,-2 0 0,1 0 0,-2 0 0,1 0 0,-2 0-1,1 1 1,-8-15 0,6 18-733,5 7 604,0 0 0,1 0 0,-1 0 0,0 0 0,0 0 0,0 0 0,1 0 0,-1 0 0,0-1 0,0 1 0,0 0 0,1 0 0,-1 0 0,0 0-1,0 0 1,0 0 0,0 0 0,1-1 0,-1 1 0,0 0 0,0 0 0,0 0 0,0 0 0,0 0 0,0-1 0,1 1 0,-1 0 0,0 0 0,0 0 0,0-1 0,0 1 0,0 0 0,0 0 0,0 0 0,0-1 0,0 1 0,0 0 0,0 0 0,0 0 0,0-1-1,0 1 1,0 0 0,0 0 0,0-1 0,0 1 0,0 0 0,0 0 0,-1 0 0,1 0 0,0-1 0,0 1 0,0 0 0,0 0 0,0 0 0,0 0 0,-1-1 0,1 1 0,0 0 0,0 0 0,0 0 0,0 0 0,-1 0 0,3 0-568,18 41-507,24 44 2237,-39-69-918,1-1 0,0 0 0,14 23 0,-20-37-199,1-1 1,-1 1-1,0 0 1,1 0-1,-1 0 1,0 0-1,1 0 1,-1-1-1,1 1 1,-1 0-1,1 0 1,0-1-1,-1 1 1,1 0-1,0-1 1,-1 1-1,1-1 1,0 1-1,0-1 1,0 1-1,0-1 1,-1 1-1,1-1 1,0 0 0,0 0-1,0 1 1,0-1-1,0 0 1,0 0-1,0 0 1,0 0-1,1 0 1,1-2-38,-1-1 0,1 1 0,0 0 0,-1-1 0,1 0 1,-1 0-1,0 0 0,3-4 0,-4 5 16,54-84-453,-51 79 488,0 1 0,0-1-1,1 1 1,0 0 0,0 0 0,1 1-1,-1-1 1,1 1 0,11-7-1,-15 11 86,0-1-1,0 1 1,0 0-1,0 0 1,0 0-1,1 0 1,-1 0 0,0 0-1,0 1 1,1-1-1,-1 1 1,0 0-1,1-1 1,-1 1-1,0 0 1,1 0-1,-1 1 1,0-1-1,1 0 1,-1 1-1,0 0 1,0-1-1,1 1 1,-1 0-1,0 0 1,0 0-1,0 0 1,0 1-1,0-1 1,0 0-1,0 1 1,-1 0 0,1-1-1,0 1 1,-1 0-1,2 2 1,5 7 584,0-1 0,-2 1 0,1 1 0,-1-1 0,-1 1 0,0 0 0,-1 0 0,5 22 1,-8-28-573,2 11 111,1 1-1,1-1 1,10 26 0,-13-39-463,7 11 230,-9-14-105,0-1 1,1 0-1,-1 0 0,0 1 0,1-1 0,-1 0 0,0 0 0,1 0 0,-1 0 1,1 0-1,-1 1 0,0-1 0,1 0 0,-1 0 0,1 0 0,-1 0 1,0 0-1,1 0 0,-1 0 0,1 0 0,-1-1 0,0 1 0,1 0 1,-1 0-1,1 0 0,-1 0 0,0 0 0,1-1 0,-1 1 0,0 0 0,1 0 1,-1-1-1,0 1 0,1 0 0,-1 0 0,0-1 0,0 1 0,1 0 1,-1-1-1,0 0 0,9-24-4459,-5 7 2269,21-13-1353,-14 16 1707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8.0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43 480,'1'-10'1433,"-1"9"-1271,0 0 1,1 0-1,-1-1 0,0 1 1,0 0-1,1 0 0,-1 0 0,0 0 1,0 0-1,0-1 0,0 1 1,-1 0-1,1 0 0,0 0 0,0 0 1,-1 0-1,1 0 0,0-1 0,-1 1 1,1 0-1,-1 0 0,0 0 1,1 0-1,-1 1 0,0-1 0,0 0 1,1 0-1,-3-1 0,4 2-50,0 1-1,-1-1 1,1 1-1,-1 0 1,1-1-1,0 1 1,-1 0 0,1-1-1,-1 1 1,0 0-1,1 0 1,-1-1-1,0 1 1,1 0-1,-1 0 1,0 0-1,0-1 1,0 1-1,1 0 1,-1 0-1,0 0 1,0 0 0,0-1-1,-1 3 1,1 29 1711,0-25-1262,-9 120 3780,-1 67-3006,7-142-1259,2-39-57,0 0-1,0 0 0,1 0 0,1 0 0,3 17 1,-3 33-85,-1-62 12,10-17-441,-8 6 219,0 1 0,1 0 0,0-1 0,1 1 0,0 1 1,1-1-1,-1 0 0,2 1 0,8-11 0,-11 16 208,0-1-1,1 0 1,-1 1 0,1 0 0,0 0-1,0 0 1,0 0 0,1 1-1,-1 0 1,1 0 0,-1 0 0,1 0-1,0 1 1,0-1 0,8 0-1,-10 1 66,0 1 1,0 0-1,-1-1 0,1 1 0,0 0 0,0 1 0,0-1 0,0 0 0,-1 1 0,1 0 0,0-1 0,0 1 0,-1 0 0,1 0 0,-1 1 0,1-1 0,-1 1 0,1-1 0,-1 1 0,0 0 0,0-1 1,0 1-1,0 0 0,0 1 0,0-1 0,0 0 0,-1 0 0,3 5 0,-3-4 92,0 0 0,0-1 0,0 1 1,0 0-1,-1 0 0,1 0 0,-1 0 0,0 0 0,0 0 0,0 0 1,0 0-1,0-1 0,-1 1 0,1 0 0,-1 0 0,0 0 1,0 0-1,0-1 0,0 1 0,0 0 0,-1-1 0,1 1 1,-1-1-1,0 1 0,0-1 0,0 0 0,0 0 0,0 0 0,0 0 1,0 0-1,-1 0 0,1-1 0,-1 1 0,1-1 0,-1 1 1,0-1-1,1 0 0,-1 0 0,-3 0 0,-7 1 80,0-1 1,0-1-1,1 0 0,-1-1 1,0 0-1,-16-4 0,-41-12-3729,62 11-102,16-4-2091,1 1 2975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8.34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11 138 1576,'-2'2'174,"1"1"1,0 0-1,0 0 0,-1 0 1,2 0-1,-1 0 0,0 0 1,1 0-1,-1 0 0,1 0 1,0 0-1,0 0 0,0 0 1,0 0-1,1 0 0,-1 1 1,1-1-1,0 0 0,0-1 0,0 1 1,0 0-1,0 0 0,1 0 1,-1-1-1,3 4 0,4 8-110,1 0 0,1 0 1,15 18-1,3-10-60,-27-21 0,0-1 1,0 1 0,-1-1-1,1 0 1,0 1-1,0-1 1,0 0-1,0 0 1,0 1-1,-1-1 1,1 0-1,0 0 1,0 0-1,0 0 1,0 0-1,0 0 1,0-1 0,0 1-1,-1 0 1,1 0-1,0-1 1,0 1-1,0 0 1,0-1-1,-1 1 1,1-1-1,0 1 1,0-1-1,-1 1 1,1-1-1,0 0 1,-1 1-1,1-1 1,-1 0 0,1 1-1,0-2 1,0 0 18,3-3 249,-1 0-1,0 0 0,1 0 1,-2-1-1,1 1 0,-1-1 1,0 1-1,0-1 0,0 0 1,-1 0-1,0 0 0,0 0 1,0 0-1,-1 0 0,0 0 1,0 0-1,-1 0 0,-2-12 1,-5-11 305,-7-35-2021,8-6-4883,7 50 3993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8.7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58 115 1280,'-2'-4'307,"1"0"-1,-1 0 1,1 0-1,0-1 0,0 1 1,0 0-1,1 0 1,0-1-1,-1 1 1,2-6-1,-1 6-101,0 0 0,0 0-1,0 0 1,0 0 0,-1 0 0,0 0-1,0 0 1,0 0 0,0 0 0,-2-4-1,-1 1 676,-2-1 1028,-3 18-1217,5 2-145,0 0 0,0 0 0,1 0 0,0 0 0,2 1 1,-1-1-1,1 1 0,1-1 0,2 19 0,-2-8-122,1 82 362,15 115-1,-7-88-656,-3-84-96,-6-35-16,2 0-1,0 0 1,7 26-1,-6-23-58,4 1-354,-4-11-2923,3-12-1358,-5 3 4105,-1 0 1,1 0-1,0 0 0,-1 1 0,0-1 1,0 0-1,0 0 0,0 0 0,-1-5 1,0 0-387,1-3-543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8.9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46 159 716,'-45'-32'8285,"45"31"-8174,0 0 0,-1 1-1,2-1 1,-1 0-1,0 0 1,0 0-1,0 0 1,0 1 0,0-1-1,1 0 1,-1 0-1,0 0 1,1 1-1,-1-1 1,1 0 0,-1 1-1,1-1 1,-1 0-1,1 1 1,-1-1-1,1 0 1,-1 1 0,1-1-1,0 1 1,0-1-1,-1 1 1,1 0-1,0-1 1,0 1 0,-1 0-1,1-1 1,1 1-1,30-16 379,182-63-10925,-186 68 8321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9.3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123 206 1444,'-2'-2'286,"0"-1"1,0 1-1,0 0 0,0-1 1,1 1-1,-1-1 0,1 0 1,-1 0-1,1 1 0,0-1 0,0 0 1,1 0-1,-1 0 0,0 0 1,1 0-1,0 0 0,0 0 1,0-5-1,-6-26 153,3-2-133,3 33-263,0 1 1,0-1-1,1 0 0,-1 1 0,-1-1 0,1 1 0,0-1 0,-1 0 0,1 1 0,-1-1 0,0 1 0,0-1 0,0 1 1,0 0-1,0-1 0,-1 1 0,1 0 0,-1 0 0,1 0 0,-3-2 0,-6-10 231,10 13-262,-1 1 1,1-1-1,0 0 1,-1 1 0,1-1-1,0 0 1,-1 1-1,1-1 1,-1 1-1,1-1 1,-1 1-1,1-1 1,-1 1-1,0-1 1,1 1-1,-1-1 1,1 1-1,-1 0 1,0-1 0,1 1-1,-1 0 1,0 0-1,0 0 1,1-1-1,-1 1 1,0 0-1,-1 0 1,1 1 8,0 0 1,0 0 0,0 1-1,-1-1 1,1 0-1,0 1 1,1-1-1,-1 1 1,0-1 0,0 1-1,1-1 1,-1 1-1,1-1 1,-1 1 0,1 0-1,-1-1 1,1 3-1,-6 32 814,-3 33 1229,-1 25 395,1 137 65,9-182-2351,2 1 0,13 72 0,-14-116-217,9 68-742,-6-69-1549,4-12-1419,7-13-1561,-15 18 4944,1-1-1,-1 0 1,1 0 0,-1 1 0,0-1-1,0 0 1,0 0 0,0 0 0,-1 1-1,0-6 1,-7-3-591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2:09.9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64 348 264,'-5'-2'270,"-1"-1"0,1 1-1,0-1 1,0 0 0,0-1 0,-8-6 0,-7-4 1311,56-8 271,-25 17-1759,0 0 1,1 1-1,-1 1 0,1 0 1,0 0-1,23-1 1,30-7-229,-52 7 110,-1 0 0,1-1 0,-1-1 0,0 0 0,0 0-1,17-14 1,-28 20 89,0-1 0,0 1 1,0-1-1,-1 0 0,1 1 0,0-1 0,0 0 0,-1 1 0,1-1 0,0 0 0,-1 0 0,1 0 0,0 1 1,-1-1-1,0 0 0,1 0 0,-1 0 0,1 0 0,-1 0 0,0 0 0,0 0 0,1 0 0,-1 0 1,0 0-1,0 0 0,0 0 0,0 0 0,0 0 0,0 0 0,-1 0 0,1 0 0,0 0 0,0 0 1,-1 0-1,1 0 0,-1 0 0,1 0 0,-1 0 0,1 0 0,-1 1 0,1-1 0,-1 0 0,0 0 1,0 0-1,1 1 0,-1-1 0,0 0 0,0 1 0,-1-1 0,1 0 128,-1 0-1,0 0 0,0 0 1,0 0-1,0 1 1,0-1-1,0 1 1,0-1-1,0 1 1,0 0-1,0 0 0,0 0 1,0 0-1,0 0 1,0 0-1,0 0 1,0 1-1,0-1 0,0 1 1,0 0-1,-2 0 1,0 2 42,1-1 1,-1 0-1,1 1 1,0-1-1,0 1 1,0 0-1,0 0 1,0 0-1,1 1 1,-3 3-1,0 1-78,1 0 0,0 0 0,0 0 0,1 1 0,0-1 0,0 1 0,1 0-1,0 0 1,-1 14 0,3-20-217,0 0 0,0 0 0,0 1 0,1-1-1,-1 0 1,1 0 0,0 0 0,0 0 0,0 0-1,0 0 1,0 0 0,1 0 0,-1 0 0,1 0 0,0-1-1,-1 1 1,1-1 0,1 1 0,-1-1 0,0 0-1,1 1 1,-1-1 0,1-1 0,-1 1 0,1 0 0,0-1-1,0 1 1,0-1 0,0 0 0,0 0 0,0 0-1,6 1 1,-3-1-313,-1-1 0,1 0 0,-1 0-1,1 0 1,-1 0 0,1-1 0,-1 0 0,1 0-1,-1-1 1,0 1 0,1-1 0,-1-1 0,0 1-1,0-1 1,-1 1 0,1-1 0,0-1 0,4-3-1,-4 2 223,0 1 0,0-2 0,-1 1 0,1 0-1,-1-1 1,0 0 0,-1 0 0,0 0 0,0-1-1,0 1 1,0-1 0,2-9 0,0-54 3237,-5 70-3065,0 0 0,0 0-1,0-1 1,0 1-1,0 0 1,0 0 0,0-1-1,0 1 1,0 0 0,0-1-1,0 1 1,0 0 0,0 0-1,0-1 1,0 1 0,0 0-1,0 0 1,0-1 0,0 1-1,0 0 1,0-1 0,1 1-1,-1 0 1,0 0 0,0 0-1,0-1 1,0 1 0,1 0-1,-1 0 1,0 0 0,0-1-1,1 1 1,-1 0 0,0 0-1,0 0 1,0 0 0,1-1-1,-1 1 1,0 0 0,1 0-1,-1 0 1,0 0 0,1 0-1,11 10 859,9 23 864,14 35 1476,-33-62-3042,0 0-1,0 0 0,-1 1 0,1-1 1,-1 0-1,0 9 0,-3-15-134,1 0 1,0 0-1,-1 0 0,1 0 0,0-1 0,-1 1 0,1 0 0,0-1 0,-1 1 1,1-1-1,0 1 0,0-1 0,0 0 0,-1 1 0,1-1 0,0 0 1,0 0-1,-1-2 0,-28-18 468,27 17-467,1 1-1,-1-1 0,1 1 1,-1-1-1,1 0 1,0 0-1,1 0 1,-1 0-1,1-1 1,0 1-1,0 0 1,0 0-1,0-1 1,1 1-1,-1-1 1,1 1-1,1-1 1,-1 1-1,0 0 1,1-1-1,2-5 1,0-4-133,1 0 0,1 1 0,0-1 0,0 1 0,11-17 0,-10 22-804,0-1-1,0 1 0,1 0 1,11-10-1,35-25-9020,-36 32 6868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1.5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223 92 1004,'0'0'747,"11"-22"2390,-9 20-3085,-1 1 0,0 0-1,1-1 1,-1 1 0,0-1 0,0 0 0,0 1 0,0-1 0,0 0 0,0 1 0,0-1 0,0 0-1,-1 0 1,1 0 0,-1 0 0,1 0 0,-1 0 0,0-3 0,6-3 2,-3 5-40,-10-3-13,0-1 7,7 6-9,0 1 0,-1-1 0,1 1 0,0-1 0,-1 1 0,1-1 0,0 1 0,-1 0 0,1-1 0,0 1 0,-1 0 0,1-1 1,-1 1-1,1 0 0,-1-1 0,1 1 0,-1 0 0,1 0 0,-1 0 0,1-1 0,-1 1 0,1 0 0,-1 0 0,0 0 0,0 0 1,-11-1-84,10 1 79,0 0 0,0 0 1,1 0-1,-1 0 0,0 0 1,0 0-1,1 1 0,-1-1 1,0 0-1,1 1 0,-1-1 1,0 1-1,1 0 0,-1-1 1,1 1-1,-1 0 0,1 0 1,-1 0-1,1 0 0,-2 2 1,-14 10-3,1 1 0,1 0 0,1 1 1,0 1-1,1 0 0,0 1 1,1 0-1,2 1 0,-1 0 0,2 1 1,0 0-1,2 0 0,0 1 1,-6 29-1,11-41 8,1-1 0,0 1 0,0 0 0,1 0 0,0-1-1,0 1 1,1 0 0,0-1 0,2 10 0,-1 1 1,-2-15-2,0 0 0,1-1 0,-1 1 0,0-1 0,1 1 1,0-1-1,-1 1 0,1-1 0,0 0 0,0 1 0,2 2 1,8 14-1,-10-17 0,0 0 0,0 0-1,0 0 1,0 0 0,1 0 0,-1 0 0,1 0 0,-1 0 0,1-1 0,0 1 0,-1-1 0,1 1 0,0-1 0,0 1 0,2 0 0,0 0-44,0 0 0,0-1 1,0 1-1,1-1 0,-1 0 0,0 0 1,1 0-1,-1-1 0,0 1 1,1-1-1,-1 0 0,1 0 0,-1-1 1,0 1-1,1-1 0,-1 0 0,0 0 1,0-1-1,0 1 0,1-1 1,-1 0-1,-1 0 0,1 0 0,0 0 1,-1-1-1,1 0 0,-1 0 0,4-3 1,21-42-117,-25 45 173,-1 0-1,0 0 1,-1 0 0,1 0 0,0 0 0,-1-1 0,0 1 0,1 0-1,-2-1 1,1 1 0,0-1 0,-1 0 0,1-6 0,4 2 413,-1 22-112,-3-3-323,0-1 1,1 1-1,0 0 0,1-1 1,0 0-1,1 1 1,0-1-1,0 0 0,11 17 1,-14-26 11,0 0 0,0 0 0,0 1 1,0-1-1,0 0 0,0-1 0,0 1 0,0 0 1,0 0-1,0 0 0,1-1 0,-1 1 1,0 0-1,0-1 0,1 1 0,-1-1 0,0 0 1,1 1-1,-1-1 0,1 0 0,-1 0 0,0 0 1,3 0-1,0 0 6,1-1 1,-1 0 0,0 0-1,1 0 1,-1 0-1,0-1 1,0 1-1,4-4 1,-2 3 1,-1-1 0,0-1 0,1 1 0,-2-1 0,1 0 0,0 0 0,-1 0 0,0 0 0,1-1 0,-2 0 0,1 0 0,5-10 0,-7 10-19,0-1-1,0 0 1,-1 1 0,0-1-1,0 0 1,-1 0 0,1 0 0,-1 0-1,0 0 1,-1 0 0,0 0 0,1 0-1,-2 1 1,-1-7 0,0 1 8,3 10 0,-1-1-1,1 1 0,0 0 1,0 0-1,0 0 0,-1-1 1,1 1-1,0 0 0,-1 0 1,1 0-1,-1 0 0,1 0 1,-1 0-1,0 0 0,0 0 0,1 0 1,-1 0-1,0 0 0,0 0 1,0 0-1,0 1 0,0-1 1,0 0-1,0 1 0,0-1 1,0 0-1,0 1 0,0 0 1,-1-1-1,1 1 0,0 0 1,0-1-1,0 1 0,-1 0 1,1 0-1,0 0 0,0 0 1,-1 0-1,1 0 0,0 0 0,-3 1 1,-1 1-33,0 0 0,0 0 1,0 1-1,1 0 0,-1-1 0,1 2 1,-1-1-1,1 0 0,0 1 1,0 0-1,0 0 0,1 0 0,-1 0 1,1 0-1,0 1 0,0 0 0,1-1 1,-1 1-1,1 0 0,0 0 0,-1 8 1,-1 6-581,4-18 566,-1 0-1,1 0 1,0 0 0,-1 0 0,1 0 0,0 0 0,0-1 0,0 1 0,0 0 0,0 0 0,0 0 0,0 0 0,0 0 0,0 0 0,0 0-1,0 0 1,1 0 0,-1 0 0,0 0 0,1-1 0,-1 1 0,1 0 0,0 1 0,10 25-1995,-11-26 1535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2.01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88 124,'1'-1'64,"-1"0"1,0 0-1,1 0 0,-1 0 1,1 0-1,-1 0 0,1 0 1,-1 0-1,1 0 0,0 0 1,0 1-1,-1-1 0,1 0 1,0 0-1,0 1 0,0-1 0,0 0 1,0 1-1,0-1 0,0 1 1,0-1-1,0 1 0,0 0 1,0-1-1,0 1 0,0 0 1,2 0-1,-1-1 5,-1 1 0,1-1-1,0 1 1,-1 0 0,1 0 0,-1 0 0,1 0 0,0 0-1,-1 0 1,1 0 0,-1 1 0,1-1 0,0 1-1,-1-1 1,1 1 0,-1-1 0,3 2 0,10 14 686,-9-12-642,0 0 1,0 1-1,-1 0 0,0 0 0,0 0 0,0 1 0,-1 0 0,1-1 0,-1 1 0,-1 0 0,1 0 1,-1 0-1,0 1 0,1 6 0,-3-12-87,10-33 58,-11 22-86,1 0 0,1 0 0,0 0 0,0 0 1,1 0-1,0 1 0,1-1 0,5-11 0,-5 2 2,3 1-16,-1 12 13,-5 6 1,0 0 0,0 0 0,0 0 1,0 0-1,0 0 0,0-1 1,0 1-1,0 0 0,0 0 0,0 0 1,0 0-1,0 0 0,0 0 1,0 0-1,1-1 0,-1 1 0,0 0 1,0 0-1,0 0 0,0 0 0,0 0 1,0 0-1,0 0 0,0 0 1,1 0-1,-1 0 0,0 0 0,0 0 1,0 0-1,0 0 0,0 0 1,0-1-1,1 1 0,-1 0 0,0 0 1,0 0-1,0 1 0,0-1 0,0 0 1,1 0-1,-1 0 0,0 0 1,0 0-1,0 0 0,0 0 0,0 0 1,0 0-1,0 0 0,1 0 0,-1 0 1,0 0-1,0 0 0,0 0 1,0 1-1,0-1 0,0 0 0,0 0 1,0 0-1,10 7-19,-7-5 40,0 1 1,-1 0-1,0-1 1,0 1 0,0 0-1,0 0 1,0 0-1,0 1 1,-1-1 0,2 5-1,11 19 309,11 17 191,-23-38-582,1 1-1,0-1 0,1 0 0,0 1 1,0-2-1,0 1 0,1 0 0,0-1 0,0 0 1,7 6-1,-10-10-82,-1-1 0,0 1 1,1-1-1,-1 0 0,0 0 1,0 0-1,1 0 0,-1 0 1,0 0-1,1 0 0,-1 0 0,0 0 1,1-1-1,-1 1 0,0 0 1,0-1-1,1 1 0,-1-1 1,0 0-1,0 1 0,0-1 0,0 0 1,0 0-1,0 0 0,0 1 1,0-1-1,0 0 0,0 0 0,0 0 1,-1-1-1,2 0 0,-2 2 135,8-6-735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2.4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19 132 480,'1'-9'446,"-1"7"-332,0-1-1,0 1 1,0 0-1,0-1 1,0 1-1,0 0 1,-1 0-1,1-1 1,-1 1 0,1 0-1,-1 0 1,0-1-1,0 1 1,0 0-1,-1-2 1,-9-23 1807,11 27-1905,0 0 0,-1 0-1,1 0 1,0 0-1,0 0 1,0 0 0,0-1-1,0 1 1,0 0-1,0 0 1,0 0-1,0 0 1,0 0 0,0-1-1,0 1 1,0 0-1,0 0 1,0 0 0,0 0-1,0 0 1,0-1-1,0 1 1,0 0 0,0 0-1,1 0 1,-1 0-1,0 0 1,0 0-1,0-1 1,0 1 0,0 0-1,0 0 1,0 0-1,0 0 1,0 0 0,1 0-1,-1 0 1,0 0-1,0 0 1,0 0-1,0 0 1,0-1 0,0 1-1,1 0 1,-1 0-1,0 0 1,0 0 0,0 0-1,0 0 1,0 0-1,1 0 1,-1 0 0,0 0-1,0 0 1,0 0-1,0 0 1,0 1-1,1-1 1,8 9 241,7 19-49,20 42 228,-6-14-435,-29-54-92,1 1-1,-1 0 1,1-1-1,0 1 1,0-1-1,0 1 1,0-1-1,0 0 1,1 0 0,-1 0-1,1 0 1,-1 0-1,1-1 1,-1 1-1,1-1 1,0 0 0,0 1-1,3-1 1,-4 0-13,-1-1 1,1 1-1,0-1 1,-1 0 0,1 0-1,0 0 1,-1 0-1,1 0 1,0 0-1,-1 0 1,1-1 0,0 1-1,-1-1 1,1 1-1,-1-1 1,1 1-1,-1-1 1,1 0 0,-1 0-1,1 0 1,-1 0-1,0 0 1,1 0-1,-1 0 1,0 0-1,0-1 1,0 1 0,0 0-1,0-1 1,0 1-1,0-1 1,1-2-1,2-10 196,0 0-1,-1-1 0,0 1 0,-1-1 0,-1 0 0,0 0 0,-2-21 0,1 17 425,-9-55 3684,9 73-3874,-1 2-289,1-1 0,-1 0 0,1 0-1,-1 0 1,1 0 0,-1 1 0,1-1 0,-1 0 0,1 0 0,-1 1 0,1-1-1,0 1 1,-1-1 0,1 0 0,0 1 0,-1-1 0,1 1 0,0-1-1,-1 0 1,1 1 0,0-1 0,0 1 0,0-1 0,-1 1 0,1-1 0,0 1-1,0-1 1,0 1 0,0-1 0,0 1 0,0-1 0,0 2 0,0 26 902,-1-1-237,-4-10-548,1 0 0,1 1 0,0-1 0,0 25 0,-6 10-1542,2-27-992,5-18-2172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2.9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 80 368,'0'-13'5172,"-8"38"-4205,-10 53-336,17-74-623,0-1 0,0 1 1,0 0-1,1 0 0,0 0 0,0 0 0,0-1 0,0 1 1,1 0-1,-1 0 0,1 0 0,0 0 0,0-1 0,0 1 1,1 0-1,-1-1 0,1 1 0,0-1 0,0 0 0,0 0 1,3 4-1,-3-5-14,-1-1 1,1 1 0,0-1-1,0 0 1,-1 1-1,1-1 1,0 0-1,0 0 1,0 0-1,0 0 1,0-1 0,0 1-1,0 0 1,1-1-1,-1 0 1,0 1-1,0-1 1,0 0 0,0 0-1,1 0 1,-1 0-1,0-1 1,0 1-1,0-1 1,0 1-1,1-1 1,-1 0 0,0 1-1,0-1 1,0 0-1,-1-1 1,1 1-1,0 0 1,0 0 0,-1-1-1,3-1 1,5-5-13,-1 0 1,0 0-1,0-1 1,-1 0 0,0 0-1,0-1 1,-1 0-1,-1 0 1,1 0 0,4-14-1,-9 19 18,1 0-1,-1 1 1,0-1 0,0 0-1,0 0 1,-1 1-1,0-1 1,0 0 0,0 0-1,0 0 1,-1 0-1,0 0 1,0 1 0,0-1-1,-1 0 1,1 1 0,-1-1-1,0 1 1,-1 0-1,1-1 1,-1 1 0,1 0-1,-1 0 1,0 1-1,-1-1 1,-6-6 0,7 9-4,0-1 1,1 1-1,-1-1 1,0 1-1,0 0 1,0 0-1,1 0 1,-1 1 0,0-1-1,0 1 1,0-1-1,-1 1 1,1 0-1,0 0 1,0 0-1,0 1 1,0-1-1,0 1 1,0 0 0,0-1-1,0 1 1,1 1-1,-1-1 1,0 0-1,0 1 1,1-1-1,-1 1 1,-4 4-1,6-5-121,-1 0-1,0 0 0,0 1 1,0-1-1,1 1 1,-1-1-1,1 1 0,-1 0 1,1 0-1,0-1 0,-1 1 1,1 0-1,0 0 0,0 0 1,1 0-1,-1 1 0,0-1 1,1 0-1,-1 0 0,1 0 1,0 1-1,0-1 0,-1 0 1,1 0-1,1 1 0,-1-1 1,0 0-1,1 0 0,-1 0 1,1 1-1,-1-1 0,1 0 1,0 0-1,0 0 0,0 0 1,0 0-1,3 3 1,4 0-775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3.2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98 648,'2'-3'229,"-1"-1"-1,0 0 1,1 1-1,-2-1 1,1 0-1,0 0 1,-1 0-1,0 0 1,0-6-1,0 7-60,0 1 0,0-1 1,0 0-1,0 1 0,1-1 0,-1 0 0,1 0 1,-1 1-1,1-1 0,0 1 0,0-1 0,0 1 1,2-4-1,1-6 1395,-4 11-635,6 9-454,-4-2 68,0 0 1,-1 0-1,1 0 1,-1 0 0,1 12-1,0 2 486,1 6-27,-1 0-1,-1-1 0,-5 42 0,2-44-906,1 1 1,1 1-1,0-1 0,7 37 0,-5-20-279,-2-37-159,0 0 0,-1 0 0,1 1 0,1-1 0,-1 0 0,1 0 0,0 0 1,-1 0-1,2 0 0,2 8 0,0-1-3071,-4-10 3292,0-1-1,0 1 0,0-1 1,0 0-1,0 1 0,0-1 0,0 0 1,1 1-1,-1-1 0,0 0 0,0 1 1,0-1-1,0 0 0,0 1 0,1-1 1,-1 0-1,0 1 0,0-1 0,1 0 1,-1 1-1,0-1 0,0 0 1,1 0-1,-1 0 0,0 1 0,1-1 1,-1 0-1,0 0 0,1 0 0,-1 0 1,0 1-1,1-1 0,-1 0 0,0 0 1,1 0-1,-1 0 0,1 0 0,-1 0 1,0 0-1,1 0 0,-1 0 1,0 0-1,1 0 0,-1-1 0,0 1 1,1 0-1,-1 0 0,0 0 0,1 0 1,-1 0-1,0-1 0,1 1 0,-1 0 1,0 0-1,1-1 0,-1 1 0,0 0 1,0 0-1,1-1 0,-1 0 1,10-4-1439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3.5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42 392,'1'-11'2752,"0"16"-1455,5 13-697,13 44 156,-17-55-740,0 1 0,1-1 0,-1 0 0,2-1 0,-1 1 0,1 0 0,0-1 0,6 8-1,-8-12-14,0 0-1,0 0 0,1 0 1,-1 0-1,1-1 0,-1 1 1,1-1-1,0 1 0,0-1 1,0 0-1,0 0 0,-1 0 1,1 0-1,0-1 0,1 1 1,-1-1-1,0 0 0,0 0 1,0 0-1,0 0 0,0-1 1,5 0-1,-5 0-1,0 1 0,-1-1-1,1 0 1,-1 0 0,1 0 0,-1-1 0,1 1 0,-1-1 0,1 1-1,-1-1 1,0 0 0,0 1 0,0-1 0,0-1 0,0 1 0,-1 0-1,1 0 1,0 0 0,-1-1 0,0 1 0,0-1 0,1 1 0,-1-1 0,1-4-1,0-4-136,0 1 1,-1-1-1,0 1 0,0-19 0,8-41-3486,-9 55 2314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3.9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2 101 544,'-1'-21'971,"1"14"-603,-1 1 0,1 0 0,0-1 0,1 1 0,-1-1 0,1 1 0,0 0 1,1-1-1,3-9 0,-1 11 737,-3 8-14,3 9-713,-3-9-283,0-1-1,-1 1 0,1-1 1,-1 1-1,1-1 1,-1 1-1,0-1 1,0 1-1,-1 4 1,1 17 498,25 181 2405,-6-26-2632,-13-129-334,7 26-15,-4-33 25,-9-42-34,11 22-101,-4-14-163,-4-16-199,36-35-5697,-21 26 2946,-10 11 1765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4.2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59 180,'-1'0'45,"1"0"1,0 0-1,-1-1 0,1 1 1,0 0-1,0 0 0,-1 0 0,1-1 1,0 1-1,0 0 0,0 0 1,-1-1-1,1 1 0,0 0 1,0 0-1,0-1 0,0 1 0,-1 0 1,1-1-1,0 1 0,0 0 1,0 0-1,0-1 0,0 1 1,0 0-1,0-1 0,0 1 1,0 0-1,0-1 0,0 1 0,0 0 1,0-1-1,0 1 0,0 0 1,1-1-1,-1 1 0,0 0 1,0 0-1,0-1 0,0 1 0,0 0 1,1 0-1,-1-1 0,0 1 1,0 0-1,1 0 0,-1-1 1,0 1-1,1 0 0,21-15 513,30-5-273,-32 15-16,-17 4-214,1 0 1,-1 0-1,1 0 0,-1 1 1,1-1-1,0 1 1,-1 0-1,1 0 0,-1 0 1,1 0-1,-1 1 1,1 0-1,-1-1 0,6 3 1,14 6 306,-1 0 1,23 15-1,-39-21-325,0 1 0,0 0 0,0 0 1,0 1-1,-1 0 0,1 0 0,-1 0 0,-1 1 0,1-1 0,-1 1 0,6 11 1,2 0-330,-11-15 76,1 0 0,0-1 1,-1 2-1,0-1 0,1 0 0,-1 0 1,0 0-1,0 1 0,0-1 1,0 0-1,0 5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4.91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4 180,'0'0'2230,"0"32"308,9 67-791,-7-81-1679,0 1 1,1-2-1,1 1 1,0 0-1,2-1 1,12 30-1,-17-45-70,0-1 0,0 1 0,0-1-1,0 1 1,0-1 0,0 1 0,0-1 0,0 0 0,1 1-1,-1-1 1,0 0 0,1 0 0,-1 0 0,1 0 0,0 0 0,-1-1-1,1 1 1,0 0 0,1 0 0,-2-1 1,0 0 0,0 0 0,0 0 0,0 0 0,1 0 0,-1 0 1,0 0-1,0 0 0,0-1 0,0 1 0,0 0 0,0-1 0,0 1 0,0 0 0,0-1 0,0 1 0,-1-1 1,1 0-1,0 1 0,0-1 0,0 0 0,0 0 0,-1 1 0,1-1 0,0 0 0,-1 0 0,1 0 0,-1 0 1,1 0-1,-1 0 0,1 0 0,-1 0 0,1-1 0,14-30-15,-12 28 16,-1 0 0,1 0 0,-1 0 0,0-1 0,0 1 0,-1-1 0,1 1 0,-1-1 0,0 0 0,1-8 0,-3-3-92,-1 0 0,-1 0 0,0 0 0,0 1 1,-2-1-1,0 1 0,-1 0 0,0 1 0,-15-26 0,20 40 47,1-1-1,-1 0 0,1 1 0,-1-1 1,1 0-1,-1 0 0,1 1 1,0-1-1,-1 0 0,1 0 0,0 0 1,0 1-1,0-1 0,-1 0 1,1 0-1,0 0 0,0 0 0,0 0 1,0 1-1,1-1 0,-1 0 1,0 0-1,0 0 0,1-1 1,0 1 19,-1 1 0,1-1 1,0 1-1,-1 0 1,1-1-1,0 1 1,0 0-1,-1 0 1,1-1-1,0 1 1,0 0-1,-1 0 1,1 0-1,0 0 1,0 0-1,0 0 0,-1 0 1,1 0-1,0 0 1,1 1-1,1-1 20,-1 1-1,1-1 0,0 1 0,-1 0 1,0 0-1,1 0 0,-1 0 0,1 1 1,-1-1-1,0 1 0,0-1 0,0 1 1,0 0-1,0 0 0,3 3 0,34 122 1485,-12-33-252,-25-87-1167,0-1 1,0 1-1,-1 0 1,1-1-1,0 14 1,-2-19-61,29-51 23,-20 39-31,-1-1 0,0-1 0,10-22 0,-13 24-4,0 0 0,1 0 0,0 1 0,1 0 0,0 0 0,16-16 0,-23 25 16,1 0-1,0 0 0,0 0 0,0 0 0,-1 1 1,1-1-1,0 0 0,0 1 0,0-1 1,0 0-1,0 1 0,0 0 0,0-1 0,1 1 1,-1-1-1,0 1 0,0 0 0,0 0 0,0 0 1,0 0-1,0 0 0,1 0 0,-1 0 1,0 0-1,0 0 0,0 0 0,0 1 0,0-1 1,0 0-1,0 1 0,1-1 0,-1 1 1,0-1-1,0 1 0,-1 0 0,1-1 0,0 1 1,0 0-1,1 1 0,2 4 74,0 0 0,-1 0 0,0 0 0,0 0-1,3 13 1,5 7 261,-1 2-123,8 11-5,-7-17-137,10 12-537,-21-33 285,1 0 1,0-1-1,0 1 1,0 0 0,0-1-1,0 1 1,0-1 0,0 1-1,0-1 1,0 1 0,0-1-1,0 0 1,0 1 0,0-1-1,0 0 1,0 0 0,1 0-1,-1 0 1,0 0-1,0 0 1,0 0 0,0 0-1,0-1 1,0 1 0,0 0-1,0-1 1,0 1 0,0 0-1,0-1 1,0 1 0,2-2-1,6-3-1780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5.4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42 1040,'-1'-1'334,"-1"-1"-1,1 0 1,0 0 0,0 0-1,1 0 1,-1 0 0,0 1-1,1-1 1,-1-1 0,1 1-1,-1 0 1,1 0 0,0 0-1,0 0 1,0 0 0,0-3-1,1 0 848,16 26 1111,-5 57 785,-3-3-2272,-3-1 1,-4 81-1,-2-122-776,-9 19-358,9-52 311,0 0 0,-1 0-1,1 0 1,0 0 0,0 0 0,0 1 0,-1-1 0,1 0-1,0 0 1,0 0 0,-1 0 0,1 0 0,0 0-1,0 0 1,-1 0 0,1 0 0,0 0 0,0 0-1,-1 0 1,1 0 0,0 0 0,0 0 0,-1-1-1,1 1 1,0 0 0,0 0 0,0 0 0,-1 0-1,1 0 1,0 0 0,0-1 0,0 1 0,-1 0-1,1 0 1,0 0 0,0 0 0,0-1 0,0 1-1,0 0 1,0 0 0,-1-1 0,1 1 0,0 0-1,0 0 1,0 0 0,0-1 0,0 1 0,0 0-1,0 0 1,0-1 0,0 1 0,0 0 0,0 0-1,0-1 1,0 1 0,0 0 0,0 0 0,0-1-1,0 1 1,1 0 0,-1 0 0,0 0 0,0-1-1,0 1 1,27-52-2249,-20 35 1849,1 1-1,1 0 1,22-29 0,-28 41 400,1 0-1,-1 0 1,1 1 0,0 0 0,0-1 0,0 1-1,1 1 1,-1-1 0,1 1 0,-1-1 0,1 1-1,0 1 1,0-1 0,0 1 0,0 0 0,0 0-1,0 0 1,9 0 0,-12 1 18,0 0 1,0 0-1,-1 0 1,1 1-1,0-1 0,0 0 1,-1 1-1,1-1 1,0 1-1,-1 0 1,1 0-1,-1-1 0,1 1 1,-1 0-1,1 0 1,-1 0-1,1 1 1,-1-1-1,0 0 0,0 0 1,0 1-1,1-1 1,-1 1-1,-1-1 1,1 1-1,0-1 0,0 1 1,-1 0-1,1-1 1,0 1-1,-1 0 1,1 1-1,-1 1 11,1 0 0,-1 1-1,1-1 1,-1 0 0,-1 0 0,1 0-1,-1 0 1,1 1 0,-1-1 0,0 0-1,-2 5 1,1-6-4,-1 0 0,1 1 0,-1-1 0,0 0 0,1 0 0,-1-1-1,0 1 1,-1-1 0,1 1 0,0-1 0,-1 0 0,1 0 0,-1-1 0,0 1-1,1-1 1,-1 0 0,0 0 0,-5 1 0,2 0-60,1-1 0,-1 0 0,0 0 0,1-1 0,-1 0 0,0 0 0,1-1 0,-1 1 0,0-2 0,-7-1 0,9 1-163,-23-12-1898,28 14 1967,-1-1 0,0 1 0,1-1 0,-1 0 0,0 1 0,1-1 0,-1 0 0,1 0 0,0 0 0,-1 1 0,1-1 0,0 0 0,-1 0-1,1 0 1,0 0 0,0 0 0,0 1 0,-1-1 0,1 0 0,0 0 0,0 0 0,1 0 0,-1 0 0,0 0 0,0 0 0,0 1 0,1-1 0,-1 0 0,0 0 0,1-1 0,7-9-1549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5.7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58 640,'0'5'100,"-1"0"1,1 0-1,1 0 1,-1 0-1,1 0 0,0 0 1,0 0-1,1-1 1,-1 1-1,1 0 0,0-1 1,0 1-1,0-1 0,1 1 1,0-1-1,0 0 1,0 0-1,0-1 0,1 1 1,-1-1-1,1 1 1,0-1-1,0 0 0,0 0 1,0-1-1,1 1 1,-1-1-1,1 0 0,8 3 1,-11-5-100,1 0 0,0 1-1,-1-1 1,1 0 0,0 0 0,-1-1 0,1 1 0,-1 0 0,1-1 0,0 0 0,-1 1 0,1-1 0,-1 0 0,1 0 0,-1-1 0,0 1 0,0 0 0,1-1 0,-1 1 0,0-1-1,0 0 1,0 0 0,-1 0 0,1 0 0,0 0 0,-1 0 0,3-4 0,-1 1-26,0-1 1,-1 0-1,1 0 0,-1 0 0,0 0 0,-1-1 1,0 1-1,0 0 0,0-1 0,0-6 1,-2-2-189,0 10 20,1 0 0,0 0 0,0-1 0,0 1 0,0 0-1,1 0 1,1-6 0,6 0-527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6.1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35 41 540,'1'-2'298,"0"-1"-1,1 1 1,-1-1-1,0 0 1,0 1-1,-1-1 1,1 0 0,0 0-1,-1 1 1,1-6-1,-2 2 1414,1 25-1128,-9 19-84,7-19-292,0 1 1,-8 35-1,5-35-69,1 0 0,-2 39-1,3 4 56,1-45-147,1-1 0,1 0-1,0 0 1,5 25 0,-2 19-6,-3-52-39,0 1 1,0 0-1,1-1 1,4 20-1,5 29 49,-9-41-43,-2-16-15,1 0-1,-1 0 1,1 0-1,0 0 1,0 0 0,0 0-1,0 0 1,0 0-1,0 0 1,0 0-1,0 0 1,0 0-1,0 0 1,0 0-1,1 0 1,-1 0-1,0 0 1,1 0-1,-1 0 1,1 0-1,-1 0 1,1 0-1,-1 0 1,1-1-1,0 1 1,-1 0-1,1 0 1,0-1 0,0 1-1,-1 0 1,3 0-1,4-1-1655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6.3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19 148 908,'-1'-1'112,"0"1"0,0 0 0,0-1 0,0 1 0,0-1-1,0 1 1,0-1 0,0 1 0,1-1 0,-1 0 0,0 1 0,0-1 0,0 0 0,1 0 0,-1 1-1,0-1 1,1 0 0,-1 0 0,1 0 0,-1 0 0,1 0 0,0 0 0,-1 0 0,1 0-1,0 0 1,-1 0 0,1 0 0,0 0 0,0 0 0,0 0 0,0-1 0,0 0 0,2 0-34,-1 0-1,1 0 1,-1 0 0,1 0 0,0 0 0,-1 1 0,1-1 0,0 1 0,0-1 0,0 1 0,0 0 0,1-1 0,2 0 0,13-5-130,0 0 0,32-6 0,4 1-523,-21 6-444,1-2 0,-1-1 0,34-14 0,-46 12 394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6.7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57 259 428,'18'-19'676,"-13"15"-540,-1 0 1,-1 0-1,1 0 1,0-1-1,-1 1 0,0-1 1,0 0-1,0 0 1,-1 0-1,4-10 1,6-18 335,-10 30-420,0-1 0,-1-1 0,1 1 0,-1 0 0,1 0 0,-1 0-1,-1-1 1,1 1 0,-1-1 0,1 1 0,-1 0 0,-1-1 0,1 1 0,0-1 0,-1 1 0,0 0 0,-2-7 0,-3-10 163,6 19-188,0 1 0,0-1 0,-1 0 0,1 0 0,-1 0 0,1 0 0,-1 0 0,0 0 1,0 0-1,0 1 0,0-1 0,0 0 0,0 1 0,0-1 0,-1 1 0,1-1 0,-1 1 0,1 0 1,-1 0-1,-2-3 0,3 4-4,0-1 0,0 0 1,0 1-1,0-1 0,0 1 0,0-1 1,0 1-1,0 0 0,0-1 1,0 1-1,0 0 0,0 0 0,0 0 1,0-1-1,0 1 0,0 0 1,0 1-1,0-1 0,0 0 0,-1 0 1,1 0-1,0 1 0,0-1 0,0 0 1,0 1-1,0-1 0,0 1 1,1-1-1,-1 1 0,0-1 0,0 1 1,0 0-1,0 0 0,1-1 1,-1 1-1,0 0 0,0 0 0,1 0 1,-1 0-1,1 0 0,-1 0 1,1-1-1,-1 1 0,1 1 0,0-1 1,0 0-1,-1 1 0,-10 24 292,-6 22 298,3 26 382,4 0-1,-2 126 1,11-182-975,2 0 0,0 1 0,0-1 0,2 0 0,0-1-1,1 1 1,1 0 0,14 31 0,-19-48-89,0-1 0,0 1-1,0-1 1,0 1-1,0-1 1,0 0 0,0 1-1,1-1 1,-1 1 0,0-1-1,0 1 1,0-1 0,1 0-1,-1 1 1,0-1 0,0 0-1,1 1 1,-1-1-1,0 0 1,1 1 0,-1-1-1,0 0 1,1 0 0,-1 0-1,1 1 1,-1-1 0,0 0-1,1 0 1,-1 0-1,1 0 1,-1 1 0,1-1-1,-1 0 1,0 0 0,1 0-1,-1 0 1,1 0 0,-1 0-1,1 0 1,-1-1 0,0 1-1,1 0 1,-1 0-1,1 0 1,-1 0 0,1 0-1,-1-1 1,0 1 0,1 0-1,-1 0 1,0-1 0,1 1-1,-1 0 1,0 0-1,1-1 1,-1 1 0,0 0-1,0-1 1,1 1 0,-1-1-1,0 0 1,1 0-182,0-1 1,-1 1-1,0-1 0,1 1 0,-1-1 1,0 1-1,0-1 0,0 1 0,0-1 1,0 1-1,0-1 0,0 1 0,0-1 1,-1 1-1,1-1 0,0 1 1,-1-1-1,0-1 0,-7-7-465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17.44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38 291 156,'-16'-15'932,"15"14"-812,-1 0 0,1-1-1,-1 1 1,1 0 0,-1-1-1,1 1 1,0 0 0,0-1-1,-1 0 1,1 1 0,0-1-1,1 0 1,-1 1-1,0-1 1,0 0 0,1 0-1,-1 0 1,1 0 0,-1 1-1,1-4 1,0 3 216,0 1-282,1 0-1,-1 0 1,1 0 0,-1 0 0,1 0-1,-1 1 1,1-1 0,-1 0-1,1 0 1,0 1 0,0-1-1,-1 0 1,1 1 0,0-1 0,0 0-1,0 1 1,0 0 0,0-1-1,0 1 1,0-1 0,0 1-1,0 0 1,1-1 0,26-10 455,55-20-101,-61 23-296,41-23 0,-56 28-17,-1-2 0,1 1 0,-1-1 0,0 0 0,-1 0-1,1 0 1,-1-1 0,0 0 0,7-10 0,-12 14-58,1 1 1,0-1-1,0 1 1,-1-1-1,1 1 1,0-1-1,-1 1 1,0-1-1,1 0 1,-1 1-1,0-1 0,0 0 1,0 1-1,0-1 1,0 0-1,0 1 1,0-1-1,-1 0 1,1 1-1,-1-1 1,0-2-1,0 3-12,0 0 1,1 0-1,-1 1 0,0-1 1,0 0-1,0 1 0,0-1 1,0 1-1,0-1 0,0 1 1,0-1-1,0 1 0,0-1 1,0 1-1,0 0 0,0 0 1,0 0-1,0-1 0,0 1 1,0 0-1,0 0 0,0 0 1,0 1-1,0-1 0,-2 0 1,0 1 33,0 1 0,1-1 1,-1 0-1,0 1 0,1 0 1,-1-1-1,1 1 0,-1 0 0,-1 3 1,-5 4 171,2 0 1,-1 1-1,-9 15 1,15-19-198,-1-1 1,1 1-1,0 0 1,0 0-1,1 0 0,0 0 1,0 0-1,0 0 1,1 0-1,0 0 1,0 0-1,0 1 1,1-1-1,0 0 1,0 0-1,1 0 1,0 0-1,0 0 1,0-1-1,4 8 1,-5-11-114,1 0 1,0 0-1,0 0 1,-1 0-1,1 0 1,0-1-1,1 1 1,-1 0-1,0-1 1,0 0 0,1 1-1,-1-1 1,1 0-1,-1-1 1,1 1-1,-1 0 1,1 0-1,-1-1 1,1 0-1,3 1 1,3 0-531,0-1 1,0 0 0,0 0-1,14-3 1,-18 3 526,0-1 1,-1 0-1,1-1 1,0 1-1,-1-1 1,1 0-1,-1 0 1,0-1-1,0 1 1,0-1-1,0 0 1,0 0-1,-1 0 1,1 0-1,-1-1 1,0 0-1,0 1 1,0-1-1,0 0 1,-1 0-1,1-1 1,-1 1-1,0 0 0,-1-1 1,1 1-1,-1-1 1,0 0-1,0 0 1,1-7-1,-2 10 160,0 0-1,1 0 1,-1 0 0,1 0-1,0 0 1,-1 0-1,1 0 1,0 0-1,0 1 1,0-1-1,0 0 1,1 1 0,-1-1-1,0 1 1,1-1-1,-1 1 1,1 0-1,0-1 1,-1 1-1,1 0 1,2-1 0,-3 2-39,0-1 1,1 1-1,-1 0 1,0 0 0,0 0-1,0 0 1,0 0-1,0 0 1,1 1 0,-1-1-1,0 0 1,0 0 0,0 1-1,0-1 1,0 1-1,0-1 1,0 1 0,0 0-1,0-1 1,0 1-1,0 0 1,0-1 0,-1 1-1,1 0 1,0 0 0,0 0-1,-1 0 1,2 1-1,15 25 619,-14-15-430,0-1 1,-1 1-1,0 0 0,-1 0 0,-1 0 0,0 13 0,0-14 176,-5 7 703,-4-14 1305,9-5-2343,-1 0 0,0 0-1,0 0 1,1 0-1,-1 0 1,1 0 0,-1 0-1,1 0 1,-1 0 0,1 0-1,0-1 1,-1 1-1,1 0 1,0 0 0,0 0-1,0 0 1,0-1 0,0 1-1,0 0 1,0 0-1,0 0 1,0 0 0,1 0-1,-1-1 1,0 1 0,1 0-1,-1 0 1,2-2-1,1-6-84,1 0 0,0-1 0,0 2 0,1-1 0,0 1-1,1-1 1,7-7 0,65-84-79,-60 78 63,7-8-1827,4 7-3322,-28 19 1515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4.5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 1 704,'-21'53'1926,"-8"87"-544,5-21-957,20-100-636,1 0 0,1 0 0,0 28 0,2-46-386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5.1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0 100 296,'1'-4'117,"-1"0"-1,1 0 1,0 0-1,0 0 1,1 1-1,-1-1 1,1 0-1,-1 0 1,1 1-1,1-1 1,-1 1-1,0 0 1,1 0-1,-1 0 1,1 0-1,0 0 1,0 0-1,0 1 1,1-1-1,-1 1 1,1 0-1,-1 0 1,5-2-1,-2 1-91,0 0 0,1 0-1,-1 0 1,0 1-1,1 0 1,0 0 0,0 1-1,-1 0 1,1 0 0,0 0-1,0 1 1,0 0 0,0 0-1,0 1 1,-1 0 0,1 0-1,0 1 1,0 0-1,-1 0 1,1 0 0,-1 1-1,0 0 1,9 6 0,-13-7-16,-1 0 0,1 0-1,-1 0 1,1 1 0,-1-1 0,0 0 0,0 1 0,0-1 0,-1 1 0,1-1 0,-1 1 0,1-1 0,-1 1 0,0 0 0,0-1 0,0 1 0,0-1-1,0 1 1,0 0 0,-1-1 0,0 1 0,-1 4 0,0-1 13,0 1 0,0-1 0,-1 1 0,0-1 0,0 0 0,0 0 0,-9 11 0,-6 1 70,-1 0 1,-30 21-1,5-4-37,15-20-59,20-12 47,18-9 234,-6 5-247,1-1 0,-1 1 1,1 0-1,0 0 0,0 1 0,0-1 0,-1 1 0,1 0 0,0 0 1,0 0-1,0 1 0,0-1 0,-1 1 0,1 0 0,0 0 1,0 0-1,3 2 0,63 31 865,-60-28-730,7 4-61,0 1 0,0 1 0,-1 0 0,-1 1 1,17 19-1,-20-28-680,-7-3-3411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5.6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1 194 808,'0'0'781,"28"-4"960,-18 2-1695,-1-1 1,1 0 0,-1 0-1,0-1 1,0 0-1,0-1 1,0 1 0,-1-2-1,0 1 1,0-1 0,0-1-1,-1 1 1,0-1 0,0-1-1,-1 1 1,1-1-1,-2 0 1,8-13 0,-12 19-45,0 0 1,0 1-1,-1-1 1,1 0-1,0 0 1,-1 0-1,1 0 1,-1 0 0,0 0-1,1 0 1,-1 0-1,0 0 1,0 0-1,0 0 1,-1 0-1,1 0 1,0 0-1,-1 0 1,0 0-1,1 0 1,-1 0 0,0 0-1,0 1 1,0-1-1,0 0 1,0 0-1,0 1 1,0-1-1,-1 1 1,1-1-1,-1 1 1,1 0-1,-4-3 1,2 3 5,1 0-1,-1-1 1,0 1 0,0 0-1,0 1 1,0-1 0,0 0-1,0 1 1,0 0 0,0 0-1,0 0 1,-1 0-1,1 0 1,0 1 0,0-1-1,0 1 1,0 0 0,0 0-1,0 0 1,1 0 0,-6 2-1,0 3 67,0 1 1,0-1-1,1 2 0,0-1 0,0 1 0,1-1 0,-1 2 0,2-1 0,-1 1 0,1 0 0,1 0 0,-1 0 0,2 1 0,-1 0 1,1-1-1,1 1 0,0 0 0,0 0 0,0 19 0,2-23-44,0 0 0,0-1 1,1 1-1,0-1 0,0 1 0,0-1 1,1 1-1,0-1 0,0 0 1,0 0-1,1 0 0,-1 0 0,1 0 1,1 0-1,-1-1 0,0 0 0,1 1 1,0-1-1,0-1 0,0 1 0,1 0 1,-1-1-1,1 0 0,0 0 0,0 0 1,0-1-1,0 0 0,0 0 0,0 0 1,1 0-1,-1-1 0,1 0 1,-1 0-1,1-1 0,0 1 0,-1-1 1,1 0-1,-1-1 0,1 1 0,6-3 1,-8 3-77,0-1 0,1 0 0,-1-1 1,0 1-1,0-1 0,0 0 0,0 0 0,0 0 1,0 0-1,0-1 0,-1 0 0,5-3 0,-4 0-602,1 1-1,-1-1 0,0 0 0,0 0 1,-1 0-1,4-10 0,1 6-771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6.3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34 51 844,'-4'-18'1931,"-2"-11"151,7 26-849,6 16 308,-6-9-1419,0 0-1,0 0 0,0 0 0,-1 1 1,0-1-1,0 0 0,0 0 1,-1 7-1,1 24 321,3-20-357,-2 0 0,0 0 0,-1 0 0,0 0 0,-3 18 0,0 28 8,2-39-85,-2-1-1,0 1 1,0-1 0,-14 39-1,16-57-4,0-1-1,0 0 1,0 1 0,1-1-1,-1 0 1,1 1-1,-1-1 1,1 1-1,0-1 1,0 1 0,0-1-1,0 1 1,0-1-1,1 1 1,-1-1-1,1 1 1,0-1 0,1 5-1,-1-6-1,1 1 0,-1-1 0,0 0 0,1 1 0,-1-1 0,1 0 0,0 0 0,-1 0 0,1 0 0,0 0 0,0 0 0,0-1 0,-1 1 0,1 0 0,0-1 0,0 0 0,0 1 0,3-1 0,12 0-7,-1-1 0,0 0 0,0-2-1,28-6 1,-18 3-17,29-9-469,-20 0-2621,-30 9 1228,1 0 136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7.1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17 128 776,'0'-7'498,"1"6"-385,-1 1 0,0-1 1,0 1-1,0-1 0,1 1 1,-1-1-1,0 0 0,0 1 1,0-1-1,0 1 0,0-1 1,0 1-1,0-1 1,0 0-1,0 1 0,-1-1 1,1 1-1,0-1 0,0 1 1,0-1-1,-1 0 0,1 1 1,0-1-1,-1 1 0,1-1 1,0 1-1,-1 0 1,1-1-1,0 1 0,-1-1 1,1 1-1,-1 0 0,1-1 1,-1 1-1,1 0 0,-1-1 1,1 1-1,-2 0 1,1 0 250,-3 57 1681,2-44-1948,1-1 0,0 1 0,1 0-1,1 0 1,0 0 0,3 17-1,0-12-82,-2-9-13,1 0 1,-1 1-1,1-1 0,1 0 0,0-1 0,0 1 1,9 14-1,-11-20-4,0 0 1,0 0 0,1 0-1,-1-1 1,1 1-1,-1 0 1,1-1 0,0 0-1,0 0 1,0 0-1,0 0 1,0 0-1,1-1 1,-1 1 0,0-1-1,1 0 1,-1 0-1,1 0 1,-1 0 0,1-1-1,0 1 1,-1-1-1,1 0 1,0 0 0,-1 0-1,1-1 1,-1 1-1,1-1 1,0 0 0,-1 0-1,0 0 1,1-1-1,-1 1 1,0-1-1,1 0 1,-1 1 0,0-1-1,0-1 1,-1 1-1,1 0 1,0-1 0,-1 0-1,5-5 1,6-10-30,-8 12 22,0 1-1,-1-1 1,0-1 0,-1 1 0,1 0 0,-1-1-1,-1 0 1,3-8 0,3-9 7,-6 18 5,0 0 0,-1 1 1,1-1-1,-1 0 0,0 0 0,0-10 0,-1-2-5,0 1 0,-1-1 0,0 0 0,-2 1-1,0-1 1,-1 1 0,0 0 0,-2 0 0,-8-19 0,6 20 34,3 9-202,-4 23-714,-10 21-3719,11-21 2293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8.5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43 8,'-3'-3'532,"1"-1"-1,0 1 1,0-1 0,0 0-1,1 1 1,-1-1 0,1 0-1,-3-9 1573,13 335 1437,1-232-3520,1-27-150,6-106-191,3 13 154,-18 26 159,0 0 1,0 1-1,0-1 0,0 1 1,0 0-1,1 0 0,0 0 0,-1 0 1,1 0-1,1 0 0,-1 1 1,0-1-1,0 1 0,7-3 1,-6 3 7,1-1 1,0 1-1,1 0 1,-1 1-1,0-1 1,1 1-1,-1 0 1,0 1 0,1-1-1,-1 1 1,1 0-1,-1 0 1,1 1-1,-1 0 1,1 0 0,-1 0-1,0 0 1,1 1-1,-1 0 1,0 0-1,0 0 1,0 1 0,-1 0-1,1 0 1,0 0-1,-1 0 1,0 1-1,0-1 1,0 1 0,0 0-1,-1 1 1,0-1-1,4 7 1,-5-9 5,0 0 1,0 0-1,-1 0 0,1 0 1,-1 0-1,0 1 0,0-1 1,1 1-1,-1-1 0,-1 1 1,1-1-1,0 1 0,-1-1 1,1 1-1,-1 0 0,0-1 1,0 1-1,0 0 0,0-1 1,0 1-1,-1 0 0,1-1 1,-1 1-1,0 0 0,0-1 1,0 1-1,0-1 0,0 0 1,0 1-1,-1-1 0,1 0 1,-1 0-1,1 1 0,-1-1 1,0-1-1,0 1 0,0 0 1,0 0-1,0-1 0,0 1 1,-1-1-1,1 0 0,-3 2 1,-4 1 28,0 0 1,-1-1-1,1 0 1,-1-1 0,0 0-1,0 0 1,0-1 0,0 0-1,-19-2 1,24 2-64,1-1-1,-1-1 1,1 1 0,-1-1 0,0 1-1,1-1 1,-1-1 0,1 1-1,-1-1 1,1 1 0,0-1 0,0-1-1,0 1 1,0 0 0,0-1 0,0 0-1,1 0 1,-1 0 0,1 0 0,0-1-1,0 1 1,-4-6 0,7 6-192,-1 1-1,1 0 1,0 0 0,-1 0 0,1-1 0,0 1-1,0 0 1,0 0 0,0-1 0,1 1 0,-1 0-1,1 0 1,-1 0 0,1 0 0,0 0 0,0-1-1,0 1 1,0 1 0,0-1 0,0 0-1,1 0 1,-1 0 0,0 0 0,1 1 0,0-1-1,-1 1 1,1-1 0,0 1 0,0 0 0,0 0-1,3-2 1,12-3-1425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8.8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1 143 1388,'2'0'235,"1"1"1,-1-1-1,0 0 0,1 1 1,-1 0-1,1 0 0,-1-1 1,0 1-1,0 1 0,0-1 1,1 0-1,-1 0 0,0 1 1,0-1-1,-1 1 0,1 0 1,0 0-1,-1-1 0,1 1 1,-1 0-1,3 4 0,25 59 1114,-2-6-1010,-25-55-332,1 0 0,0-1 0,0 1 0,0-1 0,0 1-1,1-1 1,-1 0 0,8 4 0,-9-6-4,0 0 0,0-1 0,0 1 0,0-1 0,0 1 0,1-1 0,-1 0 0,0 0 0,0 0 1,1 0-1,-1 0 0,0 0 0,0 0 0,1-1 0,-1 0 0,0 1 0,0-1 0,0 0 0,0 0 0,0 0 0,4-2 0,-1-1-1,0 0-1,0 0 0,0 0 1,0 0-1,-1-1 1,0 0-1,0 1 0,0-2 1,-1 1-1,1 0 1,-1-1-1,0 0 0,-1 1 1,1-1-1,2-12 1,-3 9-6,0 1 0,-1 0 0,0-1 0,0 1 0,-1-1 0,0 1 0,0-1 0,-1 0 0,0 1 0,-1 0 0,-3-12 0,-20-44-884,25 62 659,-1-1 0,0 1 0,1 0 0,0 0 0,0 0 0,-1 0 0,1-1 0,0 1 0,1 0 0,-1 0 0,0 0 0,1 0 0,-1-1 0,1 1 0,0 0 0,-1 0 0,1 0 0,0 0 0,0 0 0,3-3 0,5-5-1451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9.2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21 188 1064,'6'-10'301,"0"1"-1,0-1 1,-1 0 0,-1-1 0,1 1-1,-2-1 1,1 0 0,-2 1-1,1-2 1,-2 1 0,1 0-1,-2 0 1,0-20 0,0 30-288,0 0 0,0 1-1,0-1 1,0 0 0,0 1 0,0-1 0,0 0 0,0 1 0,0-1 0,0 0 0,-1 1-1,1-1 1,0 0 0,0 1 0,-1-1 0,1 0 0,0 1 0,-1-1 0,1 1-1,-1-1 1,1 1 0,-1-1 0,1 1 0,-1-1 0,1 1 0,-1 0 0,1-1-1,-1 1 1,0 0 0,1-1 0,-1 1 0,1 0 0,-1 0 0,0-1 0,1 1 0,-1 0-1,-1 0 1,1 0 1,0 0-1,0 1 0,0-1 1,0 0-1,0 1 0,0-1 1,0 1-1,0-1 0,0 1 1,0-1-1,0 1 1,0 0-1,1-1 0,-1 1 1,0 0-1,0 0 0,1 0 1,-1-1-1,0 1 0,1 0 1,-1 0-1,1 0 0,-1 0 1,1 0-1,-1 2 1,-8 31 334,1 0 0,2 0 0,2 1 0,1 0 0,1 0 0,4 38 0,-2-23 36,3-1-5,3-1 0,13 61 0,-17-99-363,5 17-22,1-1 1,21 44 0,-28-69-126,-1 0 0,1 0 0,0 0 0,-1 1 0,1-1 0,-1 0 0,1 0 0,-1 1 0,0-1 0,1 0 0,-1 1-1,0-1 1,0 1 0,0-1 0,0 0 0,0 2 0,-2-2-148,1-1-1,0 0 1,0 1-1,0-1 0,0 0 1,0 0-1,-1 0 1,1 0-1,0 0 1,0 0-1,0 0 1,-1 0-1,1-1 1,0 1-1,0 0 1,0-1-1,0 1 0,-1-1 1,-8 0-1066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9.3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7 159 304,'-4'-21'1762,"4"19"-1690,-1 1-1,1 0 0,-1-1 0,1 1 0,0-1 0,-1 1 0,1 0 1,0-1-1,0 1 0,0-1 0,0 1 0,0-1 0,1 1 0,-1-1 1,0 1-1,1-1 0,-1 1 0,1 0 0,-1-1 0,1 1 0,0 0 1,-1-1-1,1 1 0,0 0 0,0 0 0,0 0 0,0 0 0,0 0 1,0 0-1,0 0 0,2-1 0,9-6-9,0 1 0,0 1 0,0 0 0,1 0 0,0 1 0,0 1 0,0 0 0,27-4 0,-20 4-1104,1-1 0,31-12 0,-32 3-601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9.79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97 219 576,'1'-4'399,"1"-1"0,0 0 0,0 1 0,0-1 0,0 1 0,1 0 0,0 0 0,0 0 0,0 0-1,1 0 1,-1 0 0,8-5 0,2-4 212,-12 12-600,0 0 1,0 0-1,0 0 0,-1 0 0,1 0 1,0 0-1,-1 0 0,1 0 0,-1 0 1,1 0-1,-1-1 0,1 1 0,-1 0 1,0 0-1,1 0 0,-1 0 0,0-1 1,0 1-1,0 0 0,0 0 0,0-1 1,-1 1-1,1 0 0,0 0 0,0 0 0,-1-1 1,1 1-1,-1-1 0,-4-23-61,4 20 46,-1 0 0,1 0 0,-1 0 0,0 0 0,0 0 0,-1 1 0,1-1 0,-1 1 0,0 0 0,0 0 0,-1 0 0,1 0 0,-1 1 0,0-1 0,0 1 0,0 0 0,-5-4 0,8 7 5,-1-1 0,1 0 0,0 0-1,0 0 1,0 1 0,-1-1 0,1 1-1,0-1 1,-1 1 0,1-1 0,-1 1-1,1 0 1,0 0 0,-1 0 0,1 0 0,-1 0-1,1 0 1,0 0 0,-1 0 0,1 0-1,-1 1 1,1-1 0,0 0 0,-1 1-1,1 0 1,0-1 0,-1 1 0,1 0 0,-1 0-1,-2 3 0,1 0 0,1 0 0,-1 0 0,0 1 0,1-1 0,0 0 0,-2 7 0,-7 15 31,7-16 45,1 1-1,0 0 0,1 0 1,1 0-1,-1 1 1,2-1-1,0 19 1,-3 30 477,1-25-151,0-1 0,2 1 0,6 42 0,0 33 194,4 6-2692,-18-111 420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49.9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74 816,'3'-3'2728,"14"-10"-2081,20 1-615,71-14 0,-11 11-3289,-78 10 2399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4:50.58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2 226 276,'16'-6'1586,"-14"6"-1465,1-1 0,-1 1 1,0-1-1,0 0 0,1 0 0,-1 1 1,0-1-1,0-1 0,0 1 0,0 0 1,0 0-1,0-1 0,0 1 0,-1-1 1,1 1-1,-1-1 0,1 0 0,2-3 1,-4 3-75,1 0 0,0 1 1,-1-1-1,1 1 0,0 0 0,0-1 1,0 1-1,0 0 0,0-1 1,0 1-1,0 0 0,0 0 1,1 0-1,-1 0 0,3-2 0,-3 3-16,1-1-1,-1-1 0,1 1 1,-1 0-1,0 0 1,1 0-1,-1-1 0,0 1 1,0-1-1,0 1 0,0-1 1,0 1-1,0-1 0,-1 1 1,1-1-1,0-2 1,5-10 349,-6 14-366,0 0-1,1-1 1,-1 1-1,0 0 1,1-1 0,-1 1-1,0-1 1,0 1-1,1 0 1,-1-1 0,0 1-1,0-1 1,0 1-1,0-1 1,1 1 0,-1 0-1,0-1 1,0 1-1,0-1 1,0 1 0,0-1-1,0 1 1,0-1 0,0 1-1,0-1 1,-1 1-1,1 0 1,0-1 0,0 1-1,0-1 1,0 1-1,-1-1 1,1 1 0,0 0-1,0-1 1,-1 1-1,1 0 1,0-1 0,-1 1-1,1 0 1,0-1-1,-1 1 1,1 0 0,-1 0-1,1-1 1,0 1-1,-1 0 1,1 0 0,-1 0-1,0-1 40,0 0 0,-1 1 0,1-1 0,0 0 0,0 1 0,-1 0 0,1-1 0,0 1-1,-1 0 1,1-1 0,0 1 0,-1 0 0,1 0 0,0 0 0,-1 0 0,1 1 0,0-1 0,-1 0-1,1 0 1,0 1 0,0-1 0,-1 1 0,1-1 0,0 1 0,0 0 0,-2 0 0,-28 36 929,26-29-761,1 0 0,0 1 0,1-1 0,0 1 0,0 0 0,1 0 0,0 0 0,1 1 0,-1-1 0,2 0 0,0 1 0,1 10 0,-1-17-207,1 1 0,0-1 1,0 1-1,0-1 0,0 0 0,0 0 0,1 0 0,0 1 1,-1-1-1,1-1 0,0 1 0,1 0 0,-1 0 1,0-1-1,1 1 0,-1-1 0,1 0 0,0 0 0,0 0 1,0 0-1,0 0 0,4 1 0,-4-1-168,0-1-1,0 1 1,0-1 0,0 0-1,0 0 1,1 0 0,-1 0-1,0-1 1,0 1 0,1-1-1,-1 0 1,0 0 0,1 0-1,-1 0 1,0-1 0,0 1-1,1-1 1,-1 0-1,0 0 1,0 0 0,0 0-1,0-1 1,6-3 0,-3 0-11,1-1 0,-1 0 0,0-1 0,0 1 0,-1-1 0,0 0 1,0-1-1,-1 1 0,0-1 0,0 0 0,-1 0 0,0 0 0,0 0 0,-1-1 0,0 1 0,-1-1 1,1 0-1,-1-9 0,8-23 1151,-9 41-956,1-1 1,-1 1-1,0 0 1,1 0 0,-1-1-1,0 1 1,1 0-1,-1 0 1,0 0-1,1-1 1,-1 1-1,0 0 1,1 0-1,-1 0 1,1 0-1,-1 0 1,0 0-1,1 0 1,-1 0-1,1 0 1,-1 0-1,0 0 1,1 0-1,-1 0 1,1 0 0,-1 0-1,0 0 1,1 1-1,-1-1 1,0 0-1,1 0 1,-1 0-1,0 1 1,1-1-1,-1 0 1,0 0-1,1 1 1,-1-1-1,0 1 1,16 8 850,2 6-159,-15-13-606,0 0 0,0 1 0,0-1 0,0 1 0,-1-1 1,1 1-1,-1 0 0,3 4 0,14 23 820,-15-25-834,1 1 1,-1 0 0,-1 1 0,1-1 0,-1 1 0,0 0 0,-1-1-1,0 1 1,0 0 0,0 1 0,-1-1 0,0 0 0,0 8-1,-1-15-87,-1-1 0,1 1 0,-1 0 0,1-1 0,-1 1 0,1 0 0,-1-1 0,1 1 0,-1 0 0,1-1 0,-1 1 0,1-1 0,0 1 0,-1-1 0,1 1 0,0-1 0,-1 0 0,1 1 0,0-1 0,0 1 0,-1-1 0,1 1 0,0-1 0,0 0 0,0 1 0,0-1 0,0 0 0,0 1 0,0-1 0,0 1 0,0-1 0,0 0 0,0 1 0,1-1 0,-1 1 0,0-1 0,1 0 0,10-28 37,2 1 0,2 1 0,0 1 0,2 0 0,23-28 1,-7 9-245,4-5-2573,-6 24-4244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50.7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51 232,'-9'4'3345,"20"-8"-1295,11-10-1742,-17 10-306,1 0-1,0 1 0,-1-1 1,1 1-1,0 0 1,1 1-1,-1-1 0,0 1 1,1 1-1,-1-1 0,1 1 1,10-1-1,-5 2-4,-10-1 2,1 1 0,-1-1 0,1 1 0,0 0 0,-1 0 0,1 0 0,0 0 0,-1 0 0,1 1 0,-1-1 0,1 1 0,0 0 0,-1 0 0,1 0 0,-1 0 0,0 0 0,1 0 0,-1 0 0,0 1 0,0-1 0,0 1 0,0 0 0,0 0 0,3 3 0,-2 2 12,0-1 0,-1 1-1,0 0 1,0-1 0,-1 1-1,1 0 1,-2 0 0,1 0 0,-1 0-1,0 0 1,0 0 0,-1 0-1,0 0 1,0 0 0,-2 7 0,0-3 70,0 0 0,-1 0 0,0-1 0,0 1 0,-1-1 0,-1 0 0,1 0 0,-2-1 0,1 0 0,-1 0 0,-16 15 0,12-14-70,6-4-8,-1-1 0,0 0 0,0 0 0,0-1 0,-10 5 0,15-8-2,-1-1 1,1 1-1,0 0 0,-1-1 1,1 0-1,0 1 0,-1-1 1,1 0-1,-1 0 0,1 0 0,0 0 1,-1 0-1,1 0 0,-1 0 1,1 0-1,-1-1 0,1 1 1,0-1-1,-1 1 0,1-1 1,0 1-1,0-1 0,-1 0 1,1 1-1,0-1 0,0 0 1,0 0-1,0 0 0,0 0 0,0 0 1,0 0-1,0 0 0,0 0 1,0-1-1,1 1 0,-2-1 1,-3-7 0,-11-20-77,16 28 77,-1 0 1,1 0-1,0 1 0,0-1 1,-1 0-1,1 0 1,0 0-1,0 0 0,0 0 1,0 1-1,0-1 0,0 0 1,1 0-1,-1 0 1,0 0-1,0 1 0,1-1 1,-1 0-1,0 0 1,1 0-1,-1 1 0,0-1 1,1 0-1,0 1 1,-1-1-1,1 0 0,-1 1 1,1-1-1,0 1 0,-1-1 1,1 1-1,1-2 1,10-15 267,-6 14-256,-1 0 1,0 1 0,1 0 0,-1 0-1,1 0 1,0 0 0,0 1-1,0 0 1,-1 1 0,1-1-1,0 1 1,0 0 0,0 0 0,0 1-1,0 0 1,0 0 0,0 0-1,-1 1 1,1 0 0,0 0 0,8 5-1,5 4-14,0 1 0,-1 1-1,0 1 1,23 23 0,-2-1-237,-37-35-25,0 1 0,0-1 0,0 0 0,0 0 0,0 0 0,0 0 0,0 0 0,0-1 1,0 1-1,0 0 0,0-1 0,0 0 0,1 1 0,-1-1 0,0 0 0,3-1 0,4 1-1865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5.6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61 364,'0'0'463,"8"1"5174,-11-2-5421,-2-3 1871,13 3-1624,5-25-420,-11 23-50,0 0 0,1 1 0,0-1 1,0 1-1,-1 0 0,1 0 0,1 0 1,-1 0-1,0 0 0,0 1 0,1-1 0,-1 1 1,5-1-1,-7 2 4,1 0 0,0 0 1,0 0-1,0 0 0,0 0 1,-1 0-1,1 1 0,0-1 1,0 1-1,-1-1 0,1 1 0,0 0 1,-1 0-1,1 0 0,-1 0 1,1 0-1,-1 0 0,0 0 1,1 0-1,-1 0 0,0 1 0,0-1 1,1 1-1,-1-1 0,0 1 1,-1-1-1,1 1 0,0-1 1,0 1-1,0 3 0,3 7 7,-1 1 0,0 0 0,-1 0 0,-1 0 0,0 1 0,0-1 0,-1 0 0,-1 1 0,-1-1 0,0 0 0,0 0 0,-1 0 0,-1 0 0,0-1 0,-1 1 0,0-1 0,-8 14 0,-34 43-38,43-64-7,0 0-1,0 0 1,0-1 0,-1 1 0,0-1 0,0 0 0,0-1 0,0 1 0,0-1 0,-1 0 0,-8 3 0,13-5 13,0-1 0,-1 1-1,1-1 1,0 1 0,0-1 0,-1 1 0,1-1 0,-1 0 0,1 0-1,0 0 1,-1 1 0,1-2 0,0 1 0,-1 0 0,1 0 0,0 0 0,-1 0-1,1-1 1,0 1 0,-1-1 0,1 1 0,0-1 0,0 1 0,-1-1 0,1 0-1,0 0 1,0 0 0,0 1 0,0-1 0,0 0 0,0 0 0,0 0 0,0-1-1,1 1 1,-1 0 0,0 0 0,0 0 0,1 0 0,-1-1 0,1 1-1,-1 0 1,1-1 0,0 1 0,0 0 0,-1-1 0,1-1 0,0-2-4,0 1 1,1 0 0,-1 0-1,1 0 1,0 0 0,-1 0-1,2 0 1,-1 0 0,0 1-1,1-1 1,0 0 0,0 1-1,0-1 1,3-3 0,-3 4 42,0 1 1,1-1-1,-1 1 1,1-1-1,0 1 1,0 0-1,-1 0 1,1 0 0,0 1-1,1-1 1,-1 0-1,0 1 1,0 0-1,1 0 1,-1 0-1,1 0 1,-1 1-1,1-1 1,-1 1 0,1 0-1,-1 0 1,1 0-1,-1 1 1,1-1-1,-1 1 1,1 0-1,-1 0 1,0 0 0,1 0-1,-1 0 1,5 4-1,5 3 40,-1 0-1,0 1 1,-1 0-1,0 1 1,0 1-1,10 12 1,7 3-4695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6.4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0 704 72,'252'-12'707,"-90"-17"-702,-113 25-4,36-2 16,106-22 0,-97 12-21,-59 12 2,44-12 0,230-54 67,-38 23-53,-141 26-42,-51 10 25,218-18 21,-277 27-8,79-4-1,0-5 0,163-40 1,-135 19 256,149-16 0,380-22-116,-189 44-155,-109-16-45,-69 16 59,-260 23-9,204-9-80,-41 1 156,-9 0-38,530-4-48,-430-1 160,-176 14-11,97 3-35,-49-2-70,-60-2-18,84 0 50,157 5-36,-157 3-53,30 2 16,324 33 26,-149-18-32,-330-22 18,137 5-12,-152-4 3,-1-2 0,43-6 0,39-1 12,144-8-10,-202 13 15,87-15 0,-89 9 0,90-3 0,103-4-44,-206 14 45,48-7 1,-58 7-11,1 3 1,-1 1-1,1 1 1,59 15 0,-92-18-5,29 5-58,20 2 94,-53-7-34,0 0-1,0 0 1,0 1 0,0-1 0,1 0 0,-1 0 0,0 1 0,0-1-1,0 1 1,0-1 0,0 1 0,0-1 0,0 1 0,0 0-1,0-1 1,0 1 0,0 0 0,0 0 0,-1 0 0,1 0-1,0 0 1,0 0 0,-1 0 0,1 0 0,-1 0 0,1 0-1,0 1 1,-20 3-1141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5.0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48 804,'14'5'3698,"4"-12"-3061,-14 5-286,-4 1-326,1 1 1,-1-1 0,1 1-1,-1-1 1,0 1-1,1-1 1,-1 0-1,0 1 1,1-1-1,-1 1 1,0-1 0,0 0-1,0 1 1,0-1-1,1 0 1,-1 1-1,0-1 1,0 0-1,0 0 1,0 1 0,-1-1-1,1 0 1,0 1-1,0-1 1,0 1-1,0-1 1,-1 0-1,1 1 1,0-1 0,-1 0-1,1 1 1,-1-1-1,-9-16 148,8 16-171,1 0-1,-1 1 1,1-1-1,-1 1 1,1-1-1,-1 1 1,1-1 0,-1 1-1,1 0 1,-1 0-1,1 0 1,-1 0 0,1 0-1,-1 0 1,0 0-1,1 0 1,-1 1 0,1-1-1,-1 1 1,1-1-1,-1 1 1,1-1-1,0 1 1,-1 0 0,1 0-1,-3 2 1,-39 26-65,38-25 55,0-1 3,0 1 0,1 0 0,0 0 0,0 0 0,0 1 0,0-1 0,0 1 0,1 0 0,0 0 0,0 0 0,1 1 0,-1-1 0,1 1 0,0-1 0,0 1 0,1 0 0,0 0 0,0 0 0,0-1 0,1 1 0,0 0 0,0 0 0,0 0 0,1 0 0,0 0 0,0 0 0,0 0 0,1-1 0,0 1 0,0-1 0,0 1 0,1-1 0,0 0 0,0 0 0,0 0 0,1 0 0,6 7 0,26 27 74,2-1 0,64 48 0,-100-85-9,0 0 0,0 1 1,0-1-1,0 1 0,0-1 1,0 1-1,-1 0 0,1 0 1,0 0-1,-1 0 0,0 0 0,1 0 1,-1 0-1,0 0 0,0 0 1,0 1-1,-1-1 0,1 0 1,0 1-1,-1-1 0,0 1 1,1 1-1,-2-2 26,0-1 0,0 0-1,0 0 1,0 0 0,-1-1 0,1 1 0,0 0 0,0 0-1,-1-1 1,1 1 0,0 0 0,-1-1 0,1 1-1,0-1 1,-1 0 0,1 0 0,-1 1 0,1-1-1,-3 0 1,-35 3 348,8-4-112,-57-9 0,85 9-497,1 0 0,-1 0 0,0 0 1,1 0-1,-1-1 0,1 1 0,0-1 1,-1 1-1,1-1 0,0 0 0,0 0 0,0 0 1,0 0-1,0 0 0,1-1 0,-1 1 1,1 0-1,-1-1 0,1 1 0,0-1 1,0 0-1,0 1 0,0-1 0,1 0 0,-1 0 1,1 1-1,0-1 0,-1 0 0,1 0 1,0 0-1,1-3 0,18-26-2502,-11 21 1559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5.3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25 1020,'0'-1'164,"0"0"-1,0 0 1,1 0 0,-1-1-1,0 1 1,1 0 0,0 0-1,-1 0 1,1 0 0,-1 0-1,1 0 1,0 0 0,0 0-1,0 0 1,-1 0 0,1 1-1,0-1 1,0 0 0,0 0-1,0 1 1,2-1 0,-3 0-104,1 1-1,-1 0 1,1-1 0,0 1 0,-1 0-1,1-1 1,-1 1 0,1 0 0,0 0-1,-1 0 1,1 0 0,0 0 0,-1 0-1,1 0 1,0 0 0,-1 0 0,1 0-1,0 0 1,-1 0 0,1 0 0,0 0-1,-1 1 1,1-1 0,-1 0 0,1 0-1,0 1 1,-1-1 0,1 1 0,-1-1 0,1 0-1,-1 1 1,1-1 0,-1 1 0,1-1-1,-1 1 1,0-1 0,1 1 0,0 1-1,15 24 1738,-13-21-1359,0-1 1,0 1-1,-1 0 0,1 0 1,-1 0-1,3 9 0,7 15 1331,-10-25-1515,0 1 0,0-1 0,0 0 0,0 1 0,-1 0 0,0-1-1,0 1 1,1 9 0,7 75 1123,-8-81-1344,0 0 0,0-1-1,1 1 1,0 0 0,6 13 0,-6-14-184,1 0-1,-1 0 1,0 0 0,0 0-1,0 13 1,7 3-3598,-9-22 3539,0-1 0,0 1 0,1-1 1,-1 0-1,0 1 0,0-1 0,1 1 0,-1-1 1,0 0-1,1 1 0,-1-1 0,0 0 0,1 1 1,-1-1-1,0 0 0,1 0 0,-1 1 0,1-1 1,-1 0-1,1 0 0,-1 0 0,0 0 1,1 0-1,-1 0 0,1 1 0,-1-1 0,1 0 1,-1 0-1,1 0 0,-1 0 0,1 0 0,-1-1 1,0 1-1,1 0 0,-1 0 0,1 0 0,-1 0 1,1 0-1,-1-1 0,0 1 0,1 0 0,-1 0 1,1-1-1,-1 1 0,1-1 0,0-4-1602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5.5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72,'2'7'795,"0"-1"0,0 1-1,0-1 1,1 0 0,0 1 0,5 6-1,19 47-61,-17-25-679,-6-24-469,-1 0-1,0 0 1,-1 0 0,0 0-1,0 19 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5.6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74 1300,'0'-16'1296,"-9"1"-356,9-1-248,0 5-176,0 6-132,9 0-120,-9-1-119,9 6-117,1 0-137,-1 6-167,10-1-172,-10 0-192,10 6-232,-10-1-376,10 1-332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6.2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110 327 1564,'2'-1'330,"0"1"-1,0-1 1,0 0 0,0 0-1,0 0 1,0 0 0,-1-1-1,1 1 1,0 0-1,-1-1 1,1 1 0,-1-1-1,1 0 1,-1 1 0,2-4-1,-2 4-237,-1 0-1,1 1 1,-1-1-1,1 0 1,-1 0-1,1 0 1,-1 0-1,1 0 1,-1 0-1,0 0 1,1 0-1,-1 0 1,0 0-1,0 0 1,0 0-1,0 0 1,0 0 0,0 0-1,0-1 1,-1 1 11,1 0 0,-1 0-1,0 1 1,0-1 0,1 0 0,-1 0 0,0 1 0,0-1 0,0 1 0,0-1 0,0 1 0,0-1 0,0 1 0,0 0 0,0-1 0,0 1 0,0 0 0,0 0 0,0 0 0,0 0 0,0 0 0,0 0 0,-1 0 0,-1 0 0,-1 1-39,-1-1 0,0 1-1,1 0 1,-1 0 0,1 0 0,-1 1 0,1 0 0,-1 0-1,1 0 1,0 0 0,0 0 0,0 1 0,0 0-1,1 0 1,-1 0 0,1 0 0,0 1 0,-1-1 0,1 1-1,1 0 1,-1 0 0,1 0 0,-1 0 0,-1 6 0,-1 0-80,1 0 1,0 0 0,1 0 0,-4 20-1,6-25-4,1 0-1,0-1 1,0 1-1,1 0 0,0 0 1,-1-1-1,1 1 1,1 0-1,-1-1 0,1 1 1,0-1-1,0 0 0,4 7 1,-5-10-17,0 0 1,0 0 0,1 0-1,-1 0 1,0 0-1,1-1 1,-1 1 0,1-1-1,-1 1 1,1-1 0,-1 1-1,1-1 1,-1 0-1,1 0 1,-1 0 0,1 0-1,-1 0 1,1 0-1,-1 0 1,1 0 0,0-1-1,-1 1 1,1 0 0,-1-1-1,0 0 1,1 1-1,-1-1 1,1 0 0,-1 1-1,0-1 1,3-2-1,38-27-1510,-34 22 1376,-1-1 0,0 0 0,-1-1 0,0 0 1,0 0-1,-1 0 0,0 0 0,-1-1 0,-1 0 1,1 0-1,1-13 0,-2-4 178,-2 1 0,-1-1 1,-1 0-1,-1 1 0,-2-1 0,0 1 0,-14-42 0,15 48 188,3 19-115,0 1-1,0-1 1,0 0-1,-1 0 1,1 0-1,0 0 1,-1 0-1,1 0 1,-1 0-1,0 0 1,1 1-1,-1-1 1,0 0-1,0 1 1,0-1-1,-1 0 1,1 1-1,0-1 1,-3-1-1,3 2 697,-9 81 3286,20 30-1626,-9-90-2338,1-1-1,1 1 0,0-1 1,2 0-1,9 25 0,-5-17-244,10 24-1426,-18-49 1106,0 0-1,0 0 1,1 0 0,-1 0-1,1 0 1,0 0 0,-1 0 0,1-1-1,0 1 1,3 2 0,12-4-6025,-7-5 4376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6.62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1 176 156,'0'0'3233,"28"-5"-2156,-24 4-1010,1-1 0,-1 0-1,0 0 1,0 0-1,0 0 1,0-1 0,-1 0-1,1 0 1,-1 0-1,0 0 1,1 0 0,-2-1-1,1 0 1,0 1 0,-1-1-1,1 0 1,-1 0-1,0 0 1,1-5 0,1-2 24,0 0 1,-1 0 0,-1 0-1,0 0 1,0-1 0,-1-20 0,-1 32-76,0-1-1,0 1 1,0 0 0,-1-1 0,1 1 0,0-1 0,0 1 0,-1 0 0,1-1 0,0 1 0,-1 0 0,1 0 0,0-1 0,-1 1 0,1 0 0,-1 0 0,1 0-1,0-1 1,-1 1 0,1 0 0,-1 0 0,1 0 0,-1 0 0,1 0 0,0 0 0,-1 0 0,1 0 0,-1 0 0,1 0 0,-1 0 0,1 0 0,0 0 0,-1 0-1,1 0 1,-1 0 0,1 1 0,-1-1 0,1 0 0,0 0 0,-1 1 0,1-1 0,0 0 0,-1 0 0,1 1 0,0-1 0,-1 0 0,1 1 0,0-1 0,-1 1-1,-20 16 697,13 0-273,5-11-270,1-1-1,-1 0 1,1 1-1,0-1 1,1 1 0,-1 0-1,1 0 1,0 0 0,0 10-1,0-10-100,1 0-1,0 0 1,0 1-1,1-1 1,-1 0-1,2 0 1,-1-1-1,0 1 1,1 0 0,0 0-1,1-1 1,-1 1-1,1-1 1,0 1-1,0-1 1,1 0-1,-1-1 1,1 1-1,0 0 1,6 4-1,-8-8-113,0 1 0,0-1-1,0 0 1,0 0-1,0 1 1,1-1-1,-1-1 1,0 1 0,1 0-1,-1-1 1,1 1-1,-1-1 1,0 1 0,1-1-1,-1 0 1,1 0-1,-1-1 1,1 1-1,-1 0 1,1-1 0,-1 1-1,3-2 1,5-2-1241,0 0 1,0-1 0,17-11 0,-7 4-1950,-3 2 1504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6.9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244 13 636,'0'0'134,"0"0"0,0-1 1,0 1-1,0-1 0,0 1 0,0 0 0,1-1 1,-2 1-1,1-1 0,0 1 0,0 0 0,0-1 1,0 1-1,0-1 0,0 1 0,0 0 0,0-1 0,-1 1 1,1 0-1,0-1 0,0 1 0,0 0 0,-1-1 1,1 1-1,0 0 0,0-1 0,-1 1 0,1 0 1,0 0-1,-1-1 0,1 1 0,0 0 0,-1 0 1,1 0-1,-1-1 0,1 1 0,0 0 0,-1 0 0,1 0 1,-1 0-1,1 0 0,0 0 0,-1 0 0,1 0 1,-1 0-1,1 0 0,0 0 0,-1 0 0,1 0 1,0 0-1,-1 1 0,-28 17 3488,-22 39-35,6 28-1580,34-62-2291,0-1 1,-18 26-1,-2-19-3814,6-20-4219,25-20 5117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7.2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51 928,'0'-3'275,"-1"1"-1,1-1 0,0 1 1,0-1-1,0 1 1,1-1-1,-1 1 1,1-1-1,-1 1 0,1 0 1,0-1-1,0 1 1,0-1-1,0 1 1,0 0-1,0 0 0,1 0 1,-1 0-1,3-3 1,-2 5-123,0 0 0,0-1 0,0 1 0,0 0 0,0 0 1,1 0-1,-1 0 0,0 1 0,0-1 0,0 0 0,0 1 0,0 0 0,0-1 1,0 1-1,0 0 0,0 0 0,-1 0 0,1 0 0,0 0 0,0 1 1,-1-1-1,1 0 0,-1 1 0,1-1 0,1 3 0,37 44 1262,-13-12-1129,-12-17-291,-1 1 1,-1 1-1,-1 0 0,-1 1 0,14 37 0,-22-49-422,2 1-3623,6-21 299,-9 0 1647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8.32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5 1220,'-7'-5'3860,"18"10"-3809,1-1 0,0-1 0,0 0 0,0 0 0,0-1 0,1-1 0,-1 0 0,1-1 0,-1 0 0,24-4 0,19 1-83,-41-1 13,-12 3 24,-1 0-1,0 1 1,1-1 0,-1 0-1,0 1 1,1-1 0,-1 1-1,0-1 1,1 1 0,-1 0-1,1 0 1,-1-1 0,1 1-1,-1 0 1,3 1 0,-6 0 48,-1 1 0,1 0 0,0 0 0,0 0 0,0 0 0,0 0 0,0 1 0,1-1 0,-1 0 0,1 1 0,-1-1 0,0 4 0,-1 0 74,-35 46 1175,31-38-920,0-1 1,-1 0-1,-11 13 0,9-14-83,1 0-1,1 1 1,-8 16-1,-15 11 129,28-37-415,-1 1 0,1-1-1,0 1 1,0-1 0,0 1 0,1 0-1,-1 0 1,1 0 0,0 0 0,0 0 0,-3 9-1,5-12-239,4-3-818,-1 0 448,0 0 0,1-1 0,-1 1 0,-1-1 0,1 0 0,0 0 0,-1 0 0,3-4 0,1 0-795,3-3-568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9.02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89 85 644,'0'0'63,"-1"0"0,1 1 0,0-1 0,0 0 0,0 0 0,-1 1 0,1-1 0,0 0-1,0 0 1,-1 1 0,1-1 0,0 0 0,-1 0 0,1 0 0,0 0 0,0 0 0,-1 0 0,1 1 0,0-1 0,-1 0 0,1 0 0,0 0 0,-1 0-1,1 0 1,0 0 0,-1 0 0,1 0 0,0 0 0,-1-1 0,1 1 0,0 0 0,-1 0 0,1 0 0,0 0 0,0 0 0,-1 0 0,1-1 0,0 1 0,-1 0-1,1 0 1,0 0 0,0-1 0,0 1 0,-1 0 0,1 0 0,0-1 0,0 1 0,0 0 0,-1-1 0,1 1 0,0 0 0,0 0 0,0-1 0,0 1-1,0 0 1,0-1 0,0 1 0,0 0 0,0-1 0,0 1 0,0 0 0,0-1 0,0 1 0,0 0 0,0-1 0,0 1 0,0 0 0,0-1 0,1 1-1,-18 18 1726,2 6-875,10-18-762,1 0 0,-1 0 0,1 0 0,1 1 0,-1 0 0,1 0 1,0 0-1,1 0 0,0 0 0,-3 14 0,3-2-59,2-17-83,-1 0-1,1 0 1,0 0-1,0 1 1,-1-1-1,1 0 1,1 0-1,-1 0 1,0 0-1,1 1 1,0 2-1,1 13 8,-2-16-18,0 0 1,0-1-1,0 1 0,1 0 1,-1 0-1,0-1 1,1 1-1,-1 0 0,1-1 1,-1 1-1,1-1 1,0 1-1,0 0 0,0-1 1,1 2-1,26 22-65,-26-24 61,-1-1-1,0 1 1,0-1-1,1 1 0,-1-1 1,0 0-1,1 1 1,-1-1-1,0 0 1,1 0-1,-1 0 1,0 0-1,1 0 1,-1 0-1,0 0 1,1-1-1,-1 1 1,0 0-1,1-1 0,-1 1 1,0-1-1,0 0 1,1 1-1,-1-1 1,0 0-1,0 1 1,1-3-1,29-18-231,-26 18 202,0 0-1,0 0 1,0 0 0,-1-1 0,0 1-1,0-1 1,0 0 0,0 0 0,0-1-1,-1 1 1,4-7 0,14-22-77,-17 28 111,0 0 0,-1-1 0,0 1-1,0-1 1,0 1 0,-1-1-1,3-9 1,-3 6 15,0 1 0,-1-1 0,0 0 0,0 0 0,-1 0 0,-1 0 0,1 0 0,-1 0 0,-4-14 0,4 20-24,0 0 1,0-1-1,0 1 1,0 0-1,-1 0 1,1 0 0,-1 1-1,0-1 1,0 0-1,0 1 1,0-1-1,0 1 1,-1 0 0,1-1-1,-1 1 1,1 0-1,-1 0 1,0 1-1,0-1 1,0 1 0,0-1-1,0 1 1,0 0-1,0 0 1,0 0-1,0 1 1,-1-1 0,1 1-1,-6 0 1,2-1-529,-1 1 0,1 0-1,0 1 1,0 0 0,0 0 0,0 0 0,0 1 0,0 0 0,-12 5 0,8 0-1605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18.9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47 388,'10'-46'3075,"-10"45"-2421,18 17-195,3 26-180,33 201 384,-42-190-498,6 67 0,-8-46-78,-3-12-39,-3-27-27,1 1 1,14 49-1,-11-58 14,-2 1-1,3 39 1,4 21 105,-3-4-48,-8-68-77,-1 0 0,0 0 1,-2 26-1,-1-6 9,12 44 27,-10-34-39,-2-46-138,1-1-1,0 1 1,0-1 0,-1 1 0,1-1 0,0 1 0,0-1 0,0 0 0,0 0 0,0 0 0,0 0 0,0 1-1,0-1 1,0-1 0,0 1 0,0 0 0,-1-2 0,-5-6-1169,-3-2-347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19.9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59 444,'-9'-57'3810,"9"56"-3584,45 27 1007,22 23-893,-18-14-245,71 65 0,-92-74-75,2-1-1,0-2 1,1-1 0,36 19-1,-65-40-9,-2-1 3,1 0-17,-1 0 0,0 0 0,0 0 0,1 0 0,-1 0-1,0 0 1,1 0 0,-1 0 0,0 0 0,0 0 0,1 0 0,-1 0-1,0 0 1,0 0 0,1 0 0,-1 0 0,0 0 0,1 0-1,-1 0 1,0 0 0,0-1 0,0 1 0,1 0 0,-1 0-1,0 0 1,0 0 0,1-1 0,-1 1 0,0 0 0,0 0 0,0 0-1,0-1 1,1 1 0,-1 0 0,0 0 0,0-1 0,0 1-1,0 0 1,0 0 0,0-1 0,0 1 0,0 0 0,0-1 0,0 1-1,0 0 1,0 0 0,0-1 0,0 1 0,0 0 0,0 0-1,0-1 1,0 1 0,0 0 0,0-1 0,0 1 0,0 0-1,-1 0 1,1 0 0,0-1 0,0 1 0,0 0 0,-1-1 0,-17-24-3021,10 19 1343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0.7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33 464,'1'-32'3934,"2"34"-3849,-1 0 0,1 0 0,-1 0 0,0 0 0,0 1 0,0-1 0,0 1 0,-1-1 0,1 1 0,0 0 0,-1-1 0,0 1 0,0 0 0,0 0 0,1 4-1,10 56 479,-6-27-232,17 140 626,-11-66-666,9 89-66,4 7-95,-22-152-101,-3-44-11,0 1 0,1-1-1,0 0 1,4 16-1,4 26 191,-8-51-217,-1-1 0,0 1 0,1-1 0,-1 1 0,0-1 0,1 1 0,-1-1 0,0 1 0,0-1 0,1 1 0,-1 0 0,0-1 0,0 1 0,0-1 0,0 1 0,0 0 0,0-1 0,0 1 0,0 0 0,0-1 0,0 1 0,0-1 0,0 1 0,-1 0 0,1-1 0,0 1 0,-1 0 0,-10 0-4734,3-2 2819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2.02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1 137 308,'1'-1'41,"1"-1"1,-1 1-1,0 0 1,0 0-1,0 0 1,1-1-1,-1 1 1,0-1-1,-1 1 1,1-1-1,0 1 0,0-1 1,-1 1-1,1-1 1,-1 0-1,1 1 1,-1-1-1,1-2 1,1-37 1033,-2 32-621,9-26 1085,-8 33-1312,0 0-1,1 0 1,-1 0 0,0 0 0,1 1 0,0-1-1,-1 0 1,1 1 0,0-1 0,3-2 0,-1 7-121,-1 0 0,0 0 0,1 0 1,-2 1-1,1-1 0,0 1 1,-1 0-1,1 0 0,-1 0 0,0 0 1,3 8-1,16 53 463,-14-35-437,0 1 0,-2-1 0,2 53 0,2 69-53,1-73-94,-1-16 6,1-30-76,-11-32 58,1-1 0,0 0 0,0 0 0,0 0 0,0 1 0,0-1-1,0 0 1,0 0 0,0 1 0,0-1 0,0 0 0,0 0 0,0 1 0,0-1 0,0 0 0,0 0 0,0 1 0,0-1 0,0 0 0,0 0 0,0 1 0,1-1 0,-1 0 0,0 0 0,0 1-1,0-1 1,0 0 0,0 0 0,1 0 0,-1 0 0,0 1 0,0-1 0,0 0 0,1 0 0,-1 0 0,0 0 0,0 0 0,0 1 0,1-1 0,-1 0 0,0 0 0,0 0 0,1 0 0,-1 0-1,0 0 1,0 0 0,1 0 0,-1 0 0,0 0 0,0 0-15,0 0-1,0 0 0,0 0 1,0 0-1,0 0 0,0 0 1,0 0-1,-1 0 0,1 0 1,0 0-1,0 1 0,0-1 1,0 0-1,0 0 0,0 0 1,-1 0-1,1 0 0,0 0 1,0-1-1,0 1 0,0 0 1,0 0-1,-1 0 0,1 0 1,0 0-1,0 0 0,0 0 1,0 0-1,0 0 0,0 0 1,0 0-1,-1 0 0,1 0 1,0-1-1,0 1 0,0 0 1,0 0-1,0 0 0,0 0 1,0 0-1,0 0 0,0 0 1,0-1-1,0 1 0,0 0 1,0 0-1,0 0 0,0 0 1,0 0-1,0 0 0,0-1 1,0 1-1,0 0 0,0 0 1,0 0-1,0 0 0,0 0 1,0-1-1,0 1 0,0 0 1,0 0-1,0 0 0,0 0 1,-1 0-268,-9-1-1760,1 27 2964,9-25-790,1 7 283,10-10-159,14-9-60,-12 2-155,-2 0-1,1-1 1,-1 0 0,-1 0 0,17-21-1,-9 10-10,-3-1-13,-1 0-1,-1-1 0,0 0 1,-2-1-1,-1 0 1,9-33-1,-14 40 9,2-1-1,-1 1 0,2 0 1,0 0-1,1 1 0,1 0 1,20-25-1,45-48 18,-66 74-178,4-3-2245,-5 14 1133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2.6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44 180 672,'-41'5'2842,"38"-5"-2393,11 0-219,10-1-171,1-2-1,-1 0 1,20-6 0,8-1-59,629-138-1081,-647 142-577,-19 2 325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23.5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30 692,'14'-23'3617,"-4"16"-1912,-10 7-1689,1 0 1,-1 1-1,0-1 0,0 0 1,1 0-1,-1 0 0,0 0 1,0 0-1,1 1 0,-1-1 1,0 0-1,0 0 0,0 0 1,1 1-1,-1-1 0,0 0 1,0 0-1,0 1 0,0-1 1,0 0-1,1 0 0,-1 1 1,0-1-1,0 0 0,0 0 1,0 1-1,0-1 0,0 0 1,0 1-1,0-1 0,0 0 1,0 0-1,0 1 0,0-1 1,0 0-1,0 1 0,-1-1 1,12 48 2206,-3-13-465,-1 1 1,3 70-1,0 2-120,-6-28-1160,-5-61-443,2 1-1,4 28 0,-3-35-38,-1-1-1,-1 0 1,0 19-1,-1-2-2292,1-51-7534,0 12 7233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3.41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816 20 308,'28'-20'4972,"-28"20"-4960,0 1 0,0-1 0,0 0 0,0 1 0,0-1 0,0 0 1,0 0-1,1 1 0,-1-1 0,0 0 0,0 0 0,0 1 0,0-1 0,1 0 0,-1 0 0,0 1 1,0-1-1,0 0 0,1 0 0,-1 0 0,0 0 0,0 1 0,1-1 0,-1 0 0,0 0 0,0 0 1,1 0-1,-1 0 0,0 0 0,1 0 0,-1 0 0,0 0 0,0 0 0,1 0 0,-19-1 216,-9 2-216,0 2 0,-49 12 0,-27 3-14,-167 12-26,177-20 5,-78 2 53,153-9-47,15-2 17,0 0 0,-1 0 0,1-1 0,0 1 1,-1-1-1,1 0 0,0 0 0,-1 0 0,-5-2 0,9 2 1,0 0 0,0 1 0,0-1 0,0 0 0,0 0 0,0 0 0,0 0 0,0 0 0,0 0 0,0 0 0,0 0 0,0 0 0,0 0 0,-1 0 0,1 0 0,0 0 0,0 0 0,0 0 0,0 0 0,0 0 0,0 0 0,0 1 0,0-1 0,0 0 0,0 0 0,0 0 0,0 0 0,0 0 0,0 0 0,0 0 0,0 0 0,0 0 0,0 0 0,0 0 0,0 1 0,0-1 0,0 0 0,0 0 0,0 0 0,0 0 0,0 0 0,0 0 0,0 0 0,0 0 0,0 0 0,0 0 0,0 0 0,-8 9-2843,8-5 1308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5.26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236 38 480,'0'0'3437,"19"-21"-1142,-19 21-2263,-19-16 329,11 16-360,-1 1 0,1 0 0,0 1-1,-1 0 1,1 0 0,0 1 0,0 0 0,0 0-1,1 1 1,-1 0 0,1 0 0,0 1 0,-7 6-1,-2 2-2,0 2 1,1 0-1,-25 33 0,37-44 0,0-1 0,1 1 0,-1 0 0,1 1 0,0-1 0,1 0 0,-1 1 0,1-1 0,0 0 0,0 1 0,0 0 0,0-1 0,1 1 0,0-1 0,0 1 0,0 0 0,1-1 0,-1 1 0,1 0 0,0-1 0,0 1 0,1-1 0,-1 0 0,1 1 1,0-1-1,0 0 0,1 0 0,-1 0 0,1 0 0,0-1 0,0 1 0,0-1 0,0 0 0,1 1 0,7 4 0,4-1-4,1 0 0,32 9 1,-31-11 25,0 1 0,30 15 0,-46-21-21,0 0 0,0 1 1,-1-1-1,1 0 1,0 0-1,-1 1 1,1-1-1,0 0 1,-1 1-1,1-1 0,0 1 1,-1-1-1,1 1 1,-1-1-1,1 1 1,-1 0-1,1-1 1,-1 1-1,0-1 0,1 1 1,-1 0-1,0-1 1,1 1-1,-1 0 1,0 0-1,0-1 1,1 1-1,-1 0 0,0 0 1,0 0-1,-1 1 3,0-1-1,0 0 0,0-1 0,0 1 0,-1 0 1,1 0-1,0 0 0,0-1 0,0 1 0,-1 0 1,1-1-1,0 0 0,-1 1 0,1-1 1,-2 1-1,-79 9 49,58-8-63,-60-1-9,83-1-57,-1 0 0,1-1 0,0 1 0,0-1 0,0 1 0,0-1 0,0 1 0,0-1 0,0 0 0,1 1 0,-1-1 0,0 0 0,0 0 0,0 0 1,1 0-1,-1 0 0,0 0 0,1 0 0,-1 0 0,1 0 0,-1 0 0,1 0 0,0 0 0,-1 0 0,1 0 0,0 0 0,0 0 0,0 0 0,0-1 0,0 1 0,0 0 0,0 0 0,0 0 0,0 0 0,0 0 0,1 0 0,-1-1 0,0 1 0,1 0 0,-1 0 1,1 0-1,-1 0 0,1 0 0,-1 0 0,1 1 0,0-1 0,0 0 0,-1 0 0,1 0 0,1 0 0,8-6-1600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5.58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 1172,'4'-9'2360,"6"16"-688,-8-5-1527,-1 0 0,1 0-1,-1 0 1,0 0 0,1 1-1,-1-1 1,0 0-1,0 1 1,-1-1 0,1 0-1,0 3 1,0 4 366,0 0 0,1 0 0,-1 0 0,7 16 0,-4-15-232,-1 0 1,-1-1 0,0 1-1,0 0 1,0 12-1,17 119 721,-10-26-2800,-3-89-533,-2-13-3494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5.7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0 292,'20'32'3302,"-8"-11"-3038,9 17 100,-20-37-480,0 1 0,0 0 0,-1 0 0,1 0 0,-1 0 0,1-1 1,-1 1-1,0 0 0,0 0 0,1 0 0,-2 0 0,1 0 0,0 0 0,0 0 0,0 0 0,-1 0 0,0 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5.9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27 940,'0'-11'1040,"0"6"-388,9-1-16,1 1-496,-1 5-96,0 5-136,1-5-172,-1 0-208,0 6-344,1-1-412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6.3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0 147 760,'0'1'71,"0"1"1,0-1-1,1 1 0,-1-1 1,0 1-1,1 0 0,-1-1 1,1 1-1,-1-1 0,1 0 1,0 1-1,0-1 0,0 0 1,0 1-1,0-1 0,0 0 1,0 0-1,0 0 0,0 0 1,0 0-1,1 0 0,-1 0 0,0 0 1,1 0-1,-1 0 0,0-1 1,1 1-1,-1-1 0,1 1 1,-1-1-1,1 0 0,0 1 1,-1-1-1,1 0 0,-1 0 1,1 0-1,-1 0 0,1 0 1,0-1-1,2 0 0,3 1 69,1-1 1,-1-1-1,1 0 0,-1 0 0,0 0 0,0-1 0,8-4 0,-9 3-128,-1 0 0,1-1 0,0 0 0,-1 0 1,0-1-1,-1 1 0,1-1 0,-1 0 0,0 0 0,0-1 0,-1 1 0,0-1 0,0 0 0,0 1 1,-1-1-1,0-1 0,-1 1 0,1 0 0,-1 0 0,0-13 0,-2 19-10,1 0 0,0 0 0,0 0-1,0 0 1,-1 0 0,1 0 0,-1 0 0,1 0 0,-1 0-1,1 1 1,-1-1 0,1 0 0,-1 0 0,0 0 0,1 1-1,-1-1 1,0 0 0,0 1 0,1-1 0,-1 0-1,0 1 1,0-1 0,0 1 0,0 0 0,0-1 0,0 1-1,0 0 1,0-1 0,0 1 0,0 0 0,0 0 0,0 0-1,0 0 1,0 0 0,0 0 0,0 0 0,0 0 0,0 1-1,0-1 1,-1 1 0,-2-1 19,1 1 0,0-1 0,-1 1 0,1 0 1,0 0-1,0 1 0,0-1 0,0 1 0,0-1 0,0 1 0,0 0 0,-2 2 0,-3 4 83,3-2-5,0-1 0,0 1-1,0 0 1,1 0-1,-1 1 1,2-1 0,-1 1-1,1 0 1,-5 13 0,6-16-44,1 1 0,0-1 0,0 0 0,0 0 0,0 0 0,1 1 0,-1-1 0,1 0 0,0 1 0,0-1 0,1 0 0,0 1 1,-1-1-1,3 5 0,1 10 159,-4-17-190,1 1-1,-1-1 0,1 1 0,0-1 0,0 1 1,0-1-1,0 1 0,0-1 0,0 0 0,1 1 1,-1-1-1,1 0 0,-1 0 0,1 0 0,0 0 0,0 0 1,0-1-1,3 3 0,0 0-15,-1-1-1,1 0 1,0-1 0,0 1-1,0-1 1,0 0 0,0 0 0,1-1-1,-1 1 1,1-1 0,-1-1-1,1 1 1,-1-1 0,1 0-1,-1 0 1,10-1 0,-10 0-235,0 0 1,0-1 0,0 1-1,0-1 1,0 0 0,-1-1 0,1 1-1,-1-1 1,1 0 0,-1 0-1,5-5 1,16-17-3003,-23 14 1243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7.4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19 107 84,'-2'-1'96,"0"-1"1,1 0-1,-1 0 0,1 1 0,-1-1 1,1 0-1,0-1 0,0 1 0,0 0 1,0 0-1,0 0 0,0-1 0,1 1 1,-1 0-1,1-1 0,0 1 0,-1 0 1,1-1-1,0 1 0,1-1 0,-1 1 1,0 0-1,1-1 0,-1 1 0,1 0 1,-1-1-1,1 1 0,0 0 0,2-3 1,-1-23 1133,-2 18-191,-1 16-49,12 47-344,17 85 661,-22-106-828,18 54 0,3 10 9,-10-45-418,-14-44-120,1 1-1,-2 0 1,1 0-1,-1 0 1,0 0-1,1 10 1,-1-8-275,-1-9 111,-1-1 0,0 1 0,1-1-1,-1 1 1,0-1 0,1 1-1,-1-1 1,0 1 0,1-1 0,-1 0-1,1 1 1,-1-1 0,1 0-1,-1 0 1,1 1 0,-1-1 0,1 0-1,-1 0 1,1 0 0,-1 1 0,1-1-1,0 0 1,-1 0 0,1 0-1,-1 0 1,1 0 0,-1 0 0,1 0-1,-1 0 1,1-1 0,0 1 0,9-5-1756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7.8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0 250 292,'1'-2'149,"0"1"-1,0-1 0,1 1 1,-1-1-1,0 1 1,0 0-1,1 0 1,-1-1-1,1 1 1,-1 0-1,1 0 1,-1 0-1,1 1 1,0-1-1,0 0 1,-1 1-1,4-2 1,15-9 182,3-8 18,-20 18-322,0-1 1,0 0-1,0 0 1,-1 0-1,1-1 0,-1 1 1,1-1-1,-1 1 1,0-1-1,0 0 1,3-5-1,29-50 109,-30 45-134,-2 1 0,0 0 1,0-1-1,-1 1 0,-1-15 1,0 26 5,1 1 1,-1-1 0,0 0 0,0 1-1,0-1 1,0 0 0,0 1 0,0-1-1,-1 1 1,1-1 0,0 0 0,0 1-1,0-1 1,-1 0 0,1 1-1,0-1 1,0 1 0,-1-1 0,1 1-1,-1-1 1,1 1 0,0-1 0,-1 1-1,1-1 1,-1 1 0,1 0 0,-1-1-1,1 1 1,-1 0 0,0-1 0,1 1-1,-1 0 1,1 0 0,-1-1-1,0 1 1,1 0 0,-1 0 0,1 0-1,-1 0 1,0 0 0,1 0 0,-1 0-1,0 0 1,1 0 0,-1 0 0,0 0-1,1 0 1,-2 1 0,-22 22 148,19-19-115,0 0 0,1 0 0,-1 1 0,1 0 0,0 0 0,0 0-1,-5 10 1,3-5 38,1 0-1,0 1 1,0 0-1,1 0 1,1 0-1,0 1 0,0-1 1,-1 18-1,2 3 56,1-26-110,0 0 1,1 1-1,0-1 1,0 1-1,0-1 1,3 11 0,-3-13-22,1 0 1,0-1-1,0 1 1,0-1-1,0 1 1,0-1-1,1 0 1,0 1 0,-1-1-1,1 0 1,1 0-1,-1 0 1,0 0-1,1-1 1,-1 1-1,1-1 1,0 1 0,-1-1-1,1 0 1,1 0-1,-1 0 1,0 0-1,0-1 1,1 1-1,-1-1 1,1 0 0,-1 0-1,1 0 1,-1-1-1,1 1 1,0-1-1,-1 0 1,1 0-1,-1 0 1,1 0-1,0 0 1,-1-1 0,1 0-1,-1 0 1,1 0-1,-1 0 1,1 0-1,-1-1 1,0 0-1,1 0 1,2-2 0,0 1-337,0-1 0,0 0-1,-1 0 1,1 0 0,-1-1 0,0 0 0,0 0 0,-1 0 0,0-1 0,8-11 0,-11 11-1130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8.8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0 492,'0'0'3854,"-1"21"-2898,-21 27-617,-1 0-1,-43 61 0,38-72-2587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9.12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59 912,'0'-5'498,"0"1"-165,0 0 0,0 0 0,0 1 1,1-1-1,-1 0 0,1 0 0,2-6 0,-2 9-272,-1 0 1,1 0-1,0 0 0,0-1 1,0 1-1,0 0 0,0 1 1,0-1-1,0 0 0,0 0 0,1 0 1,-1 1-1,0-1 0,0 0 1,1 1-1,-1-1 0,0 1 1,1 0-1,-1-1 0,0 1 1,1 0-1,-1 0 0,1 0 1,-1 0-1,3 0 0,3 3 169,0 1 0,0 0-1,0 0 1,0 0 0,-1 1 0,0 0-1,0 0 1,0 0 0,7 10-1,-2-4-60,34 43 159,-14-14-330,-14-13-685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39.7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5 252,'-1'-4'4168,"13"12"-3755,-8-6-402,0-1-1,1 1 1,-1-1 0,0 0-1,1-1 1,-1 1 0,6-1-1,24 5 28,-20-1-50,1-1 0,0 0 0,27 2 0,-42-5 12,0 0 0,0-1 0,1 1 0,-1 0 0,0 0 0,0 0 0,0 0 0,1 1 0,-1-1 0,0 0 0,0 0-1,1 0 1,-1 0 0,0 0 0,0 0 0,1 0 0,-1 0 0,0 0 0,0 1 0,0-1 0,1 0 0,-1 0 0,0 0-1,0 0 1,0 1 0,0-1 0,1 0 0,-1 0 0,0 0 0,0 1 0,0-1 0,0 0 0,0 0 0,0 1 0,0-1-1,0 0 1,0 0 0,1 1 0,-1-1 0,0 0 0,0 1 0,-6 13 7,-19 20 18,19-26-19,-79 87 445,50-54-307,20-31-481,13-11-714,6-6-220,-2 2-256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7:40.2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0 676,'0'0'2501,"38"0"-1871,46 11-615,-67-9-7,-14-1-8,0 0 0,1-1 0,-1 1 0,0-1 1,0 0-1,0 0 0,0 0 0,0 0 0,0 0 1,1-1-1,-1 1 0,0-1 0,3-1 0,-4 1-4,-2 1 3,1 0 1,0 0 0,0 0-1,0 0 1,0 0 0,0 0-1,-1 1 1,1-1 0,0 0-1,0 1 1,0-1 0,-1 0-1,1 1 1,0-1 0,0 1-1,-1-1 1,1 1 0,-1-1 0,1 1-1,0 0 1,-1-1 0,1 1-1,-1 0 1,1-1 0,-1 1-1,1 0 1,-1 0 0,0-1-1,1 1 1,-1 0 0,0 0-1,0 0 1,0 0 0,0-1-1,1 1 1,-1 0 0,0 0-1,0 0 1,-1 0 0,1 0-1,0-1 1,0 1 0,0 0-1,0 0 1,-1 0 0,1 0-1,0-1 1,-2 2 0,-15 31 100,-76 99 944,69-95-922,-8 10-52,26-40-329,11-14-1826,-5 2 781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1.0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2822 96 176,'0'0'1053,"-28"-10"212,0 4-1197,-77 1-98,-64-6 86,-73-7-93,0-1 22,-52 9 0,91-6 3,-221 16-9,228 16-47,103-6 32,69-6 16,-48 3 0,-96 9 36,151-15-11,1 1 1,-1 1 0,0 1-1,-26 9 1,-23 5-42,-130 31 23,165-40 18,-53 12 7,39-10-8,43-11 32,4 0-32,4 0-3,-5-4 1,-1 3-7,-7 1-201,14 0-501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2.6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1 101 312,'0'-13'540,"0"8"-379,-1 0 0,1 1 1,1-1-1,-1 0 0,1 0 0,-1 1 1,1-1-1,0 0 0,1 1 0,1-5 1,-1-7 126,-2 16-281,-1-1 0,1 1 1,0-1-1,0 1 0,0 0 0,0-1 1,0 1-1,0-1 0,0 1 0,0-1 1,0 1-1,0 0 0,0-1 0,0 1 1,0-1-1,0 1 0,0-1 0,0 1 0,0 0 1,0-1-1,0 1 0,1-1 0,-1 1 1,0 0-1,0-1 0,1 1 0,-1-1 1,0 1-1,0 0 0,1 0 0,-1-1 0,0 1 1,1 0-1,-1-1 0,1 1 0,-1 0 1,0 0-1,1 0 0,-1-1 0,1 1 1,-1 0-1,0 0 0,2 0 0,-1 1 14,0 1 0,1-1 0,-1 1 0,0-1-1,0 1 1,1 0 0,-1-1 0,-1 1 0,1 0-1,0 0 1,0 0 0,-1-1 0,1 1 0,-1 0-1,1 0 1,-1 0 0,0 0 0,0 2 0,10 62 42,-7-44-4,45 425 378,-16-103-334,-28-287-86,3 101 11,5 61-5,-9-155-18,-4-46-3,2 0 0,5 32-1,-4 7 1,-2-35-9,-2-23-32,1 1-1,0-1 1,0 0 0,0 0-1,0 1 1,-1-1-1,1 0 1,0 0 0,0 0-1,1 0 1,-1 0 0,0 0-1,0-1 1,0 1 0,1 0-1,-1 0 1,0 0-1,1-1 1,-1 0 0,1-46-1687,0 27 692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3.2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21 8,'8'-21'2287,"-2"23"-2227,0 1-1,0 0 1,-1 0 0,1 0 0,-1 0-1,1 1 1,-1 0 0,0 0 0,4 5-1,16 14 84,147 148 559,-100-105-525,-14-17-49,-13-14-42,-37-30-77,1 1 0,-1 0 0,0 1 0,9 9-1,-11-12-6,-51-24-1824,36 15 670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3.9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17 136,'-1'-16'2172,"-2"31"-1492,-2 34-192,29 274 1623,-9-187-1621,6 6-183,-11-86-208,4 104 0,-4-39-65,-19-132-640,1 0-1,1 0 1,-8-15-1,-2 0-1469,7 11 578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4.5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6 140,'3'-5'500,"3"10"-236,1 0-206,-4-10-171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4.9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74 432,'10'-73'2574,"-10"72"-2267,9 24 264,0 91 219,1 24-120,-1 45-249,-9-177-414,0-4-13,-1-1 0,1 1 1,0-1-1,0 1 0,0-1 0,0 1 0,0-1 1,0 1-1,1-1 0,-1 0 0,0 1 0,1-1 0,-1 1 1,1-1-1,0 0 0,-1 1 0,1-1 0,0 0 0,0 0 1,1 2-1,-1-2-100,-4-10-1385,2 8 1421,1 1 0,0-1 0,-1 1 1,1-1-1,0 1 0,-1-1 0,1 0 0,0 1 1,0-1-1,-1 0 0,1 1 0,0-1 0,0 1 1,0-1-1,0 0 0,0 1 0,0-1 0,0 0 1,0 1-1,0-1 0,0 0 0,0 1 0,0-1 1,1 1-1,-1-1 0,0 0 0,0 1 0,1-1 1,-1 1-1,0-1 0,1 0 0,-1 1 0,1-1 1,-1 1-1,0 0 0,2-2 0,-1-2-627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5.2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3 554 428,'-2'4'2181,"13"-14"-1542,48-39-596,-3-2 0,54-64-1,76-85-6,-162 172-41,20-30-53,-28 40 54,-14 16-163,0 0 0,0 0 0,1-1 1,-1 1-1,-1-1 0,1 1 1,0-1-1,0 0 0,1-4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6.0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44 117 148,'0'-1'50,"-1"0"0,0 0 0,1 1 0,-1-1 0,0 0 0,1 0 0,-1 1 0,0-1 0,0 1 0,0-1 0,0 1 0,0-1 0,0 1 0,0-1 0,1 1 0,-1 0 0,0-1 0,0 1 0,-1 0 0,1 0 0,0 0 0,0 0 0,0 0 0,0 0 0,0 0 0,0 0 0,-1 0 0,1 0 5,0 0-1,0 0 0,0-1 1,0 1-1,0 0 0,0-1 1,0 1-1,0-1 0,1 1 1,-1-1-1,0 0 1,0 1-1,1-1 0,-1 0 1,0 1-1,1-1 0,-1 0 1,0 0-1,1 0 0,-1-1 1,1 2-44,0-1 0,0 1 0,-1-1 0,1 1 0,0-1 0,0 1 0,0-1 0,0 1 0,1-1 0,-1 1 0,0-1 0,0 1 0,0-1 0,0 1 0,0-1 0,1 1 1,-1 0-1,0-1 0,0 1 0,1-1 0,-1 1 0,0 0 0,1-1 0,-1 1 0,0-1 0,1 1 0,-1 0 0,0 0 0,1-1 0,-1 1 0,1 0 0,-1 0 0,1-1 0,-1 1 0,1 0 0,-1 0 0,1 0 0,-1 0 0,1 0 0,-1 0 0,1 0 1,-1 0-1,1 0 0,-1 0 0,1 0 0,-1 0 0,1 0 0,-1 0 0,1 0 0,-1 0 0,0 1 0,2-1 0,24-2-9,0-1 1,0-1-1,27-8 1,-20 4-46,46-4 1,164-21-1324,-215 28 504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36.9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65 272,'19'-64'3555,"-14"72"-3223,-1 0 1,1 0-1,-1 0 0,4 15 1,-1 19 323,3 80 0,2 12-118,-9-99-490,-2 0 0,-2 44 0,-1-31-2193,-6-58-775,7 3 958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0.8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208 48 884,'0'0'3858,"8"0"-2306,-10 0-1539,1-1 0,0 1 0,-1-1 0,1 1 0,0-1-1,0 0 1,-1 1 0,1-1 0,0 0 0,0 0 0,0 0 0,0 0 0,0 0 0,0 0 0,0 0 0,1 0 0,-1-1-1,0 1 1,0 0 0,0-3 0,0 2-16,1 1 0,-1-1 0,0 1 0,0-1 0,0 1 0,0-1 0,0 1 0,0 0 0,0-1 0,0 1 0,-1 0 0,1 0 0,0 0 0,-1 0 0,1 0 0,-1 0 0,1 0-1,-1 1 1,1-1 0,-1 0 0,0 1 0,-2-1 0,-2 1-1,0 0 0,0 1-1,0 0 1,-1 0 0,1 1 0,0 0-1,1 0 1,-1 0 0,0 0 0,0 1-1,1 0 1,0 1 0,-1-1-1,1 1 1,1 0 0,-1 0 0,0 0-1,1 1 1,0-1 0,0 1 0,0 0-1,1 0 1,0 1 0,0-1-1,0 1 1,-2 6 0,-8 16-16,11-26 15,1 1 1,-1-1-1,1 0 1,0 0-1,0 1 1,-1-1-1,2 0 1,-1 1-1,0 0 0,0-1 1,1 1-1,-1-1 1,1 1-1,0-1 1,0 1-1,0 0 1,0-1-1,0 1 1,1 0-1,-1-1 0,1 1 1,0-1-1,-1 1 1,1-1-1,0 1 1,1-1-1,1 4 1,4 2-5,0 1 0,0-2 0,1 1 1,0-1-1,1 0 0,0-1 0,0 0 0,0 0 1,13 5-1,-6-2 20,-11-6-9,0 1 1,0-1 0,-1 1-1,1 0 1,-1 0 0,0 1-1,6 7 1,-9-11 5,-1-1 1,1 1-1,0 0 1,-1 0-1,1-1 1,-1 1-1,1 0 1,-1 0-1,0 0 1,1 0-1,-1 0 1,0 0-1,1-1 1,-1 1-1,0 0 0,0 0 1,0 0-1,0 0 1,0 0-1,0 0 1,0 0-1,0 0 1,0 0-1,0 0 1,-1 0-1,1 0 1,0 0-1,-1 0 1,1-1-1,0 1 1,-1 0-1,1 0 1,-1 0-1,0-1 1,1 1-1,-1 0 1,1 0-1,-1-1 1,0 1-1,0-1 1,1 1-1,-1 0 1,0-1-1,0 0 1,0 1-1,0-1 1,0 1-1,0-1 0,1 0 1,-1 0-1,-1 1 1,-15 4 265,10-3-248,-1 1 0,1-1 0,-1-1 0,1 0 0,-14 1 0,-7-3-954,28 0 887,0 1-1,0 0 0,0 0 0,1 0 0,-1 0 0,0 0 0,0-1 0,0 1 0,0 0 0,0 0 0,1 0 1,-1 0-1,0-1 0,0 1 0,0 0 0,0 0 0,0 0 0,0-1 0,0 1 0,0 0 0,0 0 0,0-1 1,0 1-1,0 0 0,0 0 0,0 0 0,0-1 0,0 1 0,0 0 0,0 0 0,0-1 0,0 1 0,0 0 1,0 0-1,0 0 0,0-1 0,0 1 0,0 0 0,-1 0 0,1 0 0,0 0 0,0-1 0,0 1 0,0 0 1,-1 0-1,1 0 0,0 0 0,0 0 0,0-1 0,0 1 0,-1 0 0,1 0 0,0 0 0,0 0 0,-1 0 1,1 0-1,30-25-2860,-21 19 2236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1.0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34 164,'9'-5'553,"0"0"0,0 1-1,0-1 1,1 2 0,0-1 0,-1 2 0,14-3-1,-19 4-430,-1 1-1,1 0 0,0 0 0,-1 1 0,1-1 1,0 1-1,-1 0 0,1 0 0,-1 0 0,1 0 1,-1 1-1,0-1 0,1 1 0,-1 0 0,0 0 1,0 0-1,0 0 0,0 0 0,-1 1 1,1-1-1,-1 1 0,1 0 0,3 5 0,-3-1-115,0-1 1,0 0-1,-1 1 0,0-1 0,0 1 0,0 0 0,-1-1 0,0 1 0,0 0 0,0 0 0,-1 0 1,0 0-1,-1 0 0,-1 8 0,1-10-486,0 1 1,0-1-1,0 1 1,-1-1-1,0 0 0,0 0 1,0 1-1,-1-2 1,0 1-1,-5 8 1,6-8-1129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1.1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43 800,'-10'-11'772,"10"1"-272,0 4-140,0 1-100,0 0 36,10 0-288,-10 10-88,9-5-100,0 5-568,1-5 12,-1 5-420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2.0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85 1 800,'0'0'997,"18"16"1750,-15-11-2594,0 0-1,0 0 0,-1 0 0,0 0 0,0 0 0,0 0 1,0 1-1,-1-1 0,0 1 0,0-1 0,0 11 0,3 11 361,-4-23-439,1 0 1,-1 0-1,0 0 0,0 1 0,-1-1 0,1 0 0,-1 0 0,-1 6 0,-3 21 293,4 11-56,-2 0 0,-10 52 0,11-66-338,0 0-1,4 32 1,-2-60 2,-1-9-32,-1 1-1,-1-1 1,1 1 0,-1 0 0,-6-12-1,8 19 91,0-1 0,0 1-1,0-1 1,0 0 0,0 1 0,0-1-1,0 1 1,0 0 0,-1 0-1,1-1 1,-1 1 0,1 0-1,-1 0 1,1 0 0,-1 0-1,0 0 1,1 1 0,-1-1-1,0 0 1,0 1 0,1 0-1,-1-1 1,0 1 0,0 0-1,0 0 1,0 0 0,1 0 0,-1 0-1,0 0 1,0 0 0,0 1-1,0-1 1,1 1 0,-1-1-1,0 1 1,0 0 0,1 0-1,-1-1 1,1 1 0,-1 1-1,1-1 1,-1 0 0,1 0-1,-1 0 1,1 1 0,0-1-1,0 1 1,0-1 0,0 1 0,0-1-1,0 1 1,0-1 0,0 1-1,1 0 1,-1 0 0,1-1-1,-1 4 1,0-3 80,1 1 0,0-1 0,-1 0 0,1 1 0,0-1 0,0 0 0,1 1 0,-1-1 1,0 0-1,1 1 0,0-1 0,-1 0 0,1 1 0,0-1 0,0 0 0,2 4 0,7 24 1073,-10-28-1166,1 0 1,-1 0-1,1 0 0,-1 0 0,1 0 0,0 0 0,0-1 0,0 1 1,0 0-1,0 0 0,0-1 0,1 1 0,-1-1 0,0 1 0,1-1 1,-1 0-1,1 1 0,0-1 0,-1 0 0,1 0 0,0 0 1,0 0-1,0 0 0,0-1 0,-1 1 0,1 0 0,0-1 0,0 0 1,0 1-1,0-1 0,0 0 0,3 0 0,1 1-305,0-1-1,-1 0 0,1 0 1,0 0-1,0-1 0,-1 1 1,1-1-1,0-1 1,-1 1-1,9-4 0,-7-1-273,0 0-1,0 0 0,0 0 0,-1-1 0,0 0 0,-1 0 1,0 0-1,0-1 0,0 0 0,-1 0 0,0 0 1,5-17-1,-1 8 286,-3 1 141,-5 15 186,0-1 0,0 1 0,0-1 0,1 1-1,-1-1 1,1 1 0,-1 0 0,1-1 0,-1 1-1,1-1 1,0 1 0,0 0 0,0 0 0,-1 0-1,1-1 1,0 1 0,1 0 0,0-1 0,0 2 301,28-10 904,41-32-496,-70 38-741,0 0 0,0 0 0,-1 1 0,0-1 0,0 0 0,0 0 0,0 0 0,-1 0 0,-1-4 0,2 7-14,-1 0 0,0 0 0,0 0 0,0 0 0,0 0 0,0 0 0,0 1 0,-1-1 0,1 0 0,0 1 0,0-1 0,0 1 0,-1-1 0,1 1 0,0 0 0,0-1 0,-1 1 0,1 0 0,0 0 0,-1 0 0,1 0 0,0 0 0,-1 0 0,1 0 0,-2 1 0,0 0 49,-1 1 0,1-1 0,0 1 0,1-1 0,-1 1 0,0 0 0,0 0 0,1 0 0,-1 1 0,-2 2 0,-1 2 172,0 1 1,1-1-1,0 1 0,0 0 0,0 0 1,1 1-1,-3 8 0,5-6 45,1-1 0,0 1-1,1-1 1,0 1 0,1 12-1,1 5 226,-2-25-448,1 1-1,-1-1 0,1 1 1,0-1-1,0 0 0,1 0 0,-1 1 1,1-1-1,0 0 0,0 0 1,0-1-1,0 1 0,0 0 1,4 3-1,-5-4-47,1-1-1,-1 1 1,1 0 0,0-1-1,0 1 1,0-1 0,0 0-1,0 0 1,0 0 0,0 0 0,0 0-1,1 0 1,-1 0 0,0-1-1,0 1 1,1-1 0,-1 1-1,1-1 1,-1 0 0,0 0-1,5-1 1,-3 1-331,0-2-1,0 1 1,0 0-1,0-1 1,0 0 0,-1 0-1,1 0 1,0 0-1,-1-1 1,1 0-1,-1 1 1,0-1-1,0 0 1,0 0 0,0-1-1,-1 1 1,1-1-1,2-4 1,7-7-1372,4-9-534,-8 9 1161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2.30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30 348,'0'-2'241,"0"0"-1,1 0 1,-1 0-1,1 0 1,-1 0-1,1 0 1,-1 0-1,1 0 1,0 1-1,0-1 1,0 0-1,0 0 1,0 1-1,2-2 1,-3 3-208,0 0 1,0 0 0,0 0 0,0 0 0,0 0 0,0 0-1,0 0 1,0 0 0,0 0 0,0 0 0,0 1 0,0-1-1,0 0 1,0 0 0,0 0 0,0 0 0,0 0-1,0 0 1,0 0 0,0 0 0,0 0 0,0 0 0,0 1-1,0-1 1,0 0 0,0 0 0,1 0 0,-1 0 0,0 0-1,0 0 1,0 0 0,0 0 0,0 0 0,0 0 0,0 0-1,0 0 1,0 0 0,0 0 0,1 0 0,-1 0-1,0 0 1,0 0 0,0 0 0,0 0 0,0 0 0,0 0-1,0 0 1,0 0 0,0 0 0,0 0 0,1 0 0,-1 0-1,0 0 1,0 0 0,0 0 0,0 0 0,0 0-1,0 0 1,0 0 0,0 0 0,0 0 0,0 0 0,0 0-1,1-1 1,-9 24 1060,-30 73 614,34-84-1889,-2 0-1,1 0 1,-2 0-1,0-1 1,0 0-1,-11 13 1,12-17-654,-1 0 0,1-1 0,-1 0 0,0 0 1,-15 8-1,21-14-124,1-4-83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2.5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94 300,'0'-73'3793,"0"72"-3748,0 0-1,0 0 1,0 0-1,0 1 1,0-1-1,1 0 1,-1 0 0,0 1-1,0-1 1,0 0-1,1 0 1,-1 1-1,0-1 1,1 0 0,-1 1-1,1-1 1,-1 0-1,0 1 1,1-1-1,0 0 1,-1 1 0,1-1-1,-1 1 1,1-1-1,0 1 1,-1 0-1,1-1 1,0 1 0,-1 0-1,1-1 1,0 1-1,0 0 1,-1 0-1,1-1 1,0 1 0,0 0-1,0 0 1,-1 0-1,1 0 1,0 0-1,0 0 1,-1 0 0,1 1-1,0-1 1,0 0-1,0 0 1,-1 1-1,2 0 1,2 0 129,0 0 0,-1 1-1,1-1 1,-1 1 0,1 0 0,-1 0 0,0 0 0,0 1 0,5 4-1,69 67 1918,-68-64-2041,0 1 1,0 0 0,-1 1-1,13 23 1,-4-11-732,2 4-2900,-10-33-2188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3.33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17 560,'-37'-16'6035,"38"17"-6003,0 0 0,0 1 0,0-1 0,0 0 0,1 0 0,-1 0 0,0 0 0,1 0-1,-1 0 1,1 0 0,-1 0 0,1 0 0,-1-1 0,1 1 0,0-1 0,-1 1 0,1-1 0,0 0 0,-1 0-1,1 1 1,3-1 0,44 4-32,-15-2 5,-27-1-25,0 0 0,0-1 0,-1 0 1,1 0-1,0 0 0,12-3 0,9-3-136,-20 6 127,-8 1 29,1-1 0,-1 0 0,0 1-1,0-1 1,1 0 0,-1 1 0,0-1 0,0 1 0,1-1 0,-1 0 0,0 1-1,0-1 1,0 1 0,0-1 0,0 1 0,1-1 0,-1 0 0,0 1-1,0-1 1,0 1 0,0-1 0,-1 1 0,1-1 0,0 1 0,0-1 0,0 0-1,0 1 1,0-1 0,0 1 0,-1-1 0,1 1 0,0-1 0,0 0-1,-1 1 1,1-1 0,0 0 0,-1 1 0,-7 9 10,-114 138 1401,19 4-433,101-150-1203,0 1 0,0-1 0,0 1 1,1 0-1,-1 0 0,1 0 0,-1 0 1,1 0-1,0 0 0,0 0 0,1 1 1,-2 3-1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7.3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64 744,'0'0'3326,"27"-10"-1407,31-1-1113,-34 9-1461,0-1 0,-1-1 0,1-1-1,23-9 1,-30 9 398,-8 1-671,1-1-210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7.8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 32 608,'-17'3'3906,"34"-5"-3350,28-7-422,-37 8-381,0 0 0,0 0-1,0-1 1,0 0 0,-1-1-1,12-5 1,-17 2-2141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48.3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123 0 556,'-6'1'350,"0"0"0,0 0 0,0 1 0,0 0 0,0 0 0,1 0 0,-1 0 0,1 1 0,-7 4 0,9-6-267,1 1 0,-1-1 0,0 1 1,1 0-1,0 0 0,-1 0 0,1 0 1,0 1-1,0-1 0,0 0 0,0 1 1,0 0-1,1-1 0,-1 1 0,1 0 1,0 0-1,0 0 0,0-1 0,-2 7 1,-15 63 880,18-70-957,-1 0-1,1-1 1,0 1-1,0 0 0,1-1 1,-1 1-1,0 0 1,1 0-1,-1-1 0,1 1 1,-1-1-1,1 1 1,-1 0-1,1-1 0,0 1 1,0-1-1,0 0 1,0 1-1,0-1 0,0 0 1,1 0-1,-1 1 1,2 0-1,0-1-6,-1 0 0,1 0 0,-1-1 0,0 1 0,1-1 1,-1 0-1,1 1 0,-1-1 0,1 0 0,-1-1 0,1 1 0,-1 0 0,1-1 0,3 0 0,10-5-89,1-1 0,-1 0 0,27-16 0,-33 17-9,-8 4 92,0 1-1,0 0 1,0 0 0,1-1-1,-1 2 1,0-1 0,1 0 0,-1 0-1,0 1 1,1-1 0,-1 1-1,1 0 1,-1 0 0,0 0 0,1 0-1,-1 0 1,1 0 0,-1 1-1,1-1 1,-1 1 0,0 0 0,5 1-1,9 11 7,-14-13 1,0 1-1,0 0 0,-1 1 0,1-1 1,0 0-1,-1 0 0,1 1 1,0-1-1,-1 1 0,0-1 1,1 1-1,-1 0 0,0-1 1,0 1-1,0 0 0,0 0 1,0 0-1,0 0 0,-1 0 1,1 0-1,-1 0 0,1 3 1,2 9 31,-4 0 46,-6 6 73,6-15-90,0-1-1,0 1 0,0-1 0,-1 1 0,0-1 0,0 0 1,0 0-1,0 0 0,-1 0 0,1 0 0,-1 0 0,0-1 0,0 1 1,-1-1-1,1 0 0,-1 0 0,0 0 0,1 0 0,-1-1 1,0 0-1,0 1 0,-9 2 0,5-2 39,1-1 1,-1 1-1,0-2 1,0 1-1,0-1 0,-11 1 1,-13-9-1313,30 5 801,0 1 0,0 0-1,0-1 1,0 1 0,0-1-1,0 0 1,0 0-1,0 0 1,1 0 0,-1 0-1,-1-3 1,-5-4-1617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50.7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1 12,'-10'5'52,"1"-5"4,9 5-24,-9-5-8,-1 5 24,1-5-40,9 6-8,-9-6 0,9 5 4,-10 0-8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51.1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460 61 32,'30'-17'734,"13"-7"358,-41 23-899,25-10 1608,-26 11-1068,-6-2-694,-1 1 0,0 0-1,1 0 1,-1 0 0,0 0 0,0 1 0,1 0 0,-1 0-1,0 0 1,0 1 0,-9 2 0,-40 1-48,20-6 35,-45 2 0,47 1-38,-61-5 0,82 3 11,-1 0 0,0 2 0,-17 1 0,-14 1-10,1 3-135,41-5 52,1-1 1,-1 0-1,0 0 1,1 1-1,-1-1 1,1 0-1,-1 1 1,0 0-1,1-1 1,0 1-1,-1 0 1,1 0 0,-1 0-1,1 0 1,0 0-1,-1 0 1,1 0-1,0 0 1,0 1-1,0-1 1,-1 3-1,2-3-583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51.7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62 708,'-15'-4'1575,"15"4"-1520,-1 0 1,0-1-1,0 1 1,1 0-1,-1 0 1,0 0-1,0-1 1,1 1-1,-1 0 0,0 0 1,0 0-1,1 0 1,-1 0-1,0 1 1,0-1-1,1 0 1,-1 0-1,0 0 0,0 1 1,1-1-1,-1 0 1,0 1-1,1-1 1,-1 0-1,0 1 1,1-1-1,-1 1 0,1-1 1,-1 1-1,1-1 1,-1 1-1,1 0 1,-1-1-1,1 1 1,0 0-1,-1 0 0,-3 3-13,0 1 0,1-1 0,0 1-1,0 0 1,0 0 0,0 0 0,1 0 0,0 1-1,0-1 1,1 1 0,-1-1 0,1 1-1,0 0 1,0-1 0,1 1 0,0 0-1,0-1 1,1 9 0,0-10-39,0 0 1,0 0-1,1 0 1,-1-1 0,1 1-1,0 0 1,0-1-1,0 1 1,1-1-1,-1 1 1,1-1-1,0 0 1,0 0-1,0 0 1,0-1-1,0 1 1,1-1-1,-1 0 1,1 0-1,-1 0 1,1 0-1,0 0 1,0-1-1,0 0 1,0 0-1,0 0 1,5 1-1,-2-2 1,1 0-1,-1 0 1,0 0-1,1-1 1,-1-1-1,0 1 1,0-1-1,0 0 0,0 0 1,0-1-1,0 0 1,-1 0-1,1-1 1,-1 0-1,0 0 0,0 0 1,0-1-1,-1 0 1,1 0-1,-1 0 1,-1-1-1,1 0 1,-1 0-1,0 0 0,5-10 1,-7 10-4,-1 1 0,-1-1 1,1 1-1,-1-1 0,0 1 1,-1-1-1,1 1 0,-1-1 1,0 1-1,0 0 0,-1-1 0,1 1 1,-1 0-1,0 0 0,-1 0 1,1 0-1,-1 0 0,0 0 1,-6-6-1,7 7 0,-1 1-1,1 0 1,-1 0-1,0 0 1,0 0-1,0 0 1,0 1 0,0-1-1,0 1 1,-1 0-1,1 0 1,-1 0 0,0 1-1,1-1 1,-1 1-1,0 0 1,0 0 0,0 0-1,0 0 1,0 1-1,0-1 1,0 1 0,0 0-1,0 1 1,0-1-1,0 1 1,-6 1-1,-2 3-206,-1 0-1,1 1 1,1 1-1,-1 0 1,1 0-1,0 1 1,-16 16-1,17-9-866,9 1-426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8:53.2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1930 5 604,'0'0'2142,"-47"-5"-248,18 11-1865,0-1 0,0-2 0,-1-1 0,1-1 0,-45-5-1,-15 1 3,30 2-23,-51 1 12,-196 4-62,164-7 28,32 0 19,61 0 0,-1 2 0,-62 7 0,13-1 28,77-6-52,1 1-1,-1 1 1,0 2 0,-26 5 0,26-4 19,0 0-1,0-2 1,-24-1 0,-112-1 4,36-5-8,120 5 9,-6 0-226,14 3 297,-2-1-3025,4-2 1398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0.5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75 58 332,'5'-18'432,"-5"17"-411,1 0 0,-1 1 0,0-1 0,1 0 0,-1 0 0,0 1 0,0-1 0,1 0-1,-1 0 1,0 1 0,0-1 0,0 0 0,0 0 0,0 1 0,0-1 0,0 0 0,0 0 0,0 0 0,-1 1 0,1-1-1,0 0 1,0 1 0,-1-1 0,1 0 0,0 0 0,-1 1 0,1-1 0,-1 0 0,1 1 0,-1-1 0,0 0-1,0 0 3,1 1 0,0 0 0,-1-1 0,1 1 0,0 0 0,-1-1 0,1 1 0,0 0 0,-1-1 0,1 1 0,0-1 0,0 1 0,0-1 0,0 1 0,-1 0-1,1-1 1,0 1 0,0-1 0,0 1 0,0-1 0,0 1 0,0-1 0,0 1 0,0-1 0,0 1 0,0-1 0,0 1 0,1 0 0,-1-1 0,0 1 0,0-1-1,0 1 1,1-1 0,-1 1 0,0-1 0,3 3 255,-7 12-371,0 1 97,-1 1 0,2-1 0,0 1 0,0 0 0,1 31 0,-3 12 16,-1 101 32,3-31-33,-25 305 18,17-161-13,20-182 6,-7-128-1163,6 26 372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1.1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11 141 28,'-9'-100'1451,"9"98"-1425,-1 1 1,1-1-1,0 0 1,0 1-1,0-1 1,0 0-1,0 1 1,0-1-1,0 1 1,1-1-1,-1 0 1,0 1-1,1-1 1,-1 1-1,1-1 1,0 1-1,0-1 1,-1 1-1,1 0 0,0-1 1,0 1-1,0 0 1,1 0-1,-1-1 1,2 0-1,0 2-18,-1 0 0,1 0 0,-1 1 0,1-1 0,0 1 0,-1 0 0,1-1 0,-1 1-1,0 0 1,1 1 0,-1-1 0,0 0 0,1 1 0,-1-1 0,0 1 0,3 3 0,24 17 29,-1 1 0,44 48 0,-28-29-8,8 10 17,12 17-28,-38-53 54,-17-13 11,-15-7-74,2-2-411,-2-2-559,-4 7-206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3.09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28 29 196,'0'-28'2001,"0"46"-1509,-18 78-363,8 219 149,10-231-256,0-83-18,0 0-9,0 0 115,0-3-1538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3.4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1 401 360,'7'11'1311,"-5"-11"-1153,17-7 268,13-16-162,-22 16-210,0 0 0,-1 0 1,16-16-1,19-26 2,-17 21-34,-1-1-1,-2 0 1,-1-2 0,28-50-1,-35 55-5,-14 23-16,1 0-1,-1 0 1,0-1-1,0 1 1,0-1-1,0 1 1,-1-1 0,0 0-1,1 0 1,-1 0-1,0-6 1,3 4 23,-3 6-59,-1 0 0,0 0 0,1 0 1,-1-1-1,0 1 0,1 0 1,-1 0-1,0 0 0,1-1 0,-1 1 1,0 0-1,0-1 0,0 1 1,1 0-1,-1 0 0,0-1 0,0 1 1,0 0-1,1-1 0,-1 1 1,0-1-1,0 1 0,0 0 1,0-1-1,0 1 0,0 0 0,0-1 1,0 1-1,0 0 0,0-1 1,0 0-1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4.4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38 73 80,'0'-73'1845,"-10"500"-1606,1-147-195,0-106-59,-1-43 52,10-72-29,0-59-3,0 0-1,0 0 1,0 0 0,0 1 0,0-1 0,0 0 0,0 0 0,0 1 0,0-1 0,0 0 0,0 0 0,0 0 0,1 1 0,-1-1 0,0 0 0,0 0 0,0 0 0,0 1 0,0-1 0,0 0 0,1 0 0,-1 0 0,0 0 0,0 0 0,0 1 0,0-1 0,1 0 0,-1 0 0,0 0 0,0 0 0,0 0 0,1 0-1,-1 0 1,0 0 0,0 0 0,1 0 0,-1 1 0,0-1 0,0 0 0,0 0 0,1 0 0,-1 0 0,0-1 0,0 1 0,0 0 0,1 0 0,-1 0 0,0 0 0,0 0 0,1 0 0,-1 0 0,0 0 0,0 0 0,0 0 0,0-1 0,1 1 0,-1 0 0,0 0 0,0 0 0,0 0 0,1-1 0,8-9-1034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4.89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9 106 92,'-8'-1'763,"70"-48"-229,-48 37-648,0 0 0,24-14 0,-27 20-277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6.3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0 396,'3'5'111,"0"0"1,0 0-1,0 0 0,-1 0 0,0 0 1,0 1-1,0-1 0,-1 1 1,1-1-1,0 9 0,-1-6-13,17 105 430,3 17-124,4-8-97,-18-77-237,2-1 1,16 45-1,2-4-5,-25-66-50,-2-18-18,0 0 0,0 1 0,0-1 0,0 1 0,0-1 0,1 1 1,-1-1-1,1 0 0,-1 1 0,1-1 0,-1 0 0,1 1 0,-1-1 0,1 0 1,1 2-1,0 2-1079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7.74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186 29 40,'9'-1'3708,"-9"0"-3699,0 0-1,0 0 0,0 0 1,0 0-1,0 0 0,-1 0 1,1 0-1,0 0 0,-1 0 1,1 0-1,-1 0 0,1 0 1,-1 0-1,1 0 0,-1 0 1,0 0-1,1 0 0,-1 1 1,0-1-1,0 0 0,0 1 1,0-1-1,1 0 0,-1 1 1,0-1-1,0 1 0,0-1 1,0 1-1,0 0 0,-2-1 1,-1 0-7,-1 1 0,1-1-1,0 1 1,-1 0 0,1 0 0,0 0 0,-1 1 0,-6 1 0,4-1-6,1 1-1,0 0 1,0 0-1,0 0 1,1 0 0,-1 1-1,0 0 1,1 0-1,0 1 1,0-1 0,0 1-1,0 0 1,-6 7-1,4 1 2,0-1 0,1 1-1,0 1 1,1-1-1,1 1 1,-4 13 0,7-20 1,1-1 0,-1 1 0,1-1 0,0 1 0,0-1 1,1 1-1,0-1 0,0 1 0,0-1 0,1 0 0,-1 1 1,1-1-1,0 0 0,1 0 0,-1 0 0,1-1 1,4 7-1,-2-6 7,0-1 0,1 1 0,-1-1 0,1 0 0,0 0 0,0-1 0,0 0 0,0 0 0,13 4 0,16 9 11,-13-8-12,-18-7-4,0 0 1,0 1-1,0-1 0,0 1 0,0 0 1,-1 0-1,1 0 0,-1 1 0,1-1 1,-1 1-1,6 5 0,-9-7 1,0-1 1,0 1-1,1-1 1,-1 1-1,0-1 1,0 1-1,0-1 1,0 1-1,0-1 1,0 1-1,0-1 1,0 1-1,0-1 1,-1 1-1,1-1 0,0 1 1,0-1-1,0 1 1,0-1-1,-1 1 1,1-1-1,0 0 1,0 1-1,-1-1 1,1 1-1,0-1 1,-1 0-1,1 1 0,-1-1 1,1 0-1,0 0 1,-1 1-1,1-1 1,-1 0-1,1 0 1,-1 1-1,1-1 1,-1 0-1,1 0 1,-1 0-1,1 0 1,-1 0-1,1 0 0,-1 0 1,1 0-1,-1 0 1,0 0-1,-33 8 40,26-6-25,-1 0-15,0-1 0,-1 0 0,1-1 0,-1 0-1,1 0 1,-1-1 0,-9-2 0,-28-1-5,41 0-104,12-4-456,14-7-1173,-11 10 789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8.04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16 560,'0'-1'78,"0"1"0,0-1 0,0 0 0,0 0 1,1 1-1,-1-1 0,0 0 0,0 1 0,1-1 0,-1 0 0,1 1 0,-1-1 0,1 0 0,-1 1 0,1-1 1,-1 1-1,1-1 0,-1 1 0,1-1 0,-1 1 0,2-1 0,-2 1-64,0 0 0,1-1-1,-1 1 1,0 0 0,0 0 0,0 0 0,1 0-1,-1 0 1,0 0 0,0-1 0,0 1-1,1 0 1,-1 0 0,0 0 0,0 0-1,1 0 1,-1 0 0,0 0 0,0 0 0,0 0-1,1 0 1,-1 0 0,0 0 0,0 0-1,1 0 1,-1 0 0,0 0 0,0 1-1,0-1 1,1 0 0,-1 0 0,0 0-1,0 0 1,0 0 0,1 0 0,-1 1 0,0-1-1,0 0 1,0 0 0,0 0 0,1 0-1,-1 1 1,0-1 0,0 0 0,0 0-1,0 0 1,0 1 0,0-1 0,0 0 0,0 0-1,0 1 1,0-1 0,0 1 0,27 41 919,39 217 719,-60-224-1656,6 19-233,-10-33-2457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8.2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0 696,'0'11'640,"9"-1"-168,1 6-104,-10-5-72,9-1-60,0 6-76,1-5-60,-10 5-40,9-6-24,1 6-12,-10-5-8,0-1-8,0 1-8,0-1-52,0 1-100,0-6-172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08.45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60 28,'12'-26'1859,"1"-2"-726,-12 27-1128,0 1 0,0-1-1,0 1 1,0-1 0,0 1 0,0-1 0,0 1-1,0 0 1,0 0 0,0-1 0,0 1-1,0 0 1,0 0 0,0 0 0,0 0 0,0 0-1,0 0 1,0 0 0,0 1 0,1-1 0,-1 0-1,0 0 1,0 1 0,-1-1 0,1 1-1,0-1 1,0 1 0,0-1 0,1 2 0,2 0-112,0 0 0,0 1-1,0-1 1,-1 1 0,0 0 0,1 0 0,-1 0 0,0 0 0,0 1 0,-1-1 0,1 1 0,-1 0 0,0 0 0,1 0 0,-2 0 0,1 0 0,0 0 0,-1 0 0,0 0 0,0 1 0,0-1-1,0 5 1,-1 12-386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15.07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125 1 228,'10'26'1872,"8"53"-1299,-8 148 195,-1 16-580,-4-236-144,0-19 29,-5 4-81,-1 1 0,1-1-1,-1 1 1,-1 0 0,1 0 0,-1-1-1,0 1 1,-7-13 0,-3-6-4,11 23 13,0 1-1,1-1 0,-1 1 0,0-1 1,0 1-1,-1 0 0,1-1 0,0 1 1,-1 0-1,1 0 0,-1 0 1,0 0-1,0 0 0,0 0 0,0 1 1,0-1-1,0 1 0,0-1 0,0 1 1,-1 0-1,1-1 0,0 1 1,-1 1-1,1-1 0,-1 0 0,1 1 1,-1-1-1,0 1 0,1 0 0,-1-1 1,-3 2-1,3-1 10,0 0-1,0 0 1,0 1-1,0 0 1,0 0 0,0 0-1,0 0 1,0 0-1,0 0 1,1 1 0,-1-1-1,0 1 1,1 0-1,-1 0 1,1 0 0,0 0-1,-4 4 1,1 0 48,1 0 0,0 0 0,0 0-1,1 1 1,0-1 0,-4 11 0,6-14-32,0 1-1,0 0 1,0-1 0,1 1-1,-1 0 1,1 0 0,0 0-1,0-1 1,1 1 0,-1 0-1,1 0 1,-1 0 0,1-1-1,1 1 1,-1-1 0,0 1-1,1 0 1,0-1 0,0 0-1,0 0 1,0 1-1,0-1 1,0 0 0,1-1-1,4 5 1,-5-5-19,1 0-1,-1 0 1,1-1 0,-1 1-1,1-1 1,0 1-1,-1-1 1,1 0 0,0 0-1,0 0 1,0 0 0,0-1-1,0 1 1,0-1-1,0 0 1,0 0 0,0 0-1,0 0 1,0 0-1,0-1 1,0 0 0,0 1-1,0-1 1,0 0 0,0 0-1,-1 0 1,1-1-1,0 1 1,-1-1 0,1 0-1,-1 1 1,3-4-1,23-14-197,-23 17 68,-1 0-1,-1-1 0,1 1 1,0-1-1,-1 0 0,1 0 1,-1-1-1,0 1 1,3-5-1,12-8-1570,-9 10 359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15.5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0 141 596,'7'-1'130,"0"0"1,0-1-1,0 0 0,0 0 0,0 0 1,-1-1-1,1 0 0,-1 0 0,0-1 1,0 1-1,0-1 0,0-1 0,-1 1 1,0-1-1,1 0 0,-2 0 0,1-1 1,-1 1-1,0-1 0,0 0 0,4-8 1,-7 13-106,-1-1 1,1 0 0,0 0-1,-1 0 1,1 1 0,-1-1 0,0 0-1,1 0 1,-1 0 0,0 0-1,0 0 1,0 0 0,0 0-1,-1 1 1,1-1 0,0 0 0,-1 0-1,0-2 1,0 3-11,1 1-1,0-1 1,-1 0-1,1 0 1,0 1-1,-1-1 1,1 0-1,-1 1 1,1-1 0,-1 1-1,1-1 1,-1 1-1,0-1 1,1 1-1,-1-1 1,0 1 0,1-1-1,-1 1 1,0 0-1,1-1 1,-1 1-1,0 0 1,0 0 0,1-1-1,-1 1 1,0 0-1,0 0 1,0 0-1,1 0 1,-1 0 0,0 0-1,0 0 1,0 1-1,1-1 1,-1 0-1,0 0 1,0 0-1,1 1 1,-1-1 0,0 0-1,-1 2 1,-3 0 0,0 0 1,0 1-1,0-1 1,1 1-1,-1 0 1,1 1-1,0-1 1,0 1 0,0 0-1,0 0 1,0 0-1,1 0 1,0 1-1,0-1 1,0 1-1,1 0 1,-1 0-1,1 0 1,-2 8-1,1-5 26,0-1 8,1 0 0,0 0 0,0 1 0,0-1 0,1 1 0,0-1 1,0 1-1,1-1 0,0 1 0,1-1 0,-1 1 0,1-1 0,4 15 1,-4-19-39,0 0 0,1 0 0,-1 0 0,1-1 0,-1 1 0,1 0 0,0-1 0,0 1 0,0-1 0,0 0 0,1 0 1,-1 1-1,0-1 0,1-1 0,0 1 0,-1 0 0,1-1 0,0 1 0,0-1 0,0 0 0,0 0 0,0 0 1,0 0-1,0-1 0,0 1 0,0-1 0,1 0 0,-1 0 0,0 0 0,6-1 0,-1 0-236,-1 0 0,1-1-1,-1 0 1,0 0 0,0-1-1,0 0 1,0 0 0,0-1-1,-1 0 1,1 0 0,-1-1-1,6-5 1,-1-5-1330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16.24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207 1 840,'-40'22'2548,"35"-15"-2391,-1 0-1,0-1 0,0 0 0,-13 11 0,-14 13 289,23-19-349,1 1 1,-1 0 0,2 0-1,-11 20 1,4-11-102,13-19-111,0 0-1,0 0 1,0 0-1,1 0 0,-1 0 1,1 0-1,-1 0 0,1 1 1,0-1-1,0 1 1,0-1-1,0 1 0,-1 4 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16.4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14 840,'13'-10'1368,"-5"7"51,8 11-796,-12-6-538,-1 0 0,1 1 0,-1 0 0,0 0 0,0 0 0,-1 0 0,5 6 1,10 11 86,24 27 93,-34-37-490,0 0-1,1-1 0,0 0 0,1-1 1,0 0-1,16 11 0,-17-13-926,-7-1-400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18.7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 1 924,'-19'15'1800,"-49"47"-692,-78 93-1,98-104-1082,43-45-22,-10 7 9,15-13-13,0 0 1,0 1-1,0-1 0,0 0 1,-1 0-1,1 0 1,0 0-1,0 0 0,0 1 1,0-1-1,0 0 1,-1 0-1,1 0 0,0 0 1,0 0-1,0 0 0,0 0 1,-1 0-1,1 1 1,0-1-1,0 0 0,0 0 1,0 0-1,-1 0 1,1 0-1,0 0 0,0 0 1,0 0-1,-1 0 0,1 0 1,0 0-1,0 0 1,0 0-1,-1-1 0,1 1 1,0 0-1,0 0 1,0 0-1,0 0 0,-1 0 1,1 0-1,0 0 1,0 0-1,0-1 0,0 1 1,0 0-1,0 0 0,-1 0 1,1 0-1,0-1 1,0 1-1,0 0 0,0 0 1,0 0-1,0 0 1,0-1-1,0 1 0,0 0 1,0 0-1,0 0 0,0-1 1,0 1-1,0 0 1,0 0-1,0 0 0,0-1 1,0-1 2,1-1 0,0 1 0,0-1 0,0 1 1,1 0-1,-1-1 0,0 1 0,1 0 0,0 0 0,-1 0 1,5-3-1,-4 3 1,6-3-1,1 0-1,0 0 0,1 1 1,-1 0-1,17-4 0,-23 8 14,1-1 0,-1 1 0,0 0-1,0 0 1,0 1 0,0-1 0,0 1-1,0-1 1,0 1 0,-1 0 0,1 0 0,0 0-1,0 0 1,0 1 0,-1-1 0,1 1-1,-1-1 1,1 1 0,-1 0 0,0 0 0,0 0-1,4 5 1,86 88 809,-91-93-863,0-1 0,-1 1 1,0-1-1,1 1 1,-1 0-1,0-1 1,1 1-1,-1 0 1,0-1-1,0 1 1,-1 0-1,1-1 1,-1 3-1,1 8-3214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21.6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7 968,'-2'-4'5050,"-1"1"-3800,6 5-959,1 0-222,0-1 0,0 0 0,0 1 0,0-2 0,0 1 0,0 0 0,0-1 0,0 0 0,0 0 0,0 0 0,0 0 0,5-2 0,20 1-74,-9-2-420,6 0-3122,-25 3 2448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22.2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40 0 540,'0'6'5425,"-1"24"-3658,1-18-1614,0 1 0,-2-1 0,-3 20-1,-14 47 22,10-36-157,8-42-19,1 0 0,-1 0 0,1 0 0,0 0 0,-1 0 0,1 0 0,0 0 0,0 0 0,0 0 0,0 0 0,0 0 0,0 1 0,0-1 0,0 0 0,0 0 0,0 0 0,1 0 0,-1 0 0,0 0 0,1 0-1,-1 0 1,1 0 0,-1 0 0,1 0 0,-1 0 0,1 0 0,0-1 0,0 1 0,0 1 0,1-1-35,0 0-1,0 1 1,0-1 0,0 0-1,0 0 1,0 0 0,0-1-1,0 1 1,0 0 0,0-1-1,0 0 1,0 1-1,1-1 1,2 0 0,10 0-228,-10 1 100,0-1 0,0 0 0,0 0 1,0 0-1,0 0 0,0-1 0,0 0 1,0 0-1,0 0 0,0-1 0,0 0 1,-1 0-1,1 0 0,0 0 1,6-5-1,-1-1-246,-8 7 332,0-1 1,-1 1-1,1 0 0,0-1 1,0 0-1,-1 1 0,1-1 1,0 0-1,-1 0 1,0 0-1,1 0 0,-1 0 1,0 0-1,0 0 0,0 0 1,0 0-1,-1 0 0,1-1 1,-1 1-1,1 0 0,-1-1 1,0 1-1,0 0 1,0-4-1,10-73 140,-10 77-98,0 1 68,0 1 1,0 0 0,0-1 0,0 1-1,0-1 1,0 1 0,0 0-1,0-1 1,0 1 0,0 0 0,0-1-1,0 1 1,0-1 0,0 1-1,0 0 1,0-1 0,0 1 0,0 0-1,0-1 1,0 1 0,-1 0-1,1-1 1,0 1 0,0 0 0,0-1-1,-1 1 1,1 0 0,0-1-1,0 1 1,-1 0 0,1 0-1,0 0 1,-1-1 0,1 1 0,0 0-1,-1 0 1,1 0 0,0 0-1,-1-1 1,1 1 0,0 0 0,-1 0-1,1 0 1,-1 0 0,-1 0 290,-15 58 3042,8-5-2292,3 1 1,2 0-1,3 60 0,1-99-1087,0-2-875,1 0 0,0 0 1,1 0-1,1 0 0,7 22 0,-9-24-1444,-1-1-191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38.71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535 0 676,'0'0'1674,"-28"1"-403,16 1-885,0-1 0,0 0 0,0-1 0,-21-2 0,-8-1 21,-16 6-260,-63 10 0,62-5-1789,-65 0 0,97-8 322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0.2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148 37 600,'45'-5'4164,"-41"3"-3353,-4 2-802,0 0 1,0 0-1,0 0 1,0 1 0,0-1-1,0 0 1,0 0-1,0 0 1,0 0-1,0 0 1,0 1-1,0-1 1,0 0 0,0 0-1,0 0 1,0 0-1,0 0 1,0 1-1,1-1 1,-1 0-1,0 0 1,0 0 0,0 0-1,0 0 1,0 0-1,1 0 1,-1 0-1,0 1 1,0-1-1,0 0 1,0 0-1,0 0 1,1 0 0,-1 0-1,0 0 1,0 0-1,0 0 1,0 0-1,1 0 1,-1 0-1,0 0 1,0 0 0,0 0-1,0 0 1,1 0-1,-1 0 1,0 0-1,0-1 1,0 1-1,0 0 1,0 0 0,1 0-1,-1 0 1,0 0-1,0 0 1,0 0-1,0 0 1,0-1-1,0 1 1,1 0-1,-1 0 1,0 0 0,0 0-1,0 0 1,0-1-1,0 2 517,0-1-506,0-1-1,1 1 1,-1 0 0,0 0 0,0-1 0,1 1 0,-1 0 0,0-1 0,0 1 0,0 0-1,0-1 1,0 1 0,1-1 0,-1 1 0,0 0 0,0-1 0,0 1 0,0 0 0,0-1 0,0 1-1,0 0 1,0-1 0,-1 1 0,1-1 0,0 1 0,0 0 0,0-1 0,0 1 0,0 0 0,-1-1-1,1 1 1,0 0 0,0-1 0,0 1 0,-1 0 0,1 0 0,-1-1 0,-9-13 164,7 13-187,-1 0 1,1 0 0,-1 0-1,0 1 1,1 0 0,-1-1-1,1 1 1,-1 1 0,1-1-1,-1 0 1,0 1 0,1 0-1,-1 0 1,1 0 0,0 0-1,-1 0 1,-3 3 0,-6 2-1,1 0 0,0 1 0,-15 11 0,19-13-47,1 0-1,1 1 1,-1 0 0,1 0 0,0 1 0,-7 9-1,12-14 26,0 0 0,0 0 0,0 0 0,0 0 0,0 0 1,0 0-1,1 0 0,-1 0 0,1 0 0,0 1 0,0-1 0,-1 0 0,1 0 0,1 0 0,-1 0 0,0 1 0,0-1 0,1 0 0,-1 0 0,1 0 0,0 0 0,0 0 0,0 0 0,0 0 0,0 0 0,0 0 0,0 0 0,0-1 0,1 1 0,1 2 0,3 1 5,0 0-1,0 0 1,0-1-1,1 1 0,-1-1 1,1-1-1,0 1 1,0-1-1,1-1 0,11 4 1,37 16-4,-55-21 26,0-1 1,0 0-1,0 1 1,0-1-1,0 1 1,0-1-1,-1 1 1,1-1-1,0 1 1,0 0 0,0 0-1,-1-1 1,1 1-1,0 0 1,-1 0-1,1-1 1,-1 1-1,1 0 1,-1 0-1,1 0 1,-1 0 0,0 0-1,1 0 1,-1 0-1,0 0 1,0 0-1,0 0 1,0 1-1,0 0 13,-1-1-1,0 0 0,0 1 0,0-1 0,0 0 1,0 1-1,0-1 0,0 0 0,0 0 0,0 0 1,-1 0-1,1 0 0,0 0 0,-1 0 1,-2 1-1,-11 4 121,0 0 0,-28 7 0,35-11-130,-9 3 16,-30 5-630,45-10 149,13-17-3139,-3 7 2058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0.5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5 1116,'12'-5'2042,"-8"13"348,0 5-1854,1-1 18,-1 1-1,-1 0 1,0-1-1,0 1 1,-1 0 0,0 17-1,-4 88 898,-1-47-2233,13-24-5492,-1-51 2172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0.6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0 984,'1'22'3348,"14"23"-2183,-5-6-1163,-7-27-396,-3-11 340,0-1 1,0 1 0,0-1 0,0 1-1,0 0 1,0-1 0,0 1-1,1-1 1,-1 1 0,0-1-1,0 1 1,0-1 0,1 1 0,-1-1-1,0 1 1,1-1 0,-1 1-1,0-1 1,1 1 0,-1-1 0,1 1-1,-1-1 1,0 0 0,2 1-1,-1 0-805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0.8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48 560,'10'-11'1008,"-10"0"-356,0 1-224,9 5-140,-9-1-128,10 6-128,-1-5-144,0 5-556,1 5-16,-1 1-380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1.7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170 335 824,'0'0'680,"-11"-15"1986,3 15-2556,1 1 1,-1 1-1,0-1 1,0 1 0,1 1-1,-1-1 1,1 1-1,0 0 1,0 1-1,0 0 1,0 0 0,1 1-1,0-1 1,-1 2-1,2-1 1,-1 0-1,1 1 1,-1 0-1,2 0 1,-1 1 0,1 0-1,0-1 1,-5 12-1,9-16-112,-1-1 0,1 1 0,-1-1-1,1 1 1,0 0 0,0-1 0,0 1-1,0-1 1,0 1 0,0-1 0,0 1-1,1 0 1,-1-1 0,0 1-1,1-1 1,-1 1 0,1-1 0,0 0-1,-1 1 1,1-1 0,0 1 0,0-1-1,0 0 1,0 0 0,0 0 0,0 1-1,0-1 1,1 0 0,-1 0 0,0-1-1,1 1 1,-1 0 0,0 0 0,1-1-1,-1 1 1,1 0 0,-1-1 0,1 0-1,-1 1 1,1-1 0,0 0 0,-1 0-1,1 0 1,-1 0 0,1 0 0,-1 0-1,1 0 1,0-1 0,-1 1 0,1 0-1,-1-1 1,1 1 0,-1-1 0,0 0-1,1 1 1,-1-1 0,2-1 0,12-6-223,-1-1 1,0 0 0,-1-1 0,0 0 0,0-1 0,-1-1 0,-1 0 0,0 0 0,-1-1-1,0 0 1,-1-1 0,13-26 0,-6 6 7,-12 23 182,1 1 0,-1-1 0,0 0 0,3-18 0,-2-1 40,-1 11 164,-1 1 0,2-35-1,-5 37 79,1 13-127,-1 0 0,0 0 0,0 0 0,0 0 1,0 0-1,0 0 0,0 0 0,-1 0 0,0 0 0,1 0 1,-1 0-1,0 0 0,0 1 0,-3-6 0,0 3 454,2 2 71,-5 12-257,-1 7 222,1-1 0,0 1-1,1 1 1,1-1 0,1 1 0,0 0 0,-2 21 0,-1 125 1218,7-155-2136,0 0-1,1-1 0,0 1 0,1 0 0,2 8 1,-3-13-95,0 0 1,0-1 0,1 1 0,-1 0-1,0 0 1,1 0 0,0-1-1,0 1 1,-1-1 0,2 1 0,-1-1-1,0 0 1,0 0 0,4 3 0,-5-4 253,0-1 1,0 1-1,1 0 1,-1 0-1,0-1 1,0 1-1,0-1 1,1 1-1,-1-1 1,0 1-1,1-1 1,-1 0-1,0 0 1,0 0-1,1 0 1,-1 0-1,1 0 1,-1 0-1,0 0 1,1 0-1,-1 0 1,0-1-1,0 1 1,1-1-1,-1 1 1,0-1-1,0 1 1,0-1-1,1 0 1,-1 0-1,0 1 1,0-1-1,0 0 1,0 0-1,0 0 1,1-1-1,18-26 429,-15 22 22,-1-1 1,1 1 0,0 0 0,1 1 0,6-7-1,1 2-74,0-1 0,-2-1 0,1 0 0,-1-1 0,12-19 0,-22 30-173,0-1 1,-1 0 0,1 0 0,-1 0-1,0 1 1,0-1 0,0 0 0,0 0-1,0 0 1,-2-5 0,-5-6 554,7 13-600,-1 1 1,1 0 0,0 0-1,-1 0 1,1 0 0,-1 0 0,1 0-1,0 0 1,-1 0 0,1 0-1,-1 0 1,1 0 0,0 0-1,-1 0 1,1 0 0,-1 0 0,1 0-1,0 0 1,-1 0 0,1 0-1,-1 1 1,1-1 0,0 0 0,-1 0-1,1 1 1,0-1 0,0 0-1,-1 0 1,1 1 0,0-1-1,-1 0 1,1 1 0,0-1 0,-1 1-1,-17 11 246,15-11-216,1 0 0,-1 1 1,1-1-1,0 0 0,0 1 0,0-1 0,0 1 1,0 0-1,0 0 0,-3 3 0,5-4-26,-10 12 413,1 0 1,-13 29-1,20-38-376,0 0 0,1 0-1,-1 0 1,1 0 0,0 0 0,1 0-1,-1 0 1,1 0 0,-1 1-1,1-1 1,0 0 0,1 0 0,-1 0-1,1 1 1,0-1 0,0 0-1,2 4 1,-2-5-70,1 0 0,-1 0 0,1 0 0,0-1 0,0 1 0,0 0 0,0-1 0,0 0 0,0 1 0,1-1 0,-1 0 0,1 0 0,0-1-1,0 1 1,-1 0 0,1-1 0,0 0 0,0 1 0,1-1 0,-1 0 0,0-1 0,0 1 0,0-1 0,6 1 0,-6-1-263,0 0 1,0-1 0,0 1-1,0-1 1,0 0-1,0 0 1,0 0-1,-1 0 1,1 0-1,0 0 1,0-1-1,-1 0 1,1 1-1,-1-1 1,0 0 0,1 0-1,2-4 1,4-4-1601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2.1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29 1 1260,'-15'6'2726,"15"-3"-1503,7-6-831,-3 2-259,0-1 1,0 2 0,1-1 0,-1 0 0,0 1 0,0 0 0,0 0 0,7 1 0,28-3 31,16 2-192,-55 0 28,0 0-1,0 0 1,1 0-1,-1 0 1,0 0-1,0 0 1,1 0 0,-1 0-1,0 0 1,0 0-1,0 0 1,1 0-1,-1 1 1,0-1 0,0 0-1,0 0 1,1 0-1,-1 0 1,0 1-1,0-1 1,0 0 0,0 0-1,1 0 1,-1 1-1,0-1 1,0 0-1,0 0 1,0 1 0,0-1-1,0 0 1,0 0-1,0 1 1,0-1-1,0 0 1,0 0 0,0 1-1,0-1 1,0 0-1,0 0 1,0 1-1,0-1 1,0 0 0,0 0-1,0 0 1,0 1-1,0-1 1,-1 0-1,-8 21 135,-24 18 190,17-27-267,1 1 1,1 0-1,0 1 0,0 1 0,-16 23 0,21-29-58,9-8-141,-1 0 0,0-1 0,1 1 0,-1 0-1,0-1 1,1 1 0,-1 0 0,1-1 0,-1 1 0,1 0-1,0 0 1,-1 0 0,1 0 0,0-1 0,-1 1 0,1 0-1,0 0 1,0 0 0,0 0 0,0 1 0,9-7-2691,1-1 1024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09:42.63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2 932,'3'-1'6514,"11"1"-5556,-6 4-826,-1 0 0,1 0-1,0-1 1,0 0 0,0-1 0,1 0-1,-1 0 1,0-1 0,1 0 0,-1 0-1,1-1 1,0 0 0,-1 0 0,1-1 0,9-2-1,1 2-149,-19 2 20,0 0 0,0 0-1,0 1 1,-1-1 0,1 0-1,0 0 1,-1 0 0,1 0-1,0 0 1,-1 0 0,0 0-1,1 0 1,-1 0 0,0 0-1,1 0 1,-3 1 0,3-1 5,-9 8 24,0 0 0,1 1 1,1-1-1,0 2 1,-8 13-1,-24 32 107,14-24-1073,2 1 0,-21 38 0,42-63-1279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19.6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765 1477 500,'0'0'87,"0"-1"1,0 1-1,0-1 1,0 1-1,1-1 0,-1 1 1,0-1-1,0 1 1,1-1-1,-1 1 0,0-1 1,0 1-1,1-1 0,-1 1 1,1 0-1,-1-1 1,0 1-1,1 0 0,-1-1 1,1 1-1,-1 0 1,1 0-1,-1-1 0,1 1 1,-1 0-1,1 0 0,-1 0 1,1 0-1,-1 0 1,1 0-1,-1-1 0,1 1 1,-1 0-1,1 1 1,-1-1-1,1 0 0,-1 0 1,1 0-1,-1 0 0,1 0 1,7 3 1429,-12-1-1021,-26 19-316,25-19-172,-1 0 1,0-1-1,0 0 1,0 0-1,0 0 1,0-1-1,0 1 1,0-2-1,0 1 1,-6-1-1,-20-1 0,-232 7-85,192-3 15,-134 18-1,195-17 63,0-1-1,0 1 1,0 1-1,1 0 0,-20 10 1,30-13 2,-1-1-1,1 0 1,0 1 0,0-1-1,-1 0 1,1 1 0,0-1-1,-1 0 1,1 1 0,0-1-1,-1 0 1,1 0 0,0 0-1,-1 1 1,1-1 0,0 0-1,-1 0 1,1 0 0,-1 0 0,1 0-1,-1 1 1,1-1 0,0 0-1,-1 0 1,1 0 0,-1 0-1,1 0 1,0-1 0,-1 1-1,1 0 1,-1 0 0,1 0-1,-1 0 1,1 0 0,0 0-1,-1-1 1,1 1 0,0 0-1,-1 0 1,1-1 0,0 1 0,-1 0-1,1 0 1,0-1 0,-1 1-1,1 0 1,0-1 0,0 1-1,0-1 1,-1 1 0,1 0-1,0-1 1,0 1 0,0 0-1,0-1 1,0 0 0,4-26-20,-1 16 4,16-84 3,-19 39 10,1 13-21,-1-1 1,-9-55-1,1 32 15,-3-19 1,8 69-12,1 0 0,1-1 1,1 1-1,2-31 0,0-4 49,8 4-74,-9 46 40,-1 0 0,1-1-1,0 1 1,0 0 0,1-1 0,-1 1-1,0 0 1,1 0 0,-1 0 0,1 0-1,0 0 1,0 0 0,0 1 0,-1-1-1,2 1 1,-1-1 0,0 1 0,0 0-1,0 0 1,1 0 0,2-1 0,2-1 0,-1 0 0,1 0 0,0 1 0,0 0 0,0 0 0,0 1 0,9-1 0,68 4-12,-32 0 28,1-3-1,69-9 1,-6-9-21,518-61-86,-474 62 105,6-1-13,223-19 31,-123 8 17,428-43-140,-297 9 136,-7 1 26,-4 16-74,-223 25-57,116-10 97,-40 4-43,-12 0-2,-14 3 15,-12 1-17,294-13-104,-388 31 103,285-9-9,-34 5 6,-150-6 51,4 0-172,-117 7 56,-62 4 40,56-2 0,3-3-61,115 19 124,-118 4-44,-51-7 67,61 2 0,-97-8-44,0 0 0,-1 0 0,1 0 0,0 0 0,0 0 0,-1 0 0,1 1 0,0-1 0,-1 1 0,1-1 0,0 1 0,-1-1 0,1 1 0,-1 0 0,1 0 0,-1 0 0,1 0 0,-1 0 0,1 0 0,-1 0 0,0 0 0,0 1 0,0-1 0,0 0 0,0 1 0,0-1 0,0 1 0,0-1 0,0 1 0,-1 0 0,1-1 0,-1 1 0,1 2 0,6 6-37,-6-9 43,0 1-1,0-1 1,0 1 0,0-1-1,0 1 1,0 0 0,0-1-1,0 1 1,0 0 0,-1 0-1,1-1 1,-1 1 0,1 0 0,-1 2-1,10 43 216,-9-34-191,1-1 1,1 0-1,0 0 1,7 20-1,0-3 50,13 37 72,7 32 147,-19-57-119,-7-33-162,-1 1 0,-1 0-1,0 0 1,0 0 0,0 0 0,-1 0-1,-1 0 1,0 1 0,0-1 0,0 0-1,-1 0 1,-3 10 0,2-9 68,1 0-1,-1 0 1,2 1-1,-1-1 1,1 0-1,3 16 1,-1 9 79,7 118-53,-28-85 129,10-37-96,8-29-132,-1 2-1,1-1 1,0 0 0,0 0 0,0 0-1,0 0 1,0 1 0,1 4 0,-10 50 19,1 16-48,9-2 58,9-19-50,2-27 16,0-8 12,3 3-35,8 10 21,-18-27-4,-2-2 0,0 0 0,0 0 0,0 0 1,0 1-1,-1-1 0,1 0 1,-1 1-1,1-1 0,-1 1 0,0 0 1,0-1-1,0 1 0,0 0 1,0-1-1,0 5 0,-1-6-1,0 0 1,1 1-1,-1-1 0,0 0 0,1 0 0,-1 0 1,1 0-1,0 0 0,-1-1 0,1 1 0,0 0 1,0 0-1,-1 0 0,1 0 0,0-1 0,0 1 1,0 0-1,1 0 0,-1-1 0,0 1 1,0 0-1,0-1 1,0 1-1,0 0 0,0 0 1,0 0-1,0 0 0,-1-1 1,1 1-1,0 0 0,-1 1 1,1-1-1,0 0 0,-1 0 1,1 0-1,-1 0 0,1 2 1,25 39 12,-20-37-25,-5-5 10,-1 1 0,0-1-1,1 0 1,-1 0 0,0 1 0,1-1 0,-1 0 0,0 1-1,1-1 1,-1 0 0,0 1 0,0-1 0,1 0-1,-1 1 1,0-1 0,0 1 0,0-1 0,0 1 0,0-1-1,0 0 1,1 1 0,-1-1 0,0 1 0,0-1 0,0 1-1,0-1 1,0 1 0,-1-1 0,1 1 0,4 4-78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1.92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 29 540,'-5'-8'1043,"7"6"-643,0 1-334,-2 1-10,0-1 1,1 1-1,-1 0 0,0-1 1,1 1-1,-1 0 0,0-1 1,0 1-1,1 0 0,-1-1 1,0 1-1,0 0 0,0-1 1,0 1-1,0-1 0,1 1 1,-1-1-1,0 1 1,0 0-1,0-1 0,0 1 1,0-1-1,0 1 0,0 0 1,0-1-1,-1 1 0,1-1 1,0 1-1,0-1 0,0 1 1,0 0-1,-1-1 0,1 1 1,0-1-1,-1-3 1069,9 8-1103,2 37 357,5 38 82,-12-59-391,1 0-1,0 0 0,9 21 1,-7-23-65,-1-1 0,0 1 0,-1 0-1,-1 0 1,2 34 0,-1-23-201,1 0-4424,-5-33 3769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2.34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13 182 216,'-2'-5'110,"0"1"-1,0-1 1,0 0-1,1 0 1,0 0-1,0 1 1,0-1-1,1 0 1,0 0 0,0 0-1,0-1 1,0 1-1,1 1 1,0-1-1,0 0 1,0 0 0,0 0-1,1 0 1,0 1-1,0-1 1,0 1-1,1-1 1,3-4-1,-2 4-90,1 0 0,0 0-1,0 0 1,0 1 0,0 0-1,1 0 1,0 0 0,0 0 0,0 1-1,0 0 1,1 1 0,-1-1-1,1 1 1,-1 0 0,1 1-1,11-2 1,-1 1-9,-1 1 0,29 2 0,-42-1-11,0 0 1,0 0 0,0 0-1,1 1 1,-1-1-1,0 1 1,-1 0 0,1 0-1,0 0 1,0 1 0,0-1-1,0 0 1,-1 1 0,1 0-1,-1 0 1,1 0-1,-1 0 1,0 0 0,0 0-1,0 0 1,0 1 0,2 2-1,-3-1 17,-1-1 0,1 1 0,-1 0 0,0 0 0,0-1 0,0 1 0,0 0 0,0-1 0,-1 1 0,0 0 0,0-1 0,0 1 0,0-1 0,0 1 0,-1-1 0,0 0 0,1 1 0,-1-1 0,-3 3 0,-43 57 362,44-58-375,0-1 1,0 1 0,1 0 0,0 0-1,0 0 1,0 0 0,1 0 0,0 1-1,0-1 1,0 1 0,0 0 0,1-1-1,0 1 1,0 9 0,1-3 55,1 0 1,1 0-1,0-1 0,0 1 0,1-1 1,6 17-1,-4-19-83,-1 0 0,1 1 0,0-2 0,1 1 0,0-1 0,0 1 0,1-2 0,0 1 0,0-1 0,1 0 0,0-1 0,0 1 0,0-1 0,1-1 0,0 0-1,0 0 1,1-1 0,-1 0 0,15 3 0,-22-6-116,-1-1-1,1 0 1,0 0-1,-1 0 1,1 0-1,0 0 1,-1 0-1,1-1 1,-1 1-1,1 0 1,0-1-1,-1 0 1,1 1-1,1-2 1,7-3-1441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2.80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10 204 100,'0'1'68,"0"0"-1,-1-1 1,2 1-1,-1 0 1,0-1-1,0 1 1,0 0-1,0-1 1,0 1-1,0 0 1,1-1-1,-1 1 1,0 0-1,1-1 1,-1 1-1,0 0 1,1-1-1,-1 1 1,1-1-1,-1 1 1,1-1-1,-1 1 1,1-1-1,-1 1 1,1-1-1,-1 0 1,1 1 0,0-1-1,-1 0 1,1 1-1,1-1 1,26-3 902,-20 0-869,0-1 1,-1 0-1,1 0 1,0 0-1,6-7 1,-9 7-80,0 0 1,-1 0 0,1 0-1,-1-1 1,0 0-1,-1 0 1,1 0 0,-1 0-1,0-1 1,-1 1-1,4-9 1,-3 2-3,-1 1-1,0-1 0,-1 0 1,0 0-1,-1-12 1,0 22-12,-1 0 1,1 1-1,0-1 1,-1 0-1,1 0 1,-1 1-1,1-1 0,-1 0 1,0 1-1,0-1 1,1 1-1,-1-1 1,0 1-1,-1 0 1,1-1-1,0 1 1,0 0-1,0 0 1,-1-1-1,1 1 1,-1 0-1,1 1 1,-1-1-1,1 0 0,-1 0 1,0 1-1,1-1 1,-1 0-1,0 1 1,1 0-1,-1-1 1,0 1-1,0 0 1,-1 0-1,0 0 17,0 0 1,0 0-1,0 0 1,0 0-1,0 0 0,0 1 1,0 0-1,0-1 0,0 1 1,0 0-1,0 0 0,0 1 1,1-1-1,-1 1 0,1-1 1,-1 1-1,1 0 0,-1 0 1,1 0-1,-3 4 0,-2 4 50,0 0 0,1 1-1,1 0 1,0 0 0,0 1-1,1-1 1,0 1 0,-2 13-1,3 3 124,0 1 0,1 36 0,2-62-171,0 0-1,0-1 1,0 1 0,1 0 0,-1-1-1,0 1 1,1 0 0,0-1 0,0 1-1,0-1 1,0 1 0,0-1 0,0 1-1,1-1 1,-1 0 0,1 1 0,-1-1-1,1 0 1,0 0 0,0 0 0,0-1-1,0 1 1,0 0 0,1-1 0,-1 1-1,0-1 1,1 0 0,-1 0 0,1 0-1,4 1 1,-2-1 9,0 0-1,0 0 1,0-1 0,0 0-1,0 0 1,0 0 0,0-1-1,0 1 1,0-1 0,0-1-1,0 1 1,0-1 0,0 1-1,7-5 1,93-43-3920,-94 39 1735,-4 5 676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3.45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 76,'0'-9'1246,"1"1"77,6 15-952,-5-4-321,-1 0 1,0 0 0,1 0 0,-1 0 0,0 0 0,-1 1 0,1-1-1,0 5 1,2 7 128,33 148 901,10 32-366,-35-147-669,-9-36-51,0 0 0,1 0-1,0 0 1,1-1 0,9 19 0,-10-24-380,0 1 1,0 0 0,0 0-1,-1 0 1,0 1 0,1 8-1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3.8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1 254 280,'0'0'2105,"1"22"-491,3-15-1385,0 1-1,-1-1 1,0 1 0,3 14-1,-5-17-205,0 1 0,1 0 0,0-1-1,0 1 1,0-1 0,1 1 0,-1-1 0,1 0 0,1 0 0,-1 0-1,1-1 1,-1 1 0,10 7 0,-11-10-19,1 0 0,-1 0 0,1 0 0,0 0 1,0-1-1,0 1 0,0-1 0,0 1 0,0-1 0,0 0 0,0-1 0,1 1 1,-1 0-1,0-1 0,1 0 0,-1 0 0,0 0 0,1 0 0,3-1 1,-2 0-8,1-1 1,-1 0 0,0 0 0,-1 0-1,1 0 1,0-1 0,-1 0 0,1 0-1,-1 0 1,0-1 0,5-4 0,-1-1-10,0 0 0,0-1 0,-1 0 1,0-1-1,-1 0 0,0 0 1,0 0-1,-1 0 0,6-23 0,-8 16 22,-1 0-1,-1 0 0,0 0 1,-1 0-1,-1 1 0,-1-1 0,0 0 1,-9-30-1,7 30-4,-4-19 29,7 36-36,1 0 1,-1 0-1,1 0 1,-1 0-1,0 0 0,1 0 1,-1 0-1,0 0 1,0 0-1,1 0 1,-1 1-1,0-1 1,0 0-1,0 0 1,0 1-1,0-1 1,0 1-1,0-1 1,0 1-1,0-1 1,0 1-1,-1 0 1,1-1-1,0 1 1,0 0-1,-2 0 1,2 0-69,-9 32-3172,10-22 1560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4.8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 1248,'0'0'46,"0"0"0,0 0 0,-1 0 0,1 0 0,0 0 0,0 0 1,0 0-1,-1 0 0,1 0 0,0 0 0,0 0 0,-1 0 0,1 0 0,0 0 0,0 0 0,0 0 0,-1 0 0,1 0 0,0 0 0,0 0 0,0 0 0,0 0 1,-1 0-1,1 0 0,0 0 0,0 1 0,0-1 0,0 0 0,-1 0 0,1 0 0,0 0 0,0 0 0,0 1 0,0-1 0,0 0 0,0 0 0,-1 0 0,1 0 0,0 1 1,0-1-1,0 0 0,0 0 0,0 0 0,0 1 0,0-1 0,0 0 0,0 0 0,0 1 0,0-1 0,0 0 0,0 0 0,0 0 0,0 1 0,0-1 0,0 0 1,3 24 696,10 25-476,10 23-11,-8-17-228,-13-46-28,0 0 0,-1 0 0,0 0 0,0 0-1,-2 19 1,1-21 3,-1-1-1,1 1 0,0 0 0,1 0 1,0-1-1,0 1 0,0 0 0,1-1 1,4 13-1,-1-8 7,-3-12-18,4-14-8,1 2 4,2 1 0,0 0 0,0 0 0,1 1 1,0 0-1,1 0 0,16-11 0,-24 20 14,-1 0 0,1 1 1,0-1-1,0 1 0,0 0 1,1-1-1,-1 2 0,0-1 1,0 0-1,1 1 0,-1-1 1,0 1-1,1 0 0,-1 0 1,0 0-1,1 1 0,-1-1 0,0 1 1,0-1-1,1 1 0,-1 0 1,0 1-1,0-1 0,0 0 1,0 1-1,0 0 0,0 0 1,-1 0-1,1 0 0,-1 0 1,1 0-1,-1 1 0,0-1 1,0 1-1,0-1 0,3 5 0,-5-5 18,1-1 0,-1 0 0,1 0 0,-1 1 0,0-1 0,0 0-1,1 0 1,-1 1 0,0-1 0,0 0 0,0 1 0,0-1-1,-1 0 1,1 1 0,0-1 0,-1 0 0,1 1 0,0-1 0,-1 0-1,0 0 1,1 0 0,-1 1 0,0-1 0,1 0 0,-1 0-1,0 0 1,0 0 0,0 0 0,0 0 0,-1 0 0,-3 3 71,0-1-1,0 0 1,-1 0 0,1 0 0,-1-1 0,1 1 0,-9 1 0,-6 1 97,0-1 1,-1-1-1,-32 1 0,21-7-247,25 1-3166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5.2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0 216 176,'2'4'310,"-1"0"1,1 0-1,-1 0 0,1-1 0,1 1 1,-1-1-1,0 1 0,1-1 1,0 0-1,0 0 0,3 3 0,41 33 13,-44-37-303,0-1 1,1 1-1,-1-1 1,1 0 0,-1 0-1,1 0 1,-1-1-1,1 1 1,0-1-1,-1 0 1,1 0-1,0 0 1,0 0 0,-1-1-1,1 1 1,-1-1-1,1 0 1,-1 0-1,1 0 1,-1-1 0,1 1-1,-1-1 1,0 0-1,0 0 1,0 0-1,0 0 1,0 0 0,3-4-1,-2 2 21,1 0 0,-1-1 0,0 0 0,-1 0 0,1 0 0,-1 0 0,0-1 0,0 1 0,-1-1 0,0 0 0,1 0 0,-2 0 0,1 0 0,-1 0 0,0 0 0,0-7 0,-1-2 71,1 9-99,0-1 0,-1 1 0,0-1-1,0 1 1,-1-1 0,0 0 0,0 1 0,-1 0 0,1-1-1,-1 1 1,-1 0 0,1 0 0,-1 0 0,0 0 0,0 0-1,-5-5 1,-8-19-407,13 6-3149,3 20 1751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5.7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154 146 920,'0'-106'2751,"0"105"-2692,1-1 1,-2 0-1,1 0 0,0 0 0,0 0 1,0 1-1,-1-1 0,1 0 1,-1 0-1,1 1 0,-1-1 0,0 0 1,0 1-1,0-1 0,0 0 1,0 1-1,0-1 0,0 1 0,0 0 1,-1-1-1,1 1 0,-3-2 1,3 3-43,0 0 1,0 0 0,0 0 0,0 0 0,0 0 0,0 0 0,-1 0 0,1 0 0,0 0 0,0 1 0,0-1 0,0 0 0,0 1 0,0-1 0,0 1 0,0-1 0,0 1 0,0-1 0,1 1 0,-1 0 0,0-1 0,0 1 0,0 0 0,1 0 0,-1 0 0,0 0 0,1-1 0,-1 1 0,1 0-1,-1 0 1,1 0 0,-1 0 0,1 0 0,0 0 0,-1 1 0,1-1 0,0 0 0,0 1 0,-7 14 69,6-12-54,-1 0-1,0 0 0,1 0 1,0 0-1,0 0 1,0 0-1,0 0 0,1 6 1,-5 68 612,2-54-412,1-1 1,2 1-1,2 27 0,5 16 113,-5-37-221,1 0 0,2 0-1,14 50 1,-7-25-94,-11-44-78,1-1 1,0 0-1,0-1 0,5 12 1,-4 3-1219,-7-19-468,-4-14 424,-34-37-186,21 25 1394,-10-8 203,26 26-7,0-2-1,0 1 1,1 0-1,-1-1 1,1 0-1,-5-8 1,8 12-64,1 0 1,0 0 0,-1 1-1,1-1 1,0 0 0,0 0-1,0 0 1,-1 0 0,1 0-1,0 0 1,0 0 0,0 0-1,1 0 1,-1 0 0,0 0 0,0 1-1,0-1 1,1 0 0,-1 0-1,0 0 1,1 0 0,-1 0-1,1 1 1,-1-1 0,1 0-1,-1 0 1,1 1 0,0-1-1,-1 0 1,1 1 0,0-1-1,0 0 1,-1 1 0,1-1-1,0 1 1,1-1 0,45-21-19,-19 10-42,58-29-1223,-40 18-407,-19 8 494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6.05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91 146 140,'1'-3'181,"-1"-1"0,1 1 1,0-1-1,0 1 0,0-1 0,0 1 1,0 0-1,1 0 0,3-6 0,-3 6-68,0-1 0,0 1 1,-1-1-1,1 0 0,-1 1 0,0-1 0,0 0 0,0 0 1,0 0-1,0-4 0,-2 5-66,1 0-1,0 1 1,0-1 0,-1 1-1,0-1 1,1 0-1,-1 1 1,0-1 0,0 1-1,-1-1 1,1 1 0,0 0-1,-1-1 1,1 1 0,-1 0-1,0 0 1,0 0 0,0 0-1,0 1 1,0-1-1,0 0 1,0 1 0,-1-1-1,1 1 1,0 0 0,-1 0-1,1 0 1,-1 0 0,1 0-1,-1 1 1,0-1 0,1 1-1,-1-1 1,0 1-1,1 0 1,-1 0 0,0 1-1,0-1 1,1 0 0,-1 1-1,1-1 1,-1 1 0,0 0-1,1 0 1,-1 0 0,-2 2-1,3-2-38,0 1-1,0-1 1,1 0 0,-1 1-1,0-1 1,1 1 0,-1 0-1,1-1 1,0 1 0,0 0-1,-1 0 1,1 0 0,0 0-1,1 0 1,-1 0-1,0 0 1,0 0 0,1 0-1,0 1 1,-1 3 0,4 49 220,0-20-66,-1-4 22,1 1 0,11 46-1,-8-48-63,0 0 0,1 48 0,2 38-93,-6-102-104,4 21-275,-7-34 271,1 0-1,-1-1 0,0 1 0,0-1 1,0 1-1,0 0 0,0-1 1,0 1-1,0-1 0,0 1 0,0 0 1,0-1-1,0 1 0,0 0 0,0-1 1,0 1-1,-1-1 0,1 1 0,0-1 1,-1 1-1,1 0 0,0-1 0,-1 1 1,1-1-1,0 1 0,-1-1 1,1 0-1,-1 1 0,1-1 0,-1 1 1,1-1-1,-1 0 0,1 1 0,-1-1 1,1 0-1,-1 0 0,0 1 0,0-1 1,-1-5-1778,-5-1 896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6.4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36 378 12,'-4'-2'426,"1"0"-1,-1-1 1,1 1 0,0-1-1,-1 0 1,1 0-1,-4-5 1,2 2 17,8 3-256,0-1 0,-1 1 0,1 0 0,1 0 0,-1 0 0,0 1 0,1-1 0,-1 1 1,7-3-1,31-14-210,58-33 1,-74 37-100,43-37-444,-58 45 526,-1 0 0,1-1-1,-1-1 1,-1 1-1,13-18 1,-4 7 54,11-19 102,-27 37-81,1 0 1,-1-1-1,0 1 1,0 0-1,0-1 1,0 1 0,0-1-1,0 0 1,0 1-1,-1-1 1,1 0-1,-1 1 1,1-1-1,-1 0 1,1 0-1,-1 0 1,0 1-1,0-1 1,0 0-1,0 0 1,0 0 0,-1 1-1,1-1 1,0 0-1,-1 0 1,0-1-1,0 2 40,0 0 1,0 0-1,0 1 0,0-1 0,0 0 0,0 1 0,0-1 1,0 1-1,0-1 0,0 1 0,0-1 0,0 1 0,0 0 1,-1 0-1,1-1 0,0 1 0,0 0 0,0 0 0,-1 0 1,1 0-1,0 1 0,0-1 0,0 0 0,-1 0 0,-1 2 1,-1-1 94,-1 1 0,1 1 1,-1-1-1,1 1 0,0-1 1,0 1-1,-4 4 0,2-2 33,0 1 0,1-1 0,0 1-1,0 0 1,0 1 0,1-1 0,-1 1-1,2 0 1,-6 11 0,7-10-94,0 1 0,1-1 1,0 0-1,0 1 0,1-1 0,0 0 1,1 1-1,-1-1 0,4 13 1,-3-17-137,0 0 0,1 0 1,-1-1-1,1 1 0,0-1 1,0 1-1,0-1 0,0 1 1,1-1-1,-1 0 0,1 0 1,0-1-1,0 1 0,0 0 1,0-1-1,0 0 0,0 0 0,1 0 1,-1 0-1,1 0 0,-1-1 1,8 3-1,-5-3-382,-1 1 1,1-1-1,0-1 0,0 1 0,0-1 0,-1 0 1,1 0-1,0-1 0,0 0 0,-1 0 1,1 0-1,0 0 0,-1-1 0,1 0 1,-1 0-1,0-1 0,0 0 0,0 1 1,0-2-1,0 1 0,0-1 0,4-4 1,2-7-1048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26.7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0 190 820,'3'-20'1476,"5"15"-541,-5 7-872,-1-1 0,0 0 1,0 1-1,0-1 0,0 1 0,0 0 0,0 0 0,0 0 1,-1 0-1,1 0 0,1 3 0,46 76 568,-45-71-539,0-1-1,-1 1 1,0 0-1,1 12 1,4 11 153,-12-6 188,4-27-396,0 1-1,0-1 1,0 0-1,0 1 1,-1-1 0,1 1-1,0-1 1,0 1-1,0-1 1,0 0-1,0 1 1,-1-1-1,1 1 1,0-1-1,0 0 1,-1 1 0,1-1-1,0 0 1,0 1-1,-1-1 1,1 0-1,0 1 1,-1-1-1,1 0 1,-1 0-1,1 1 1,0-1-1,-1 0 1,1 0 0,-1 0-1,1 0 1,0 1-1,-1-1 1,1 0-1,-1 0 1,1 0-1,-1 0 1,1 0-1,-1 0 1,1 0 0,-1 0-1,1-1 1,0 1-1,-1 0 1,-2-4 101,0 1 0,0-1 0,1 0 0,0 0 0,0 0 0,0-1 0,0 1 0,1 0 0,0-1 0,0 1 0,0-1 0,0 0 0,1 1 0,-1-1 0,1 1 0,0-1 0,1 0 0,0-4 0,3-12 52,1 1-1,14-39 0,-4 14-96,-10 30-219,1 0-1,1 1 1,0 0 0,11-15-1,15-32-4666,-25 51 2574,2-1-121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6.37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1 401 1052,'0'0'2575,"3"-1"-2501,0 1-1,0-1 1,0 1-1,-1-1 0,1 0 1,0 0-1,0 0 1,0 0-1,-1-1 1,1 1-1,0-1 0,2-2 1,40-22 16,12-22-82,-52 42-11,-1 0 0,1-1 0,-1 0 0,0 1 0,-1-1 1,0-1-1,5-13 0,-8 19 1,1 0 1,0 1-1,-1-1 1,1 0-1,-1 0 0,0 0 1,1 1-1,-1-1 1,0 0-1,0 0 1,0 0-1,-1 0 0,1 0 1,0 1-1,-1-1 1,1 0-1,-1 0 1,1 1-1,-1-1 0,0 0 1,0 0-1,0 1 1,0-1-1,0 1 1,0-1-1,0 1 0,-1 0 1,1-1-1,0 1 1,-1 0-1,1 0 1,-1 0-1,1 0 0,-1 0 1,0 0-1,1 0 1,-4 0-1,3 1 1,0 0-1,0 0 1,0 0-1,0 0 1,0 1 0,-1-1-1,1 1 1,0-1-1,0 1 1,1 0-1,-1 0 1,0 0 0,0 0-1,0 0 1,0 0-1,1 0 1,-1 1 0,1-1-1,-1 1 1,1-1-1,-1 1 1,1-1-1,0 1 1,0 0 0,-1 2-1,-32 54-12,30-48 24,1-1 3,0 1 0,0 0 0,2 0 0,-1 0 0,1 0 0,1 1 1,0-1-1,0 0 0,1 0 0,0 0 0,1 0 0,0 0 0,0 0 0,1 0 0,1-1 1,-1 1-1,10 16 0,-10-23-11,0 1 0,0-1 0,0 0 0,1 0 0,-1 0 0,1-1 0,-1 1 0,1-1 0,0 0 0,0 0 0,0 0 0,0 0 0,1-1 0,-1 0 0,0 0 0,1 0 0,-1 0 0,0-1 0,1 1 0,-1-1 0,1 0 0,-1-1 0,1 1-1,-1-1 1,0 0 0,1 0 0,-1 0 0,5-2 0,2-1-154,0 0 0,0-1 0,-1 0 1,1-1-1,-1 0 0,-1-1 0,1 0 0,-1 0 0,14-16 0,-17 17-2,0-1-1,-1-1 1,0 1 0,-1-1 0,0 0 0,0 0 0,0 0 0,-1 0 0,0-1-1,2-16 1,-1-1 79,-2 0 0,-2-38 0,0 34 127,-1 18 16,0 1-1,-1 0 1,0 0 0,-6-16 0,4 16 110,1 1 0,1-1 0,0 0 1,-1-15-1,-7 4 420,1 1 1153,6 24-1507,2-3-226,1 1 0,-1-1-1,1 1 1,-1-1-1,1 1 1,-1-1-1,1 1 1,-1 0-1,1-1 1,-1 1-1,1 0 1,0-1-1,0 1 1,-1 0-1,1 0 1,0-1 0,0 1-1,0 0 1,-1 0-1,1-1 1,0 1-1,0 0 1,0 0-1,0-1 1,1 1-1,-1 0 1,0 0-1,0 0 1,0-1-1,1 1 1,-1 0-1,0-1 1,1 2 0,2 9 152,0 0 1,-2 0 0,1 1-1,-1-1 1,-1 19 0,-1-17-34,2-1 1,-1 1 0,2 0 0,4 18-1,22 90 383,-15-55-451,-10-49-100,0 0-1,1-1 1,10 27 0,-9-33-883,-1 1 0,-1 0 0,4 19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6.77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0 207 344,'0'0'1689,"17"4"-539,15-20-391,-22 11-694,0 0-1,-1 0 1,1 0-1,-1-1 0,-1-1 1,1 1-1,-1-1 1,0-1-1,12-15 0,-11 11-36,-7 10-25,0-1 0,0 1 0,0 0 0,-1 0 0,1-1 0,-1 1 0,0-1 0,0 1 0,0-1 0,0 0 0,0 0 0,0 1 0,-1-1 0,1 0 0,-1 0-1,0-3 1,3-9-1,-4-1 8,-3 7 4,-6-8 189,8 16-193,1 1 0,0 0 1,0 0-1,-1 0 0,1 0 1,0 0-1,0 0 0,-1 0 1,1 0-1,0 0 0,0 0 0,-1 1 1,1-1-1,0 1 0,0-1 1,0 1-1,0-1 0,0 1 1,0 0-1,-2 0 0,-1 3-10,-1 0 1,1 0-1,0 0 0,1 1 0,-1 0 0,1-1 1,0 1-1,0 0 0,0 0 0,0 1 0,1-1 1,0 0-1,0 1 0,1 0 0,0-1 1,-1 9-1,0-8 7,1 1 0,0-1 0,1 1 0,-1-1 0,1 1 0,1 0-1,-1-1 1,1 1 0,0-1 0,1 1 0,-1-1 0,1 0 0,1 1 0,4 9 0,-4-12-21,0 0 0,1-1 0,-1 1 0,0-1 1,1 0-1,0 0 0,0 0 0,0-1 0,0 1 0,1-1 0,-1 0 0,0 0 0,1 0 0,0-1 0,-1 0 0,1 0 1,0 0-1,0 0 0,-1-1 0,1 1 0,7-2 0,-6 1-276,-1-1-1,1 0 1,0 0-1,0 0 1,-1-1-1,1 0 1,-1 0-1,1-1 1,-1 1 0,9-7-1,5-6-1369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7.42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 80 196,'-1'0'104,"0"-1"1,0 1-1,0 1 0,1-1 1,-1 0-1,0 0 0,0 0 1,0 0-1,0 1 0,1-1 0,-1 0 1,0 1-1,0-1 0,0 0 1,1 1-1,-1-1 0,0 1 1,1-1-1,-1 1 0,0 0 1,1-1-1,-1 1 0,1 0 1,-1-1-1,1 1 0,-1 0 1,1 0-1,0-1 0,-1 3 0,0-1 18,1 2 0,-1-1-1,1 0 1,0 0-1,0 0 1,0 0-1,1 0 1,-1 0 0,1 4-1,5 13 13,1 1 1,9 20-1,-7-19 380,-6-14-444,1 1-1,0-1 1,1 0-1,0 0 0,0 0 1,6 7-1,-10-15-68,-1 0 1,0 0-1,0 0 0,0 1 1,0-1-1,0 0 1,0 0-1,0 0 0,0 0 1,0 0-1,1 1 0,-1-1 1,0 0-1,0 0 1,0 0-1,0 0 0,0 0 1,1 0-1,-1 0 0,0 0 1,0 0-1,0 0 1,0 0-1,1 0 0,-1 1 1,0-1-1,0 0 0,0 0 1,0 0-1,1 0 1,-1 0-1,0-1 0,0 1 1,0 0-1,1 0 0,-1 0 1,0 0-1,0 0 1,0 0-1,0 0 0,0 0 1,1 0-1,-1 0 0,0 0 1,0-1-1,0 1 1,0 0-1,0 0 0,0 0 1,1 0-1,-1 0 0,0-1 1,3-13 7,-2-22-47,-2 33 41,1-196-29,1 196 25,-1 0 0,1 0 0,-1 1-1,1-1 1,0 0 0,0 1 0,0-1 0,0 1-1,0-1 1,1 1 0,1-3 0,-3 4 0,1 0 0,-1 1 1,0-1-1,1 1 0,-1-1 0,0 1 1,1-1-1,-1 1 0,1-1 0,-1 1 1,1-1-1,0 1 0,-1-1 0,1 1 1,-1 0-1,1 0 0,0-1 0,-1 1 1,1 0-1,-1 0 0,1-1 0,0 1 1,-1 0-1,1 0 0,0 0 0,-1 0 1,1 0-1,0 0 0,0 0 0,-1 0 1,1 0-1,0 1 0,-1-1 0,1 0 1,-1 0-1,1 1 0,0-1 1,-1 0-1,1 1 0,-1-1 0,1 0 1,0 1-1,-1-1 0,1 1 0,-1 0 1,18 17 9,19 27-6,-17-17 2,-16-23-6,0 0 1,0 0-1,-1 0 0,1 0 1,-1 1-1,-1-1 1,1 1-1,-1 0 1,1 0-1,-2 0 1,2 7-1,0-8 2,-3-5 0,1 1-1,-1-1 0,1 1 1,-1-1-1,1 1 1,-1-1-1,1 1 0,-1-1 1,0 1-1,1 0 0,-1-1 1,0 1-1,0-1 0,0 1 1,1 0-1,-1-1 0,0 1 1,0 0-1,0-1 0,0 1 1,0 0-1,0-1 1,0 1-1,0 0 0,0-1 1,-1 1-1,1 0 0,0-1 1,0 1-1,0 0 0,-1-1 1,1 1-1,0-1 0,-1 1 1,1 0-1,-1-1 0,1 1 1,-1-1-1,1 0 1,-1 1-1,0 0 0,1-1 1,-1 0-1,1 0 1,0 0 0,0 0-1,-1 0 1,1 0-1,0 1 1,-1-1-1,1 0 1,0-1 0,-1 1-1,1 0 1,0 0-1,-1 0 1,1 0-1,0 0 1,0 0 0,-1 0-1,1 0 1,0 0-1,0-1 1,-1 1-1,1 0 1,0 0 0,0 0-1,-1-1 1,1 1-1,0 0 1,0 0-1,0-1 1,-1 1 0,1 0-1,0 0 1,0-1-1,0 1 1,0 0-1,0 0 1,-1-1 0,-5-20 13,2-20-17,4 32-1,1 0 0,0 0 0,0 0-1,1 0 1,0 0 0,1 0 0,0 0 0,0 1-1,7-14 1,-10 22 3,1-1 0,-1 0 0,0 1 0,1-1 0,-1 1-1,1-1 1,-1 1 0,0-1 0,1 1 0,-1-1 0,1 1 0,-1-1-1,1 1 1,0-1 0,-1 1 0,1 0 0,-1-1 0,1 1 0,0 0 0,-1 0-1,1-1 1,0 1 0,-1 0 0,1 0 0,0 0 0,-1 0 0,1 0-1,0 0 1,-1 0 0,1 0 0,0 0 0,1 1 0,18 17 12,-15-10 12,0 0 1,-1 0-1,0 0 0,0 1 0,3 12 1,3 13 79,-6-22-93,-1 0-1,0 0 1,0 1-1,-2-1 1,2 18-1,1-14-20,1 0-3289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8.1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0 232 800,'6'0'445,"-1"-1"0,1 0 0,0 0 0,-1 0 0,0-1 0,1 1 0,7-5 0,-3 1-339,0-1 1,0 0-1,0 0 1,-1-1-1,0 0 1,0-1-1,0 0 1,-1 0-1,-1 0 1,11-16-1,-16 22-96,-1 0 0,0 0 0,1 0 0,-1 0 0,0 0 0,0 0-1,0 0 1,0 0 0,-1-1 0,1 1 0,0 0 0,-1-1 0,0 1 0,0 0 0,1-1-1,-1 1 1,0 0 0,-1-1 0,1 1 0,0 0 0,-1-1 0,1 1 0,-3-4 0,3 5-4,0 0 1,0-1 0,-1 1 0,1 0 0,0 0 0,-1 0 0,1 0 0,-1 0 0,1 0 0,-1 0 0,0 0 0,0 0 0,1 0 0,-1 0-1,0 1 1,0-1 0,0 0 0,0 0 0,0 1 0,0-1 0,0 1 0,0-1 0,0 1 0,0-1 0,0 1 0,0-1 0,0 1 0,0 0 0,0 0-1,-1 0 1,1-1 0,0 1 0,0 0 0,0 1 0,0-1 0,0 0 0,-1 0 0,1 0 0,0 1 0,0-1 0,0 0 0,-2 2 0,0-1-3,1 0 1,-1 1 0,0 0 0,0 0 0,1-1 0,-1 2 0,1-1 0,0 0 0,-1 0-1,1 1 1,0-1 0,0 1 0,1 0 0,-1-1 0,1 1 0,-1 0 0,1 0 0,0 0-1,0 0 1,0 0 0,0 0 0,0 5 0,-1 1-2,1-1 0,0 1 0,1 0 0,-1 0 0,2 0 0,-1-1 0,3 12 0,1 1-8,-3-15 3,0 1 0,0-1 1,1 0-1,-1 0 0,2 0 0,-1 0 0,0-1 0,8 11 0,-8-13 15,0 1-22,0-1-1,1 1 1,0-1-1,0 0 1,0 1 0,0-1-1,7 4 1,-9-6-20,1 0 0,-1-1 0,1 1 1,-1-1-1,1 0 0,-1 1 1,1-1-1,0 0 0,-1 0 0,1 0 1,-1 0-1,1 0 0,0-1 1,-1 1-1,1 0 0,-1-1 0,1 1 1,-1-1-1,1 1 0,-1-1 1,1 0-1,-1 0 0,0 1 0,1-1 1,-1 0-1,0 0 0,0-1 1,2 0-1,4-6-136,1-1 0,-1 1 0,0-1-1,0-1 1,-1 1 0,-1-1 0,0 0 0,0-1 0,-1 1 0,0-1 0,3-14 0,3-7 224,1-5 448,-11 36-227,10 33 289,8 31-77,-17-61-484,-1-1 1,0 1-1,1 0 0,-1 0 1,1 0-1,0 0 0,-1 0 1,1 0-1,0-1 0,0 1 1,0 0-1,0 0 0,1-1 1,-1 1-1,0-1 0,4 3 1,4-42 29,-1-7-86,-7 39 44,-1-1 1,1 1 0,0 0 0,1 0 0,0-1-1,3-8 1,7-16 2,4-7 0,-15 37 0,0-1-1,0 1 1,0 0 0,0-1-1,0 1 1,0 0 0,0 0-1,0 0 1,0 0 0,0 0-1,1 0 1,-1 0 0,0 0-1,1 0 1,-1 0-1,1 1 1,-1-1 0,1 0-1,-1 1 1,1 0 0,-1-1-1,1 1 1,1 0 0,-1 1 1,-1-1 1,0 1-1,0 0 1,0 0-1,0 0 1,0 1-1,0-1 1,0 0-1,0 0 1,0 0-1,-1 1 1,1-1-1,0 0 1,-1 1-1,1-1 1,-1 1-1,1-1 1,-1 1-1,0-1 1,0 1-1,0-1 1,0 0-1,0 1 1,0-1-1,0 1 1,-1 2-1,20 148 44,-19-95-841,0-56 96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8.5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55 1004,'10'-51'3147,"-10"50"-3125,0 1 0,0 0 1,1 0-1,-1-1 0,0 1 0,0 0 0,1 0 1,-1 0-1,0 0 0,1-1 0,-1 1 0,0 0 0,1 0 1,-1 0-1,0 0 0,1 0 0,-1 0 0,0 0 1,1 0-1,-1 0 0,0 0 0,1 0 0,-1 0 0,0 0 1,1 0-1,-1 0 0,0 0 0,1 0 0,-1 1 1,0-1-1,1 0 0,-1 0 0,0 0 0,0 0 0,1 1 1,-1-1-1,0 0 0,0 0 0,1 1 0,-1-1 1,0 0-1,0 0 0,0 1 0,1-1 0,-1 0 0,0 1 1,15 12 195,-7 1-32,-1 2-1,0-1 1,-1 1-1,-1 0 1,-1 0-1,4 22 1,11 125 640,-17-144-800,-1 0 1,0-1 0,-3 25-1,1-28-21,0 0 0,1 0 0,1 0 0,0 0 0,6 27 0,-3 0-14,-5-37 9,1 0 1,0 0 0,0-1 0,1 1 0,0 0 0,-1-1 0,2 1 0,1 5-1,8 31 38,-11-40-49,0 1-1,0-1 0,0 0 0,0 0 1,0 0-1,1 0 0,-1 0 0,0 0 1,1 1-1,-1-1 0,1 0 0,-1 0 1,1 0-1,0 0 0,-1-1 0,1 1 1,0 0-1,0 0 0,0 0 0,0 0 1,0-1-1,0 1 0,-1 0 1,2-1-1,-1 1 0,0-1 0,0 1 1,0-1-1,0 0 0,0 1 0,0-1 1,0 0-1,0 0 0,1 0 0,-1 0 1,0 0-1,0 0 0,0 0 0,0 0 1,1 0-1,-1 0 0,2-1 0,-2 0-113,0 1-1,0 0 0,0 0 0,0 0 0,0-1 1,0 1-1,-1 0 0,1-1 0,0 1 1,0-1-1,0 1 0,0-1 0,-1 0 0,1 1 1,0-1-1,-1 0 0,1 1 0,0-1 0,-1 0 1,1 0-1,-1 0 0,1 0 0,-1 1 0,1-1 1,-1 0-1,0 0 0,1-2 0,-1-3-1824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38.76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42 64 220,'-17'-4'1838,"-7"0"708,24 2-1531,15 1-445,206-11 494,-189 7-2204,0-1-1,45-14 1,-56 10-704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5.32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165 55 340,'0'0'58,"1"-1"0,-1 1 0,1 0 0,-1 0 0,1 0 0,-1 0 0,1 0 0,-1 0 0,0 0 0,1-1 0,-1 1 0,1 0 0,-1 0 0,1-1 1,-1 1-1,0 0 0,1-1 0,-1 1 0,0 0 0,1-1 0,-1 1 0,0-1 0,1 1 0,-1-1 0,0 1 0,0 0 0,1-1 0,-1 1 0,0-2 0,0 2 21,0-1 0,1 0-1,-1 1 1,0-1 0,1 0 0,-1 1 0,1-1-1,-1 1 1,1-1 0,-1 0 0,1 1 0,-1-1-1,1 1 1,-1 0 0,1-1 0,-1 1 0,1-1-1,0 1 1,-1 0 0,1-1 0,0 1 0,-1 0-1,1 0 1,0 0 0,0-1 0,-1 1 0,1 0-1,0 0 1,0 0 0,0 0 0,0 1-55,-1-1 0,1 0 0,-1 0 0,1 0 1,-1 1-1,1-1 0,-1 0 0,1 0 0,-1 0 1,1 0-1,0 0 0,-1 0 0,1 0 0,-1 0 0,1 0 1,-1 0-1,1-1 0,-1 1 0,1 0 0,-1 0 1,1 0-1,-1-1 0,1 1 0,-1 0 0,1-1 0,-1 1 1,1 0-1,-1-1 0,0 1 0,1 0 0,-1-1 1,0 1-1,1-1 0,-1 1 0,0-1 0,0 1 0,1-1 1,-1 1-1,0-1 0,0 1 0,0-1 0,1 1 1,-1-1-1,0 1 0,0-1 0,0 1 0,0-1 0,0 1 1,0-1-1,0 0 0,0 1 0,-1-1 0,1 1 1,0-1-1,0 0 0,-1-5 85,1 6-108,0-1 0,0 1 0,0 0 0,0-1 0,0 1 0,0-1 0,0 1 0,-1-1 0,1 1-1,0-1 1,0 1 0,0-1 0,-1 1 0,1 0 0,0-1 0,-1 1 0,1 0 0,0-1 0,-1 1 0,1 0 0,-1-1 0,1 1 0,0 0-1,-1 0 1,1-1 0,-1 1 0,1 0 0,-1 0 0,1 0 0,-1 0 0,1 0 0,-1 0 0,0 0 0,-24 1 5,-23 15-14,37-10 0,0 0 0,0 1 0,0 0 1,1 1-1,0 0 0,1 1 1,0 0-1,-12 15 0,18-20 7,1 0 0,-1 1-1,1-1 1,0 0 0,1 1-1,-1 0 1,1-1 0,0 1-1,0 0 1,0 0 0,1 0 0,-1-1-1,1 1 1,0 0 0,1 0-1,-1 0 1,1 0 0,0 0-1,0-1 1,3 7 0,0-3 0,0-1 0,1 1 1,0-1-1,0 0 1,1 0-1,0 0 0,0-1 1,0 0-1,1 0 0,9 6 1,85 71-12,-99-82 13,-1 0 1,1 0-1,-1 1 0,0-1 1,1 0-1,-1 1 0,0-1 0,0 1 1,0-1-1,0 1 0,0 0 0,0-1 1,-1 1-1,2 3 0,-2-4 0,0 0 1,0 0-1,-1 0 0,1 0 0,0 1 0,-1-1 0,1 0 0,0 0 0,-1 0 0,1 0 1,-1 0-1,0 0 0,1 0 0,-1-1 0,0 1 0,0 0 0,1 0 0,-1 0 0,0-1 1,0 1-1,0 0 0,0-1 0,0 1 0,0-1 0,-2 1 0,-30 16-12,-1-3 1,0-1-1,-43 11 0,72-25-937,14-5-231,14-8-831,-12 4 413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5.68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6 384,'-2'-5'1637,"-1"11"113,-2 15-900,8 21-459,3 1-1,0-2 1,18 57-1,-24-97-387,5 15 32,1 0 1,0-1-1,13 23 0,39 35-310,-57-72 197,-1-1 0,1 1 0,-1-1 0,1 1 0,0-1 0,0 1 0,-1-1 0,1 1 1,0-1-1,0 0 0,-1 0 0,1 1 0,0-1 0,0 0 0,0 0 0,-1 0 0,1 0 0,0 0 0,0 0 0,0 0 0,0 0 0,-1 0 1,1 0-1,0-1 0,0 1 0,0 0 0,-1 0 0,1-1 0,0 1 0,0 0 0,-1-1 0,1 1 0,0-1 0,-1 1 0,1-1 0,-1 0 0,1 1 1,0-1-1,-1 1 0,1-1 0,-1 0 0,0 1 0,1-1 0,0-1 0,3-2-633,5-6-531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5.89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0 556,'0'0'869,"17"12"-96,21 44-463,-32-39-383,-6-16 59,0 0-1,1 1 1,-1-1 0,0 0 0,1 0 0,-1 0-1,1 0 1,0 0 0,-1 1 0,1-1-1,0 0 1,-1 0 0,1-1 0,0 1 0,0 0-1,0 0 1,1 1 0,0 3-750,-2-4 57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6.05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10 101 408,'-10'-21'652,"10"5"-184,0 5-108,0-4-80,0 4-72,10 1-52,-1 4-44,-9 1-40,9 0-44,1 5-28,-1 0-32,1 5-48,-1-5-72,0 11-96,1-6-128,-1 5-228,0 1-392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6.6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109 391 28,'10'-5'885,"-6"3"-675,0 0 0,0 0 0,0-1 0,0 1 0,0-1-1,5-6 1,-8 9-199,-1 0 0,0-1 0,0 1 0,1 0 0,-1-1 0,0 1 0,0 0 0,0-1 0,0 1 0,0 0 0,1-1 0,-1 1 0,0-1 0,0 1 0,0 0 0,0-1-1,0 1 1,0-1 0,0 1 0,0 0 0,0-1 0,-1 1 0,1-1 0,0 1 0,0 0 0,0-1 0,0 1 0,0 0 0,-1-1 0,1 1 0,-1-1 0,-23-11 322,20 11-300,0 0 1,0 1-1,0-1 1,-1 1-1,1 0 1,0 0-1,0 1 1,0-1-1,0 1 1,0 0-1,0 0 1,0 0-1,0 1 1,0-1-1,0 1 1,0 0-1,1 0 1,-1 0-1,1 1 1,0-1-1,-1 1 1,1 0-1,0 0 1,1 0-1,-1 0 1,-3 5-1,3-4-24,0 0 1,1 0-1,-1 1 0,1-1 0,0 1 0,0-1 0,0 1 0,1 0 0,0 0 0,-1 0 0,2-1 0,-1 1 1,1 0-1,-1 0 0,2 0 0,-1 0 0,0 0 0,1 0 0,0 0 0,0 0 0,3 7 0,-3-9-10,0-1 0,0 0 1,1 1-1,-1-1 0,1 0 0,-1 0 0,1 0 0,0 0 0,0 0 0,0 0 0,0-1 0,0 1 0,0-1 0,1 1 0,-1-1 0,1 0 0,-1 0 0,0 0 0,1 0 0,0 0 0,-1-1 1,1 1-1,5 0 0,-4-1-6,1 0 0,-1-1 1,1 1-1,-1-1 0,1 0 1,-1 0-1,1 0 0,-1-1 1,0 1-1,0-1 0,0 0 1,0 0-1,0-1 0,4-2 1,6-5-25,-11 9 21,0-1 0,0 0-1,0 0 1,0 0 0,-1 0 0,1-1 0,-1 1 0,1-1 0,-1 1 0,2-4 0,15-24-119,-13 23 79,-1-2 0,0 1 0,0 0-1,-1-1 1,0 0 0,-1 0 0,4-13 0,-3 6 40,0 0-1,-1 0 0,-1 0 1,-1-1-1,0 1 1,-1-1-1,0 1 0,-2-1 1,0 1-1,0 0 1,-9-25-1,-1-1 23,10 35-8,1 0 0,-1-1 0,-1 1 0,0 0 0,0 0 0,0 0 0,-5-7 1,1 4 8,6 8 0,0 0 0,-1 0 0,1 0 0,0 0 1,-1 0-1,0 1 0,1-1 0,-1 0 0,0 1 0,-3-3 0,-5 8 74,1 18-22,6-6 32,0-1 1,0 1-1,2 0 1,0 0-1,0 0 1,3 22-1,19 99 594,-13-96-534,-5-26-159,1 0-1,1 0 1,0 0-1,1-1 1,1 1-1,0-2 1,1 1 0,0-1-1,1 0 1,0-1-1,12 13 1,-20-24-135,1 0 1,-1 0 0,0 0-1,0 0 1,1 0-1,-1 0 1,1-1 0,-1 1-1,1 0 1,-1-1 0,1 1-1,-1-1 1,1 0-1,-1 1 1,1-1 0,0 0-1,-1 0 1,1 0-1,-1 0 1,1 0 0,0 0-1,1-1 1,-1-3-1195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7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0 175 308,'0'0'1566,"30"-22"-956,-8 0-456,-17 17-128,1 0-1,-1-1 1,0 0 0,0 0-1,0-1 1,-1 1 0,5-10 0,4-25 23,-13 39-48,0 1 1,0 0-1,0 0 0,0-1 1,-1 1-1,1 0 1,0 0-1,0 0 1,-1-1-1,1 1 0,-1 0 1,1 0-1,-1 0 1,1 0-1,-1 0 0,0 0 1,1 0-1,-1 0 1,0 0-1,0 0 1,0 0-1,0 0 0,0 1 1,0-1-1,0 0 1,0 1-1,0-1 1,0 0-1,0 1 0,-1 0 1,1-1-1,-2 0 1,1 1 3,0 0-1,0 0 1,0 0 0,0 0 0,0 0 0,0 0 0,1 0 0,-1 1 0,0-1 0,0 1 0,0-1 0,1 1 0,-1 0-1,0-1 1,0 1 0,1 0 0,-1 0 0,1 1 0,-1-1 0,1 0 0,-1 0 0,1 1 0,-2 2 0,-18 30 225,17-21-133,1 0 1,0 0-1,1 0 0,1 0 0,0 0 0,1 1 0,0-1 0,4 20 0,-3-26-58,0-1 0,1 1 0,0-1 0,0 0 0,1 0 0,-1 0 0,1 0 0,1 0 0,-1 0 0,1-1 0,0 1 0,0-1 0,0 0 0,1-1 0,0 1 0,0-1 0,0 0-1,10 6 1,-12-9-43,1 0 0,0 0 0,0-1-1,0 1 1,-1-1 0,1 0-1,0 0 1,0 0 0,0 0-1,0-1 1,-1 0 0,1 0 0,0 0-1,-1 0 1,1 0 0,0-1-1,-1 0 1,0 1 0,1-1 0,-1-1-1,0 1 1,0 0 0,0-1-1,0 1 1,-1-1 0,1 0-1,-1 0 1,1 0 0,-1 0 0,0-1-1,0 1 1,-1-1 0,1 1-1,-1-1 1,2-5 0,16-49-3450,-19 53 2436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7.83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160 0 788,'-11'24'3857,"-26"49"-2891,10-21-542,7 2-354,19-47-289,0 0-1,-1 0 1,0-1-1,0 1 1,-1 0-1,0-1 1,0 1-1,-1-1 0,0 0 1,0 0-1,0-1 1,0 1-1,-1-1 1,-10 9-1,9-13-719,4-1-130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8.08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26 260,'0'-1'181,"-1"-1"1,1 1-1,0-1 0,0 1 0,0-1 1,0 1-1,0 0 0,0-1 1,1 1-1,-1-1 0,0 1 0,1 0 1,-1-1-1,1 1 0,-1 0 1,2-2-1,12 13 1005,7 10-934,-7-7-12,0 1 0,-1 0-1,0 0 1,17 27-1,14 16 123,44 22-755,-88-78 303,0-1 1,1 0 0,-1 0 0,0 0 0,1 1 0,-1-1 0,0 0 0,1 0 0,-1 0 0,1 0 0,-1 0 0,0 0 0,1 0 0,-1 0 0,1 0 0,-1 0 0,1 0 0,-1 0 0,0 0 0,1 0-1,-1 0 1,1 0 0,-1 0 0,0 0 0,1-1 0,-1 1 0,0 0 0,1 0 0,-1 0 0,1-1 0,-1 1 0,0 0 0,0-1 0,1 1 0,-1 0 0,0 0 0,1-1 0,-1 1 0,0-1 0,0 1-1,0 0 1,0-1 0,1 0 0,-1 1 7,2-5-1812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9.0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19 224,'-1'0'71,"0"-1"0,1 1 0,-1 0 0,1 0 0,-1-1-1,1 1 1,-1 0 0,1-1 0,-1 1 0,1 0 0,-1-1 0,1 1 0,-1-1 0,1 1 0,0-1-1,-1 1 1,1-1 0,0 1 0,-1-1 0,1 1 0,0-1 0,0 0 0,-1 1 0,1-1 0,0 1 0,0-1-1,0 0 1,0 1 0,0-1 0,0 1 0,0-1 0,0 0 0,0 1 0,0-1 0,0 0 0,1 0-1,6 3 569,3 16-534,2 24 294,-3 0-1,8 74 1,22 107 140,0 0-378,-11-79-141,-11-79-8,-13-51-9,1 0-1,-2 0 1,0 1 0,1 21 0,1-9-6,-2-17-90,-2-15-320,-12-32-3012,4 26 1830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49.8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66 38 356,'3'-4'461,"0"0"1,1 0-1,-1 0 1,1 0-1,0 0 0,0 1 1,7-6-1,-9 8-283,-29 0 772,23 3-950,0 0 0,0 0-1,1 0 1,-1 0 0,0 0 0,1 1 0,-1 0-1,1 0 1,0 0 0,0 0 0,0 0-1,0 0 1,1 1 0,-1 0 0,1-1 0,0 1-1,-3 6 1,-2 8-9,6-16 8,-1 1 0,1-1-1,0 1 1,0-1 0,0 1 0,0 0-1,0 0 1,1-1 0,-1 1-1,1 0 1,0 0 0,0-1-1,0 1 1,0 0 0,0 0 0,1 0-1,-1-1 1,1 1 0,0 0-1,0-1 1,0 1 0,0 0-1,2 3 1,2 2-1,0 1 0,1-1 0,-1 0 0,2 0 0,-1 0 0,1-1 0,0 0 1,1-1-1,0 0 0,0 0 0,0 0 0,0-1 0,17 7 0,68 42-24,-92-54 27,0 0 1,0 1 0,-1-1-1,1 0 1,0 1 0,0-1-1,-1 0 1,1 1 0,0-1-1,-1 1 1,1-1 0,-1 1-1,1 0 1,-1-1 0,1 1-1,-1 0 1,1-1 0,-1 1-1,0 0 1,1-1 0,-1 1-1,0 0 1,1 0 0,-1-1-1,0 1 1,0 0 0,0 0-1,0 0 1,0-1 0,0 1-1,0 0 1,0 0 0,0-1-1,0 2 1,-1 0 5,-1 0 0,1 0 0,-1 0 0,1-1 0,-1 1 0,1-1 0,-1 1 1,0-1-1,0 1 0,0-1 0,0 0 0,-2 1 0,-8 4 83,0-1 0,-1 0 0,1-1 0,-15 2 0,16-2-14,-1 0 0,1 0 0,-17 9 1,18-8-440,14-8-1204,8-9-566,-10 2 521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0.1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9 1 1056,'0'0'859,"-1"0"-752,0 1 0,1-1 0,-1 1 0,1-1 0,-1 1 0,1 0-1,-1-1 1,1 1 0,-1 0 0,1-1 0,0 1 0,-1 0 0,1-1 0,0 1 0,0 0 0,-1 0 0,1-1 0,0 1 0,0 0 0,0 0 0,0 1 0,3 7 156,0 0 0,-1 0-1,0 0 1,1 14 0,3 13 271,40 111 959,-40-130-1587,0 0 0,0-1 0,1 0 0,15 23 0,-19-36-381,0 0 1,0 0 0,1 0-1,-1 0 1,0-1 0,1 1-1,7 3 1,-10-6 246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0.35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1 896,'0'10'548,"9"-4"-200,-9 4-116,0 1-64,10-1-56,-1 1-48,-9-1 4,9 1-28,1-1-16,-1 1-24,-9 0-8,10-6-32,-10 5-52,9-4-72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0.53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19 174 532,'-9'-26'756,"9"5"-200,0-6-100,-9 6-44,9 5-36,0 1-20,0-1-36,0 5-72,0 6-68,9-6-4,-9 6-176,9 5-84,1 0-108,-1 0-148,1 5-232,-1 1-372,0-1-496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1.45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188 308 56,'9'-16'2167,"-9"16"-2131,1-1 0,0 1 1,-1-1-1,1 1 0,0-1 1,-1 0-1,1 1 0,-1-1 0,1 1 1,-1-1-1,1 0 0,-1 1 1,0-1-1,1 0 0,-1 0 0,0 1 1,0-1-1,1 0 0,-1 0 1,0 0-1,0 1 0,0-1 1,0 0-1,0 0 0,0 0 0,0 1 1,0-1-1,0 0 0,0 0 1,-1 1-1,1-1 0,0 0 1,-1 0-1,1 1 0,0-1 0,-1 0 1,1 0-1,-1 1 0,1-1 1,-1 1-1,1-1 0,-1 0 1,1 1-1,-1-1 0,0 1 0,1-1 1,-2 1-1,-3-3 27,0 2 0,-1-1 0,1 0-1,-1 1 1,1 0 0,-1 0 0,1 1 0,-1 0 0,1 0 0,-1 0 0,0 0-1,1 1 1,-1 0 0,1 0 0,-1 1 0,1 0 0,0-1 0,-1 2-1,1-1 1,0 1 0,-4 2 0,3-2-55,2 0 0,-1 1 0,0-1 0,0 1 0,1 0 0,0 0 0,0 0 0,0 0 0,0 1 0,1-1 0,0 1 0,0 0 0,0 0-1,0 1 1,1-1 0,0 0 0,0 1 0,0 0 0,1-1 0,0 1 0,-1 10 0,2-10-8,0 0 1,0 0-1,1 0 0,0 0 1,0 0-1,1 0 0,-1 0 0,1 0 1,0 0-1,1-1 0,3 7 1,-5-11-2,0 1 0,1-1 1,-1 1-1,0-1 1,1 0-1,-1 1 1,1-1-1,0 0 0,-1 0 1,1 0-1,0 0 1,0 0-1,0-1 0,0 1 1,-1-1-1,1 1 1,0-1-1,0 1 1,0-1-1,0 0 0,0 0 1,0 0-1,0 0 1,0 0-1,0-1 1,0 1-1,0-1 0,0 1 1,0-1-1,0 0 1,0 1-1,-1-1 0,1 0 1,0 0-1,-1 0 1,3-2-1,3-2-24,-1 0 0,1 0-1,-1 0 1,0-1 0,0 0-1,-1-1 1,0 1 0,0-1-1,0 0 1,-1 0 0,0-1-1,-1 1 1,1-1 0,2-9-1,-1-1-7,0 0 0,-1 0 1,-1 0-1,0 0 0,-1-29 0,-3 19 43,-2 0 0,-1 1 1,-2 0-1,0 0 0,-13-31 1,19 56-3,-1 0 0,1 0 1,-1 0-1,0 0 0,1 0 0,-1 0 1,0 0-1,0 0 0,-1 1 0,1-1 1,0 0-1,-1 1 0,-1-3 0,2 4 1,0 0 1,1 1-1,-1-1 0,1 1 0,-1-1 0,1 0 0,0 1 0,-1-1 0,1 1 0,-1-1 0,1 1 0,0-1 0,-1 1 0,1-1 0,0 1 0,-1-1 0,1 1 0,0 0 0,0-1 0,0 1 0,0-1 0,0 1 0,-1 0 0,1-1 0,0 1 0,0-1 0,0 1 0,1 0 0,-4 73 668,3-66-580,-1 16 9,1 0 0,2 0 0,0 0 0,2-1 0,0 1 0,2-1 0,1 0 0,0 0 0,2-1 0,16 33 0,2-3-112,-24-41-2,-3-10 7,0-1 0,0 1 0,0-1 0,0 1 0,1-1 0,-1 1 0,0-1 0,0 1 0,0-1 0,0 1 0,1-1 0,-1 1 0,0-1 0,1 0 0,-1 1 0,0-1 0,1 1 0,-1-1 0,0 0 0,1 1 0,-1-1 0,1 0 0,-1 0 0,0 1 0,1-1 0,-1 0 0,1 0 0,-1 0 0,1 1 0,2 0-1,-1 0 0,0 0 1,0 0-1,0 0 0,1-1 1,-1 1-1,0-1 0,1 1 1,-1-1-1,0 0 0,1 0 1,-1 0-1,1 0 0,-1 0 0,0 0 1,1-1-1,-1 1 0,0-1 1,0 0-1,1 0 0,-1 0 1,0 0-1,0 0 0,0 0 1,0 0-1,4-3 0,4-2-1,1 1-1,-1-2 1,0 1-1,0-1 1,-1-1-1,0 0 1,0 0-1,-1-1 0,0 0 1,0 0-1,-1-1 1,0 0-1,-1 0 1,0-1-1,8-20 1,-13 26 3,1 0 0,-1 0-1,0-1 1,0 1 0,-1 0 0,0-1 0,0 1 0,0 0 0,0 0 0,-1-1 0,-2-8 0,3 13 1,-1-1 0,1 1 0,-1 0 1,1 0-1,-1-1 0,1 1 0,-1 0 0,0 0 0,1 0 0,-1 0 1,0 0-1,0 0 0,0 0 0,0 0 0,0 0 0,0 0 0,0 0 1,0 1-1,0-1 0,-1 0 0,1 1 0,0-1 0,0 1 1,0-1-1,-1 1 0,1 0 0,0 0 0,-1-1 0,1 1 0,0 0 1,-1 0-1,1 0 0,0 0 0,-1 1 0,1-1 0,0 0 1,-1 0-1,1 1 0,0-1 0,0 1 0,-1-1 0,1 1 0,0 0 1,0-1-1,0 1 0,-2 1 0,-2 4 1,-1 1 0,2-1-1,-1 1 1,0 0 0,1 0 0,1 1 0,-1-1 0,1 1-1,0 0 1,1 0 0,-2 9 0,2-12 1,0 0 0,1 1 0,0-1 0,0 1 0,0-1 0,1 0 1,0 1-1,0 0 0,0-1 0,0 1 0,1-1 0,0 0 0,0 1 0,1-1 0,2 8 0,-2-10-2,-1 0-1,0 0 0,1-1 0,-1 1 0,1 0 1,0-1-1,0 1 0,0-1 0,0 1 1,0-1-1,1 0 0,-1 0 0,1 0 1,-1 0-1,1-1 0,0 1 0,0-1 0,0 1 1,0-1-1,0 0 0,0 0 0,0-1 1,0 1-1,0 0 0,0-1 0,0 0 1,0 0-1,1 0 0,-1 0 0,0 0 0,4-2 1,-1 1-50,0 0 0,1-1 1,-1 0-1,0 0 1,0-1-1,-1 1 0,1-1 1,0-1-1,-1 1 1,0-1-1,0 0 1,0 0-1,0 0 0,-1-1 1,1 0-1,3-5 1,-3 3-440,0 0 1,0-1-1,-1 0 1,0 0-1,0-1 1,2-10-1,-4 3-898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2.03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0 156,'-4'14'4975,"-7"9"-3737,-13 34-1205,20-43 19,-1-1 0,-1 0 0,-7 14 0,6-15-53,1 0 0,1 1 1,-5 15-1,8-23-21,0-1 0,0 0 0,-1 1 0,1-1 0,-1 0 1,0 0-1,-5 4 0,6-6-149,0 1 0,0-1-1,0 1 1,0-1 0,0 1 0,1-1 0,-1 1-1,1 0 1,0 0 0,0 0 0,-1 4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2.30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6 7 1036,'-6'-6'2041,"10"6"-1377,-2 0-394,26 6 923,-26-6-1099,0 1 1,1-1 0,-1 1-1,0 0 1,0 0-1,1 0 1,-1 0 0,0 1-1,0-1 1,0 0 0,0 1-1,-1 0 1,1-1-1,0 1 1,2 4 0,27 36 1015,-22-29-775,94 114 370,-100-123-821,22 20-555,-24-23 449,0 0 0,0-1 1,0 1-1,0-1 0,-1 1 1,1-1-1,1 1 0,-1-1 1,0 1-1,0-1 0,0 0 1,0 0-1,0 0 0,0 1 1,0-1-1,0 0 0,0 0 1,0 0-1,1-1 1,-1 1-1,0 0 0,0 0 1,0-1-1,0 1 0,1-1 1,8-4-1809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2.59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11 1484,'0'-1'146,"0"1"0,0-1 0,0 0 0,1 1-1,-1-1 1,0 1 0,1-1 0,-1 1 0,0-1 0,1 1 0,-1-1-1,1 1 1,-1-1 0,0 1 0,1-1 0,-1 1 0,1 0 0,0-1 0,-1 1-1,1 0 1,0-1 0,2 2-33,-1-1 0,1 1-1,-1-1 1,1 1 0,-1 0-1,1 0 1,-1 0 0,0 1 0,1-1-1,-1 0 1,0 1 0,0 0-1,0-1 1,0 1 0,0 0 0,-1 0-1,1 0 1,0 0 0,-1 0-1,2 4 1,24 52 1473,-17-11-1052,-10-38-519,2-1 0,-1 1 0,1-1 0,5 15 0,7 19-569,-10-16-2929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2.76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12 101 496,'0'0'80,"-1"0"-1,1 0 1,-1 0-1,0 0 1,1-1 0,-1 1-1,1 0 1,-1 0-1,1-1 1,-1 1 0,1 0-1,-1-1 1,1 1-1,-1-1 1,1 1 0,-1 0-1,1-1 1,0 1-1,-1-1 1,1 1 0,0-1-1,-1 1 1,1-1-1,0 0 1,0 1 0,0-1-1,-1 1 1,1-1-1,0 0 1,20-9 564,-7 6-554,36-12-15,-35 13-354,-1-1 0,1-1 0,-1 0 0,0-1 1,-1 0-1,19-12 0,-14 7-730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2.99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 17 1152,'0'0'75,"-1"-1"-1,1 1 0,0-1 1,0 0-1,0 1 1,0-1-1,0 1 0,-1-1 1,1 1-1,0-1 1,0 1-1,1-1 1,-1 0-1,0 1 0,0-1 1,0 1-1,0-1 1,0 1-1,1-1 0,-1 1 1,0-1-1,0 1 1,1-1-1,-1 1 1,0-1-1,1 1 0,-1-1 1,0 1-1,1 0 1,-1-1-1,1 1 1,0-1-1,10 16 1205,9 35-253,17 192 645,-27-168-2906,-9-49-1619,-1-18 767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4.38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92 300,'0'-85'2902,"0"86"-2885,1-1-1,-1 0 0,0 1 1,0-1-1,1 0 0,-1 0 1,0 1-1,0-1 0,1 0 1,-1 0-1,0 1 0,1-1 1,-1 0-1,0 0 1,1 0-1,-1 1 0,0-1 1,1 0-1,-1 0 0,1 0 1,-1 0-1,0 0 0,1 0 1,-1 0-1,1 0 0,-1 0 1,0 0-1,1 0 0,-1 0 1,1 0-1,-1 0 0,0 0 1,1-1-1,-1 1 0,0 0 1,1 0-1,-1 0 1,0 0-1,1-1 0,-1 1 1,0 0-1,1 0 0,-1-1 1,0 1-1,0 0 0,1-1 1,-1 1-1,0 0 0,0-1 1,0 1-1,1 0 0,-1-1 1,0 1-1,0 0 0,0-1 1,0 1-1,0-1 0,0 1 1,0 0-1,0-1 1,0 1-1,0-1 0,0 1 1,0 0-1,0-1 0,0 1 1,0-1-1,2 3 26,0 1 1,1-1-1,-1 1 0,0-1 0,-1 1 1,1 0-1,0 0 0,1 5 0,29 115 660,71 296 61,-26-132-670,-6-31-147,-41-161 45,-10-35-410,-9-37 71,-8-18 192,-1-7 30,-4-47-2939,-6 34 1594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5.27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192 28 752,'4'-7'1159,"0"-6"-89,-4 13-1067,0-1 0,-1 1 0,1-1 0,0 1 0,-1-1 0,1 1 0,-1-1 0,1 1 0,-1-1 1,1 1-1,-1 0 0,0-1 0,1 1 0,-1 0 0,1 0 0,-1 0 0,0-1 0,1 1 0,-1 0 0,1 0 0,-1 0 0,0 0 0,1 0 0,-1 0 0,0 0 0,1 0 0,-1 0 0,0 0 0,0 1 0,-7-1 4,1 1 1,-1 1-1,1 0 0,0 0 0,-1 0 0,1 1 1,0 0-1,1 0 0,-1 1 0,0 0 0,1 0 0,0 0 1,-10 10-1,8-7-10,0 0 0,1 1 0,0 0 0,0 0 1,1 1-1,0 0 0,0 0 0,1 1 0,-5 10 0,9-17 4,0-1-1,0 1 1,1 0-1,-1 0 1,0 0-1,1-1 1,0 1-1,-1 0 1,1 0-1,0 0 1,1 0-1,-1 0 1,0 0-1,1 0 0,0 0 1,0-1-1,-1 1 1,2 0-1,-1 0 1,0-1-1,0 1 1,1-1-1,0 1 1,-1-1-1,1 0 1,0 0-1,0 1 1,0-1-1,1-1 1,-1 1-1,5 3 1,5 1-8,0 0 1,0 0 0,1-1 0,0-1-1,19 5 1,-14-5 8,-16-3-4,0-1 0,1 1 0,-1 0 0,0 0 0,0 0 0,0 0 0,1 0 0,-1 0 0,0 1 0,-1-1 0,1 1 0,0-1-1,0 1 1,1 2 0,-2-3 16,0 0-1,-1 0 1,0 0-1,1 0 1,-1 0-1,0 0 1,1 0-1,-1 0 0,0 0 1,0 0-1,0 0 1,0 0-1,0 0 1,0 0-1,0 0 1,0 0-1,-1 0 0,1 0 1,0 0-1,0 0 1,-1 0-1,0 2 1,-1 0 43,0 0 0,-1 0 1,1 0-1,-1 0 1,1-1-1,-1 1 0,0-1 1,0 0-1,0 1 1,-1-1-1,1-1 0,0 1 1,-1 0-1,1-1 1,-6 2-1,-29 8 98,38-11-166,-1 0-1,1 0 1,0 0-1,-1 0 0,1 0 1,-1 0-1,1 0 1,-1 0-1,1 0 1,0 0-1,-1 0 0,1 0 1,-1 0-1,1 0 1,-1 0-1,1 0 0,0-1 1,-1 1-1,1 0 1,-1 0-1,1 0 1,0-1-1,-1 1 0,1 0 1,0-1-1,-1 1 1,1 0-1,0 0 0,-1-1 1,1 1-1,0-1 1,0 1-1,0 0 1,-1-1-1,1 1 0,0-1 1,0 1-1,0 0 1,0-1-1,0 1 0,0-1 1,0 1-1,-1-1 1,1 1-1,1-1 1,1-19-1651,0 9 352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5.61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1020,'0'0'1468,"20"32"776,-5 29-877,-12-46-1088,0 0-1,2 0 1,5 16 0,-5-18-120,-1 0 1,-1 0-1,4 25 1,1 5-35,1 33-89,-2-46-73,-6-21-166,1 0-1,0-1 1,1 1-1,-1-1 0,2 1 1,3 7-1,-1-7-882,-1-1-2756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5.78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40,'0'5'656,"0"0"-236,9 1-144,-9 4-84,9-4-44,1 4-44,-10 1-36,9-6-20,1 5-28,-1 1-48,-9 0-100,9-1-172,1-5-340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5.96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6 492,'0'-5'636,"9"10"-1756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6.91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200 236 784,'-1'-1'150,"0"-1"0,-1 1 0,1 0 0,0 0 1,-1 0-1,1-1 0,0 1 0,0-1 0,0 1 0,1-1 0,-1 1 0,0-1 0,0-1 0,1 2-125,-1 0-1,1 0 0,0 0 1,-1 0-1,1 0 0,0 0 0,-1 0 1,1 1-1,-1-1 0,1 0 0,-1 0 1,0 0-1,1 1 0,-1-1 1,0 0-1,1 1 0,-1-1 0,0 1 1,0-1-1,0 1 0,0-1 0,1 1 1,-1-1-1,0 1 0,0 0 1,0-1-1,0 1 0,0 0 0,0 0 1,0 0-1,0 0 0,0 0 0,0 0 1,0 0-1,0 0 0,0 0 1,0 0-1,0 1 0,-2 0 0,-5 2 14,-1 0 0,0 0 0,1 1 0,0 0 0,0 1 0,0 0 0,0 0 0,1 1 0,0 0 0,0 0 0,0 1 0,1 0 0,0 0 0,0 0 0,1 1 0,0 0 0,0 0 0,1 0 0,0 0 0,0 1 0,1 0 0,-3 13 0,5-15-40,-1 0 0,1 0 0,1 0 0,0 0 0,0 0 0,0 1 0,1-1 0,0 0 0,2 8 0,-3-14 0,0 1 1,1-1 0,-1 1-1,0-1 1,1 0 0,-1 1 0,1-1-1,0 0 1,-1 1 0,1-1-1,0 0 1,0 0 0,0 0 0,0 0-1,0 0 1,0 0 0,0 0-1,0 0 1,0 0 0,0 0 0,1-1-1,-1 1 1,0 0 0,1-1-1,-1 1 1,0-1 0,1 1 0,-1-1-1,0 0 1,1 0 0,-1 1-1,1-1 1,-1 0 0,1 0 0,-1-1-1,0 1 1,1 0 0,-1 0-1,1-1 1,-1 1 0,0-1 0,1 1-1,-1-1 1,0 1 0,1-1-1,-1 0 1,2-1 0,5-2-17,0-1 0,0 0 0,0-1 0,-1 0 0,1 0 0,-1 0 0,-1-1 0,1 0 0,-1 0 0,-1-1 0,1 0 0,-1 0 0,0 0 0,4-12 0,-4 7 6,1-1 1,-2-1 0,0 1-1,-1 0 1,-1-1-1,0 0 1,0 1-1,-2-20 1,2 0 17,-1 25-1,0 0 0,-1 0-1,0 0 1,-2-14-1,0 12 7,-1 0 0,1 0-1,-2 0 1,1 1-1,-1-1 1,-1 1-1,-10-17 1,15 27-6,0 0 1,0 0-1,-1 0 0,1-1 1,0 1-1,0 0 0,0 0 1,-1 0-1,1 0 0,0-1 1,0 1-1,-1 0 0,1 0 1,0 0-1,0 0 0,-1 0 1,1 0-1,0 0 0,0 0 0,-1 0 1,1 0-1,0 0 0,0 0 1,-1 0-1,1 0 0,0 0 1,0 0-1,-1 0 0,1 0 1,0 0-1,0 0 0,-1 0 1,1 0-1,0 0 0,0 1 1,-1-1-1,1 0 0,0 0 1,0 0-1,0 0 0,-1 1 1,1-1-1,0 0 0,0 0 1,0 0-1,0 1 0,-1-1 0,1 0 1,0 0-1,0 1 0,0-1 1,0 0-1,0 0 0,0 1 1,0-1-1,-7 29 285,6-17-140,0 0 0,0 0 0,3 21 0,6 19 301,-3-19-162,12 43 1,-14-66-280,0 1 0,1-1 1,1 0-1,0-1 1,0 1-1,1-1 1,0 0-1,9 10 1,-12-14-10,2 0 1,-1-1-1,1 1 1,-1-1 0,1 0-1,0-1 1,1 1-1,-1-1 1,0 0 0,9 4-1,-11-7-3,1 1 0,-1-1-1,0 0 1,0 1-1,1-1 1,-1-1 0,0 1-1,0 0 1,0-1-1,1 0 1,-1 1 0,0-1-1,0-1 1,0 1 0,0 0-1,0-1 1,-1 1-1,1-1 1,0 0 0,-1 0-1,5-4 1,0 0-3,-1 1 1,0-1-1,0 0 0,0-1 1,-1 1-1,0-1 0,0 0 1,-1 0-1,0-1 0,0 1 1,-1-1-1,0 0 0,0 0 1,-1 0-1,0 0 0,0 0 1,-1-1-1,0 1 0,-1-16 1,1 22 5,-1 1-1,0-1 1,0 1 0,0-1 0,0 1 0,-1 0 0,1-1 0,0 1 0,0-1 0,-1 1 0,1 0 0,-1-1 0,1 1 0,-1 0 0,0-1 0,0 1-1,1 0 1,-1 0 0,0 0 0,0-1 0,0 1 0,-2-1 0,2 2 2,0-1-1,0 1 1,-1 0 0,1-1-1,0 1 1,-1 0-1,1 0 1,0 0 0,0 0-1,-1 0 1,1 0 0,0 0-1,-1 1 1,1-1-1,0 0 1,0 1 0,-1-1-1,1 1 1,-2 0 0,-1 1 2,1 0 0,-1 0 0,1 1 0,-1-1 1,1 1-1,0 0 0,0 0 0,0 0 0,0 0 1,1 0-1,-1 1 0,1-1 0,0 1 0,-3 5 1,2 4-4,-1-4 5,2 1 0,-1-1-1,1 1 1,1 0 0,0 0 0,0 10 0,1-11-5,1 0 0,-1 0 0,1 0 0,1 0 0,0 0 0,0 0 0,1 0 0,5 11 0,-7-17-1,1 0 0,0 0 1,-1 0-1,1 0 0,1-1 0,-1 1 0,0 0 1,1-1-1,-1 1 0,1-1 0,0 0 1,0 0-1,0 0 0,0 0 0,0-1 0,0 1 1,0-1-1,0 0 0,1 0 0,-1 0 1,0 0-1,1-1 0,-1 1 0,1-1 0,3 0 1,0-1-34,1 0 0,-1-1 1,0 0-1,0-1 0,0 0 1,0 0-1,0 0 0,-1-1 1,1 0-1,-1 0 0,0-1 1,0 1-1,-1-1 0,1-1 1,-1 1-1,0-1 1,0 0-1,-1 0 0,0 0 1,4-8-1,-6 10-469,0-1 1,-1 1-1,1-1 0,-1 0 1,0 0-1,0 1 0,0-7 1,-1 1-1103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7.26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141 1 492,'-10'0'4038,"10"3"-3930,-1 0 1,-1 1-1,1-1 1,0 0-1,-1 0 1,0 0-1,1 0 1,-1 0-1,-4 4 1,-11 21 256,-24 119 3,38-137-593,0 0 0,0 0 0,-1 0-1,-1-1 1,1 1 0,-2-1 0,1 0 0,-9 10 0,6-14-1811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7.5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31 948,'-3'-9'988,"-1"-8"546,4 17-1511,0-1-1,1 1 1,-1 0 0,0 0-1,0-1 1,1 1 0,-1 0-1,0 0 1,0-1 0,1 1-1,-1 0 1,0 0 0,1 0-1,-1-1 1,0 1 0,1 0-1,-1 0 1,0 0-1,1 0 1,-1 0 0,0 0-1,1 0 1,-1 0 0,0 0-1,1 0 1,-1 0 0,0 0-1,1 0 1,-1 0 0,0 0-1,1 0 1,-1 0 0,0 1-1,1-1 1,-1 0 0,0 0-1,1 0 1,-1 0 0,0 1-1,1-1 1,-1 0 0,0 0-1,0 1 1,0-1 0,1 0-1,-1 0 1,0 1 0,0-1-1,21 20 1409,-9-8-954,0 1 1,-1 0 0,-1 1 0,9 15 0,1 1-37,2 2-148,42 52-758,-63-82 322,0-1 0,0 0 0,-1-1 0,1 1 0,0 0 0,1 0 0,-1 0 0,0 0 0,0-1 0,0 1 0,0-1 0,0 1 0,1-1 0,-1 1 1,0-1-1,0 0 0,1 1 0,-1-1 0,0 0 0,1 0 0,-1 0 0,0 0 0,1 0 0,-1 0 0,0 0 0,1-1 0,-1 1 0,0 0 0,0-1 0,1 1 0,-1-1 0,0 0 0,0 1 0,0-1 1,0 0-1,2-1 0,7-8-1445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7.80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1316,'5'14'3889,"18"50"-2911,-17-52-911,-1 1-1,-1 0 1,0 0-1,-1 1 0,-1-1 1,0 1-1,0 26 1,-1-38-70,-1 1 0,0-1 0,1 1 0,0-1 0,-1 0 0,1 1 0,0-1 1,0 0-1,0 1 0,2 1 0,6 22-305,-1-13-325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7.9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90 220,'0'-5'1628,"9"-1"-1204,0 1-132,1 5-104,9-11-60,-10 6-48,10 0-36,-10 0-20,10-1-16,0 1-24,-1 0-60,1-6-100,0 6-160,-10-6-304,10 6-488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8.376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1 484,'4'1'128,"0"-1"-1,0 2 0,-1-1 1,1 0-1,0 1 1,-1 0-1,0 0 1,1 0-1,-1 0 1,0 1-1,0-1 1,0 1-1,0-1 1,0 1-1,-1 0 1,1 0-1,-1 1 1,0-1-1,2 4 1,0-1-69,0 1 1,0 0 0,-1-1 0,0 1 0,0 0-1,-1 0 1,0 0 0,0 1 0,1 14 0,-4-14 25,-1 1 0,0 0 1,0-1-1,0 0 1,-1 1-1,-1-1 0,1 0 1,-1 0-1,-8 11 0,-8 18 286,19-35-359,0-1-1,0 0 0,1 1 0,-1-1 0,0 1 0,1-1 0,-1 1 1,1 0-1,-1-1 0,1 1 0,0-1 0,-1 1 0,1 0 0,0-1 1,0 1-1,0 0 0,1-1 0,-1 1 0,0 0 0,0-1 0,1 1 0,-1-1 1,1 1-1,0-1 0,-1 1 0,1-1 0,0 1 0,0-1 0,0 0 1,0 1-1,0-1 0,0 0 0,2 2 0,0-2-3,0-1 0,-1 1 0,1-1 0,-1 0 0,1 0 0,0 0 0,-1 0 0,1-1 0,-1 1 0,1-1-1,-1 1 1,1-1 0,4-2 0,38-14 77,49-25-114,-61 5-724,-21 21-1154,-10 11 717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8.96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20 364,'0'-20'2872,"2"33"-1966,3 20-520,-2-20-275,-2 1-1,0-1 1,0 0-1,-1 0 1,-2 16-1,0 8 66,4 19 125,18 98 0,-3-37-167,7 5-88,-4-24-54,-11-50 11,-5-31 2,-1 0-1,1 28 0,5 34 5,-5-61 10,2 17-75,-12-42-410,5 6 264,0 0 0,0 0 0,0 0 0,0 0 0,0 0 0,0 0 0,1 0-1,-1 0 1,0-1 0,0 1 0,1 0 0,-1-1 0,1 1 0,-1 0 0,1-1 0,0 1 0,-1-3 0,1-6-1584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9.54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134 51 132,'2'-1'164,"-1"0"0,1-1 0,-1 1 0,0 0 0,1 0 1,-1-1-1,0 1 0,0-1 0,0 1 0,0-1 0,0 0 0,0 1 0,0-1 0,-1 0 0,1 1 1,0-1-1,-1 0 0,0 0 0,1 0 0,-1 0 0,0 1 0,0-1 0,0 0 0,0 0 0,0 0 0,-1-3 1,1 4-147,-3 1-2,1-1 0,-1 1-1,0-1 1,1 1 0,-1 0 0,1 0 0,-1 0-1,0 0 1,1 0 0,-1 1 0,0-1 0,-3 2-1,-2 1-19,1 1-1,-1 0 1,1 0-1,-1 0 1,1 1 0,1 0-1,-1 1 1,1-1-1,-1 1 1,-6 10-1,9-11 4,1 0 1,-1 0-1,1 0 0,1 1 1,-1-1-1,1 1 0,0 0 0,0 0 1,0 0-1,1 0 0,0 0 1,0 0-1,1 0 0,-1 0 0,1 0 1,1 0-1,-1 0 0,1 1 1,3 11-1,0-8-2,0-1 0,1 1 0,0-1-1,1 0 1,0 0 0,0 0 0,1-1 0,0 0 0,0 0 0,17 13-1,59 42 20,-81-62-11,0 0-1,-1 0 1,1 0 0,0 1-1,-1-1 1,1 0-1,-1 1 1,0-1-1,1 1 1,-1-1-1,0 1 1,0-1-1,0 1 1,0 0-1,0 0 1,0 0-1,0 0 1,-1 0-1,1-1 1,-1 1-1,1 0 1,-1 0-1,0 0 1,0 4-1,-1-5 28,0 1-1,0-1 0,0 1 1,0-1-1,-1 1 0,1-1 1,0 0-1,-1 0 0,1 0 0,-1 0 1,0 0-1,1 0 0,-1 0 1,0-1-1,1 1 0,-1 0 1,0-1-1,0 1 0,1-1 0,-1 0 1,0 0-1,0 0 0,0 0 1,0 0-1,0 0 0,-2-1 1,-116 12 675,116-10-629,-3-2-923,10-10-1410,5 1 715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0:59.83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1128,'3'11'1150,"0"0"0,1-1 0,0 1 1,6 10-1,0 1-513,-1 0 1,12 44-1,-13-29 25,-4-18-223,-1 0 1,2 37 0,-4-47-322,1 1 1,-1-1 0,1 1-1,1-1 1,0 0 0,5 12-1,4 15-975,-6-1-3816,2-45 1421,-7-1 1316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0.15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11 259 712,'-1'-2'95,"0"0"-1,0 0 1,-1 0-1,1 0 1,0 0-1,1 0 0,-1-1 1,0 1-1,1 0 1,-1 0-1,1-1 1,0 1-1,0 0 1,0-1-1,0 1 1,0-1-1,0 1 1,1 0-1,-1 0 1,1-1-1,-1 1 1,1 0-1,1-3 1,3-23 419,14-94 1245,-19 70-1001,19 57-3191,-10-5 803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0.898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237 414 1036,'0'-5'888,"0"4"-828,0 0 0,1-1 0,-1 1 0,0 0 0,0 0 0,0 0 0,0 0 0,0 0 0,-1 0 0,1-1-1,0 1 1,0 0 0,-1 0 0,1 0 0,-1 0 0,1 0 0,-1 0 0,1 0 0,-1 0 0,0 0 0,1 0-1,-1 1 1,-1-2 0,-5-1 16,0 0 1,0 1-1,0 0 0,-1 0 0,1 1 0,-1-1 0,1 2 1,-1-1-1,1 1 0,-1 0 0,1 1 0,-1 0 0,1 0 0,-1 0 1,-6 4-1,8-4-53,0 1-1,0 0 1,0 0 0,0 0 0,1 1-1,-1 0 1,1 0 0,0 1 0,0-1 0,0 1-1,0 0 1,1 0 0,0 1 0,0 0 0,0-1-1,0 1 1,1 0 0,-1 1 0,-3 8-1,6-9-22,0 0-1,0 0 1,1 1-1,0-1 1,0 0-1,0 0 0,1 1 1,-1-1-1,1 0 1,0 0-1,1 0 0,-1 0 1,1 0-1,0 0 1,1 0-1,3 6 0,-5-10 0,0 0 0,0 0-1,0 0 1,0 0-1,0 0 1,0 0-1,0-1 1,1 1-1,-1 0 1,0-1-1,1 1 1,-1-1 0,0 1-1,1-1 1,-1 1-1,1-1 1,-1 0-1,1 0 1,-1 0-1,0 0 1,1 0-1,-1 0 1,1 0 0,-1 0-1,1-1 1,-1 1-1,0-1 1,1 1-1,-1-1 1,0 1-1,1-1 1,-1 0-1,0 0 1,0 1 0,1-1-1,0-2 1,46-34-42,-40 27 37,0 1 0,-1-1 0,0-1 0,-1 1 0,0-1 0,0 0 0,-1-1 0,0 1 1,-1-1-1,-1 0 0,0 0 0,-1-1 0,0 1 0,1-14 0,-2 3-6,0 0 0,-1 0 0,-2 0 0,0 0 0,-1 0 0,-13-42-1,5 21 42,9 33-12,-1 1 1,0-1-1,-1 0 1,-9-18-1,4 16 44,4 15 35,6 31 178,1-2-26,0 33 448,16 118 0,-11-146-438,1 0 0,1 0 0,2-1 0,28 59 0,-37-89-269,1 0-1,0-1 1,-1 1 0,1-1 0,1 0-1,-1 1 1,1-1 0,0-1-1,-1 1 1,2 0 0,4 2 0,-7-5 2,-1 0 0,1 0 0,0-1 1,0 1-1,0-1 0,-1 0 0,1 1 0,0-1 1,0 0-1,0 0 0,0 0 0,0 0 1,0 0-1,0-1 0,0 1 0,-1 0 0,1-1 1,0 0-1,0 1 0,0-1 0,-1 0 1,1 0-1,0 0 0,-1 0 0,1 0 0,-1 0 1,1-1-1,-1 1 0,0 0 0,0-1 1,3-2-1,8-28-5122,-4 27 3385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1.34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1 185 540,'1'0'1614,"4"-1"-1435,0 1 0,0-1 1,0 0-1,0 0 0,-1 0 0,1-1 0,0 0 1,-1 0-1,1 0 0,-1 0 0,1-1 0,-1 0 0,0 0 1,6-6-1,18-27 152,-6 4-255,-19 29-73,-1 1 0,0-1 0,0 0 0,0 1 1,0-1-1,-1 0 0,1 0 0,-1 0 0,1 0 1,-1 0-1,0-1 0,-1 1 0,1 0 1,0 0-1,-1-1 0,1-4 0,-1 7-3,0 0-1,0 0 1,0 0-1,0-1 1,0 1-1,0 0 1,-1 0-1,1 0 1,0 0-1,0 0 1,-1 0-1,1 1 1,-1-1-1,1 0 1,-1 0-1,1 0 1,-1 0-1,1 0 0,-1 0 1,0 1-1,0-1 1,1 0-1,-1 1 1,0-1-1,0 0 1,0 1-1,-1-1 1,0 0 3,0 1-1,0-1 1,0 1 0,0 0 0,0 0-1,0 0 1,0 0 0,0 0-1,0 1 1,0-1 0,0 0 0,0 1-1,-3 1 1,0 0 20,0 0 1,0 0-1,0 1 1,1-1-1,-1 1 1,1 0-1,0 1 1,0-1-1,0 1 1,0 0-1,-6 7 1,0 7 62,5-12-61,2 0-1,-1 0 0,1 1 1,0 0-1,0-1 0,1 1 1,0 0-1,-2 8 1,2-4-6,0 1 1,1-1 0,0 1 0,1-1-1,2 22 1,-1-30-14,-1 0 0,1 0-1,-1 1 1,1-1 0,0 0-1,0 0 1,0 0 0,1 0-1,-1 0 1,1 0 0,0-1 0,0 1-1,0 0 1,0-1 0,0 1-1,0-1 1,1 0 0,-1 0-1,1 0 1,-1 0 0,1 0-1,0 0 1,0-1 0,0 1 0,5 1-1,-3-3 16,0 1 1,0-1-1,0 1 0,0-1 0,0-1 1,0 1-1,0-1 0,0 0 0,0 0 0,0 0 1,-1-1-1,1 0 0,0 0 0,-1 0 1,1 0-1,-1-1 0,0 1 0,0-1 0,7-6 1,-1 0-805,-1 0 1,0 0 0,0 0 0,-1-1-1,13-20 1,-19 20-1038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2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131 53 88,'10'-53'5549,"-20"60"-4519,0 7-694,-26 53 32,25-49-375,1 1 0,1 0 1,-10 27-1,-6 1-339,16-31-244,7-5-2340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2.4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6 368,'0'-1'53,"0"1"-1,0 0 1,0 0-1,0 0 1,0-1 0,0 1-1,0 0 1,0 0-1,0 0 1,0-1 0,0 1-1,1 0 1,-1 0-1,0 0 1,0 0 0,0-1-1,0 1 1,0 0-1,0 0 1,0 0 0,1 0-1,-1 0 1,0-1-1,0 1 1,0 0 0,0 0-1,1 0 1,-1 0-1,0 0 1,0 0 0,0 0-1,1 0 1,-1 0-1,0 0 1,0 0-1,0 0 1,1 0 0,-1 0-1,0 0 1,0 0-1,0 0 1,1 0 0,-1 0-1,0 0 1,0 0-1,1 0 1,13 7 619,12 12-244,-10 2 150,0 0 0,24 46 0,-18-29-313,-10-13-327,-8-16 100,0-1 1,1 1 0,0-1-1,7 9 1,-10-15-209,0 0 1,0 0-1,0 0 1,1 0 0,-1 0-1,0-1 1,1 1-1,-1-1 1,1 1-1,0-1 1,-1 0-1,1 0 1,0 0 0,0 0-1,0-1 1,0 1-1,-1-1 1,6 1-1,9-1-1540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2.67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1 216,'0'0'61,"0"0"1,0 0-1,0 0 0,0 0 0,-1 0 1,1 0-1,0 0 0,0 0 1,0 0-1,0-1 0,-1 1 0,1 0 1,0 0-1,0 0 0,0 0 1,-1 0-1,1 0 0,0 0 0,0 0 1,0 0-1,0 0 0,-1 0 1,1 1-1,0-1 0,0 0 0,0 0 1,-1 0-1,1 0 0,0 0 1,0 0-1,0 0 0,0 0 0,0 0 1,-1 1-1,1-1 0,0 0 1,0 0-1,0 0 0,0 0 1,0 1-1,0-1 0,0 0 0,-1 0 1,1 0-1,0 0 0,0 1 1,0-1-1,0 0 0,0 0 0,0 0 1,0 1-1,0-1 0,0 0 1,0 0-1,0 0 0,0 0 0,0 1 1,0-1-1,0 0 0,0 0 1,0 0-1,1 1 0,4 23 1170,15 26-552,-14-37-556,0 1 0,-1 0 0,-1 0 0,-1 0-1,3 18 1,0-2-102,5 40-866,-11-70 789,0 0 1,0 1-1,0-1 0,0 0 1,0 1-1,0-1 0,0 0 1,0 1-1,0-1 0,0 0 1,0 1-1,0-1 0,0 0 1,0 1-1,0-1 0,0 0 1,0 1-1,1-1 0,-1 0 1,0 0-1,0 1 0,0-1 1,1 0-1,-1 1 0,0-1 1,0 0-1,1 0 0,-1 0 1,0 1-1,0-1 0,1 0 1,-1 0-1,0 0 1,1 0-1,-1 0 0,0 1 1,1-1-1,-1 0 0,0 0 1,1 0-1,-1 0 0,0 0 1,1 0-1,-1 0 0,0 0 1,0 0-1,1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2.88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90 952,'0'-6'892,"10"6"-300,-10-5-192,9 0-120,0 0-92,10-1-76,-10 1-48,10 5-32,0-5-12,0-1-24,-1 1-48,1 0-92,0-6-164,0 6-252,-1-5-456,-8-1-428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03.29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 17 1112,'0'0'68,"0"-1"1,0 0-1,0 1 0,0-1 1,0 0-1,1 1 0,-1-1 1,0 1-1,0-1 0,1 0 1,-1 1-1,0-1 0,1 1 1,-1-1-1,0 1 0,1-1 0,-1 1 1,1-1-1,-1 1 0,1-1 1,-1 1-1,1-1 0,-1 1 1,1 0-1,-1-1 0,1 1 1,-1 0-1,2-1 0,25 0 471,26 12-661,-50-10 230,-3-1-100,1 1 0,0-1-1,-1 0 1,1 1 0,0-1-1,-1 1 1,1-1 0,-1 1-1,1-1 1,-1 1 0,1-1 0,-1 1-1,1 0 1,-1-1 0,0 1-1,1 0 1,-1-1 0,0 1-1,0 0 1,1-1 0,-1 1-1,0 0 1,0 0 0,0-1-1,0 1 1,0 0 0,0 0-1,0-1 1,0 1 0,0 0-1,0-1 1,0 1 0,-1 0-1,1 0 1,0-1 0,-1 1 0,1 0-1,0-1 1,-1 2 0,-18 36 168,10-24-164,8-10-12,-1-1 1,0 1 0,1-1 0,0 1-1,-1 0 1,1 0 0,1-1-1,-1 1 1,1 0 0,-1 0 0,1 0-1,0 0 1,1 0 0,-1 0-1,2 7 1,0-7 3,0 5 1,2-1-1,-1 1 1,1-1 0,0 0-1,7 9 1,6 5-41,-10-12 111,0-1 0,0 1-1,-1 0 1,9 19 0,-14-27-18,0 1 0,0 0 0,0-1 1,-1 1-1,1 0 0,-1 0 1,0-1-1,0 1 0,0 0 0,0 0 1,0-1-1,0 1 0,-1 0 1,0 0-1,1-1 0,-1 1 0,0 0 1,0-1-1,0 1 0,-1-1 0,1 1 1,-1-1-1,1 0 0,-4 4 1,-3 1 19,1 0 0,-1-1 1,0 0-1,-1-1 1,1 1-1,-1-2 1,-14 7-1,-38 10-3200,52-20 1332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2T05:11:10.72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18 799 272,'0'-1'40,"0"0"0,0-1 0,0 1 0,0 0 0,0 0 0,-1 0 0,1 0-1,0 0 1,0 0 0,-1 0 0,1 0 0,-1 0 0,1 0 0,-1 0 0,1 1 0,-1-1 0,0 0 0,1 0 0,-1 0 0,0 1 0,0-1-1,0 0 1,1 1 0,-1-1 0,0 0 0,0 1 0,0-1 0,-2 0 0,3 1-31,0 0 0,0-1 0,0 1-1,1 0 1,-1 0 0,0-1-1,0 1 1,1 0 0,-1-1-1,0 1 1,1 0 0,-1 0-1,0 0 1,1-1 0,-1 1-1,0 0 1,1 0-1,-1 0 1,1 0 0,-1 0-1,0 0 1,1-1 0,-1 1-1,1 0 1,-1 0 0,0 0-1,1 0 1,-1 1 0,1-1-1,-1 0 1,0 0-1,1 0 1,-1 0 0,1 0-1,-1 0 1,0 1 0,1-1-1,-1 0 1,0 0 0,1 0-1,-1 1 1,0-1 0,0 0-1,1 1 1,-1-1 0,0 0-1,0 0 1,1 1-1,-1-1 1,0 0 0,0 1-1,0-1 1,1 1 0,-1-1-1,0 0 1,0 1 0,0-1-1,0 1 1,0-1 0,0 0-1,0 1 1,2 24 186,0 0 1,10 37-1,2 15 68,14 92 215,0-16-225,0 4-102,-5-30-94,-2-22-52,-17-72-2,4 18-12,0 67-1,-27-81 6,15-32-23,4-5 29,1 0 0,-1 0-1,0 0 1,0 0 0,0 1 0,1-1-1,-1 0 1,0 0 0,0 0 0,1 0-1,-1 0 1,0 0 0,0 0 0,0 0-1,1 1 1,-1-1 0,0 0-1,0 0 1,0 0 0,0 0 0,1 1-1,-1-1 1,0 0 0,0 0 0,0 0-1,0 1 1,0-1 0,0 0 0,0 0-1,0 0 1,0 1 0,0-1 0,1 0-1,-1 0 1,0 1 0,0-1-1,0 0 1,0 0 0,-1 1 0,1-1-1,0 0 1,0 0 0,0 0 0,0 1-1,0-1 1,0 0 0,0 0 0,0 1-1,0-1 1,0 0 0,-1 0 0,1 0-1,0 0 1,0 1 0,0-1-1,0 0 1,-1 0 0,1 0 0,1 0-6,27-5-33,-11 4 40,0-1 0,0 0 0,22-7 0,20-2 4,18-5 1,-60 11 36,1 1-1,-1 1 1,34-2-1,127 4-149,-121 5 81,110 9-12,209-12 1,-309-2 45,0 2 1,69 11-1,-2 0-28,348-4 19,-307-9-1,531-42 24,-478 23 19,-59 10-27,67-7-6,151-9-17,-182 16-45,300-13 189,177-35 736,-396 57-862,-140 3 15,408 14-8,-113 0 7,-186 0-39,-152-7 30,726 13-7,-826-22-8,279-10 12,-1-1-52,28 0 76,49 6-48,-59 0 6,29-11 18,-227 12-8,-53 1-10,54 4 0,-69 0 7,-1-2 0,1-1-1,38-7 1,6-1-24,-11 5 35,0-3 0,0-2 0,-1-4-1,67-22 1,-100 26-19,1 1 1,60-8-1,-29 6 22,-17 5 203,-46 6 66,16-5-88,-10-8 280,-4 9-468,-1 1 1,1-1-1,-1 0 0,0 0 0,0 0 0,0 0 1,0 0-1,-1-1 0,1 1 0,0-7 1,7-47-29,1-51 60,-10 76-33,-1 8-21,1-1-1,2 1 1,5-31 0,2-22 18,0-8 1,-6 73-1,-1 0 1,-1-1 0,-1-23-1,0 23-4,0 0 0,1 0-1,5-25 1,9-82 121,-14 116-116,-1 1 0,0 0 0,0 0 0,0 0 0,0 0 0,-1 0 0,0 0 0,-1-5 0,-2-22 54,22-101 402,-14 103-378,-3 26-78,-1-1 1,1 1-1,-1 0 1,0 0-1,0-1 1,0 1 0,0 0-1,0-1 1,-1 1-1,1 0 1,-1 0-1,-1-4 1,0 0 1,1 0 0,0 0 0,0 1 0,1-1 0,-1 0 0,2-12 0,0 12 2,-1 0 0,0 0 0,0 0 1,-1 0-1,1-1 0,-4-10 0,3 13-3,0 1 0,1-1-1,0 0 1,0 1 0,0-1-1,1 1 1,-1-1 0,4-8-1,0-21-45,-13-91 26,9 124 19,-9-20-28,-1-32 60,-8 31-77,-18 2 30,34 19 6,2-3 1,0 3 6,-59 0-1,-1 2 0,1 3 1,-67 12-1,-176 48-355,186-37-323,-15 5-2384,93-22 1275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2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1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30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22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7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6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16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5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1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7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30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1.png"/><Relationship Id="rId42" Type="http://schemas.openxmlformats.org/officeDocument/2006/relationships/customXml" Target="../ink/ink21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5.png"/><Relationship Id="rId11" Type="http://schemas.openxmlformats.org/officeDocument/2006/relationships/image" Target="../media/image6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9.png"/><Relationship Id="rId40" Type="http://schemas.openxmlformats.org/officeDocument/2006/relationships/customXml" Target="../ink/ink20.xml"/><Relationship Id="rId45" Type="http://schemas.openxmlformats.org/officeDocument/2006/relationships/image" Target="../media/image23.png"/><Relationship Id="rId53" Type="http://schemas.openxmlformats.org/officeDocument/2006/relationships/image" Target="../media/image27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74" Type="http://schemas.openxmlformats.org/officeDocument/2006/relationships/customXml" Target="../ink/ink37.xml"/><Relationship Id="rId5" Type="http://schemas.openxmlformats.org/officeDocument/2006/relationships/image" Target="../media/image3.png"/><Relationship Id="rId61" Type="http://schemas.openxmlformats.org/officeDocument/2006/relationships/image" Target="../media/image31.png"/><Relationship Id="rId19" Type="http://schemas.openxmlformats.org/officeDocument/2006/relationships/image" Target="../media/image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4.png"/><Relationship Id="rId30" Type="http://schemas.openxmlformats.org/officeDocument/2006/relationships/customXml" Target="../ink/ink15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5.png"/><Relationship Id="rId8" Type="http://schemas.openxmlformats.org/officeDocument/2006/relationships/customXml" Target="../ink/ink4.xml"/><Relationship Id="rId51" Type="http://schemas.openxmlformats.org/officeDocument/2006/relationships/image" Target="../media/image26.png"/><Relationship Id="rId72" Type="http://schemas.openxmlformats.org/officeDocument/2006/relationships/customXml" Target="../ink/ink36.xml"/><Relationship Id="rId3" Type="http://schemas.openxmlformats.org/officeDocument/2006/relationships/image" Target="../media/image2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30.png"/><Relationship Id="rId67" Type="http://schemas.openxmlformats.org/officeDocument/2006/relationships/image" Target="../media/image34.png"/><Relationship Id="rId20" Type="http://schemas.openxmlformats.org/officeDocument/2006/relationships/customXml" Target="../ink/ink10.xml"/><Relationship Id="rId41" Type="http://schemas.openxmlformats.org/officeDocument/2006/relationships/image" Target="../media/image21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5.png"/><Relationship Id="rId57" Type="http://schemas.openxmlformats.org/officeDocument/2006/relationships/image" Target="../media/image29.png"/><Relationship Id="rId10" Type="http://schemas.openxmlformats.org/officeDocument/2006/relationships/customXml" Target="../ink/ink5.xml"/><Relationship Id="rId31" Type="http://schemas.openxmlformats.org/officeDocument/2006/relationships/image" Target="../media/image16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3.png"/><Relationship Id="rId73" Type="http://schemas.openxmlformats.org/officeDocument/2006/relationships/image" Target="../media/image37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9" Type="http://schemas.openxmlformats.org/officeDocument/2006/relationships/image" Target="../media/image20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8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1.png"/><Relationship Id="rId21" Type="http://schemas.openxmlformats.org/officeDocument/2006/relationships/image" Target="../media/image53.png"/><Relationship Id="rId42" Type="http://schemas.openxmlformats.org/officeDocument/2006/relationships/customXml" Target="../ink/ink59.xml"/><Relationship Id="rId63" Type="http://schemas.openxmlformats.org/officeDocument/2006/relationships/image" Target="../media/image74.png"/><Relationship Id="rId84" Type="http://schemas.openxmlformats.org/officeDocument/2006/relationships/customXml" Target="../ink/ink80.xml"/><Relationship Id="rId138" Type="http://schemas.openxmlformats.org/officeDocument/2006/relationships/customXml" Target="../ink/ink107.xml"/><Relationship Id="rId159" Type="http://schemas.openxmlformats.org/officeDocument/2006/relationships/image" Target="../media/image122.png"/><Relationship Id="rId170" Type="http://schemas.openxmlformats.org/officeDocument/2006/relationships/customXml" Target="../ink/ink123.xml"/><Relationship Id="rId191" Type="http://schemas.openxmlformats.org/officeDocument/2006/relationships/image" Target="../media/image138.png"/><Relationship Id="rId107" Type="http://schemas.openxmlformats.org/officeDocument/2006/relationships/image" Target="../media/image96.png"/><Relationship Id="rId11" Type="http://schemas.openxmlformats.org/officeDocument/2006/relationships/image" Target="../media/image48.png"/><Relationship Id="rId32" Type="http://schemas.openxmlformats.org/officeDocument/2006/relationships/customXml" Target="../ink/ink54.xml"/><Relationship Id="rId53" Type="http://schemas.openxmlformats.org/officeDocument/2006/relationships/image" Target="../media/image69.png"/><Relationship Id="rId74" Type="http://schemas.openxmlformats.org/officeDocument/2006/relationships/customXml" Target="../ink/ink75.xml"/><Relationship Id="rId128" Type="http://schemas.openxmlformats.org/officeDocument/2006/relationships/customXml" Target="../ink/ink102.xml"/><Relationship Id="rId149" Type="http://schemas.openxmlformats.org/officeDocument/2006/relationships/image" Target="../media/image117.png"/><Relationship Id="rId5" Type="http://schemas.openxmlformats.org/officeDocument/2006/relationships/image" Target="../media/image45.png"/><Relationship Id="rId95" Type="http://schemas.openxmlformats.org/officeDocument/2006/relationships/image" Target="../media/image90.png"/><Relationship Id="rId160" Type="http://schemas.openxmlformats.org/officeDocument/2006/relationships/customXml" Target="../ink/ink118.xml"/><Relationship Id="rId181" Type="http://schemas.openxmlformats.org/officeDocument/2006/relationships/image" Target="../media/image133.png"/><Relationship Id="rId22" Type="http://schemas.openxmlformats.org/officeDocument/2006/relationships/customXml" Target="../ink/ink49.xml"/><Relationship Id="rId43" Type="http://schemas.openxmlformats.org/officeDocument/2006/relationships/image" Target="../media/image64.png"/><Relationship Id="rId64" Type="http://schemas.openxmlformats.org/officeDocument/2006/relationships/customXml" Target="../ink/ink70.xml"/><Relationship Id="rId118" Type="http://schemas.openxmlformats.org/officeDocument/2006/relationships/customXml" Target="../ink/ink97.xml"/><Relationship Id="rId139" Type="http://schemas.openxmlformats.org/officeDocument/2006/relationships/image" Target="../media/image112.png"/><Relationship Id="rId85" Type="http://schemas.openxmlformats.org/officeDocument/2006/relationships/image" Target="../media/image85.png"/><Relationship Id="rId150" Type="http://schemas.openxmlformats.org/officeDocument/2006/relationships/customXml" Target="../ink/ink113.xml"/><Relationship Id="rId171" Type="http://schemas.openxmlformats.org/officeDocument/2006/relationships/image" Target="../media/image128.png"/><Relationship Id="rId192" Type="http://schemas.openxmlformats.org/officeDocument/2006/relationships/customXml" Target="../ink/ink134.xml"/><Relationship Id="rId12" Type="http://schemas.openxmlformats.org/officeDocument/2006/relationships/customXml" Target="../ink/ink44.xml"/><Relationship Id="rId33" Type="http://schemas.openxmlformats.org/officeDocument/2006/relationships/image" Target="../media/image59.png"/><Relationship Id="rId108" Type="http://schemas.openxmlformats.org/officeDocument/2006/relationships/customXml" Target="../ink/ink92.xml"/><Relationship Id="rId129" Type="http://schemas.openxmlformats.org/officeDocument/2006/relationships/image" Target="../media/image107.png"/><Relationship Id="rId54" Type="http://schemas.openxmlformats.org/officeDocument/2006/relationships/customXml" Target="../ink/ink65.xml"/><Relationship Id="rId75" Type="http://schemas.openxmlformats.org/officeDocument/2006/relationships/image" Target="../media/image80.png"/><Relationship Id="rId96" Type="http://schemas.openxmlformats.org/officeDocument/2006/relationships/customXml" Target="../ink/ink86.xml"/><Relationship Id="rId140" Type="http://schemas.openxmlformats.org/officeDocument/2006/relationships/customXml" Target="../ink/ink108.xml"/><Relationship Id="rId161" Type="http://schemas.openxmlformats.org/officeDocument/2006/relationships/image" Target="../media/image123.png"/><Relationship Id="rId182" Type="http://schemas.openxmlformats.org/officeDocument/2006/relationships/customXml" Target="../ink/ink129.xml"/><Relationship Id="rId6" Type="http://schemas.openxmlformats.org/officeDocument/2006/relationships/customXml" Target="../ink/ink41.xml"/><Relationship Id="rId23" Type="http://schemas.openxmlformats.org/officeDocument/2006/relationships/image" Target="../media/image54.png"/><Relationship Id="rId119" Type="http://schemas.openxmlformats.org/officeDocument/2006/relationships/image" Target="../media/image102.png"/><Relationship Id="rId44" Type="http://schemas.openxmlformats.org/officeDocument/2006/relationships/customXml" Target="../ink/ink60.xml"/><Relationship Id="rId65" Type="http://schemas.openxmlformats.org/officeDocument/2006/relationships/image" Target="../media/image75.png"/><Relationship Id="rId86" Type="http://schemas.openxmlformats.org/officeDocument/2006/relationships/customXml" Target="../ink/ink81.xml"/><Relationship Id="rId130" Type="http://schemas.openxmlformats.org/officeDocument/2006/relationships/customXml" Target="../ink/ink103.xml"/><Relationship Id="rId151" Type="http://schemas.openxmlformats.org/officeDocument/2006/relationships/image" Target="../media/image118.png"/><Relationship Id="rId172" Type="http://schemas.openxmlformats.org/officeDocument/2006/relationships/customXml" Target="../ink/ink124.xml"/><Relationship Id="rId193" Type="http://schemas.openxmlformats.org/officeDocument/2006/relationships/image" Target="../media/image139.png"/><Relationship Id="rId13" Type="http://schemas.openxmlformats.org/officeDocument/2006/relationships/image" Target="../media/image49.png"/><Relationship Id="rId109" Type="http://schemas.openxmlformats.org/officeDocument/2006/relationships/image" Target="../media/image97.png"/><Relationship Id="rId34" Type="http://schemas.openxmlformats.org/officeDocument/2006/relationships/customXml" Target="../ink/ink55.xml"/><Relationship Id="rId55" Type="http://schemas.openxmlformats.org/officeDocument/2006/relationships/image" Target="../media/image70.png"/><Relationship Id="rId76" Type="http://schemas.openxmlformats.org/officeDocument/2006/relationships/customXml" Target="../ink/ink76.xml"/><Relationship Id="rId97" Type="http://schemas.openxmlformats.org/officeDocument/2006/relationships/image" Target="../media/image91.png"/><Relationship Id="rId120" Type="http://schemas.openxmlformats.org/officeDocument/2006/relationships/customXml" Target="../ink/ink98.xml"/><Relationship Id="rId141" Type="http://schemas.openxmlformats.org/officeDocument/2006/relationships/image" Target="../media/image113.png"/><Relationship Id="rId7" Type="http://schemas.openxmlformats.org/officeDocument/2006/relationships/image" Target="../media/image46.png"/><Relationship Id="rId162" Type="http://schemas.openxmlformats.org/officeDocument/2006/relationships/customXml" Target="../ink/ink119.xml"/><Relationship Id="rId183" Type="http://schemas.openxmlformats.org/officeDocument/2006/relationships/image" Target="../media/image134.png"/><Relationship Id="rId2" Type="http://schemas.openxmlformats.org/officeDocument/2006/relationships/customXml" Target="../ink/ink39.xml"/><Relationship Id="rId29" Type="http://schemas.openxmlformats.org/officeDocument/2006/relationships/image" Target="../media/image57.png"/><Relationship Id="rId24" Type="http://schemas.openxmlformats.org/officeDocument/2006/relationships/customXml" Target="../ink/ink50.xml"/><Relationship Id="rId40" Type="http://schemas.openxmlformats.org/officeDocument/2006/relationships/customXml" Target="../ink/ink58.xml"/><Relationship Id="rId45" Type="http://schemas.openxmlformats.org/officeDocument/2006/relationships/image" Target="../media/image65.png"/><Relationship Id="rId66" Type="http://schemas.openxmlformats.org/officeDocument/2006/relationships/customXml" Target="../ink/ink71.xml"/><Relationship Id="rId87" Type="http://schemas.openxmlformats.org/officeDocument/2006/relationships/image" Target="../media/image86.png"/><Relationship Id="rId110" Type="http://schemas.openxmlformats.org/officeDocument/2006/relationships/customXml" Target="../ink/ink93.xml"/><Relationship Id="rId115" Type="http://schemas.openxmlformats.org/officeDocument/2006/relationships/image" Target="../media/image100.png"/><Relationship Id="rId131" Type="http://schemas.openxmlformats.org/officeDocument/2006/relationships/image" Target="../media/image108.png"/><Relationship Id="rId136" Type="http://schemas.openxmlformats.org/officeDocument/2006/relationships/customXml" Target="../ink/ink106.xml"/><Relationship Id="rId157" Type="http://schemas.openxmlformats.org/officeDocument/2006/relationships/image" Target="../media/image121.png"/><Relationship Id="rId178" Type="http://schemas.openxmlformats.org/officeDocument/2006/relationships/customXml" Target="../ink/ink127.xml"/><Relationship Id="rId61" Type="http://schemas.openxmlformats.org/officeDocument/2006/relationships/image" Target="../media/image73.png"/><Relationship Id="rId82" Type="http://schemas.openxmlformats.org/officeDocument/2006/relationships/customXml" Target="../ink/ink79.xml"/><Relationship Id="rId152" Type="http://schemas.openxmlformats.org/officeDocument/2006/relationships/customXml" Target="../ink/ink114.xml"/><Relationship Id="rId173" Type="http://schemas.openxmlformats.org/officeDocument/2006/relationships/image" Target="../media/image129.png"/><Relationship Id="rId194" Type="http://schemas.openxmlformats.org/officeDocument/2006/relationships/customXml" Target="../ink/ink135.xml"/><Relationship Id="rId199" Type="http://schemas.openxmlformats.org/officeDocument/2006/relationships/image" Target="../media/image142.png"/><Relationship Id="rId203" Type="http://schemas.openxmlformats.org/officeDocument/2006/relationships/image" Target="../media/image144.png"/><Relationship Id="rId19" Type="http://schemas.openxmlformats.org/officeDocument/2006/relationships/image" Target="../media/image52.png"/><Relationship Id="rId14" Type="http://schemas.openxmlformats.org/officeDocument/2006/relationships/customXml" Target="../ink/ink45.xml"/><Relationship Id="rId30" Type="http://schemas.openxmlformats.org/officeDocument/2006/relationships/customXml" Target="../ink/ink53.xml"/><Relationship Id="rId35" Type="http://schemas.openxmlformats.org/officeDocument/2006/relationships/image" Target="../media/image60.png"/><Relationship Id="rId56" Type="http://schemas.openxmlformats.org/officeDocument/2006/relationships/customXml" Target="../ink/ink66.xml"/><Relationship Id="rId77" Type="http://schemas.openxmlformats.org/officeDocument/2006/relationships/image" Target="../media/image81.png"/><Relationship Id="rId100" Type="http://schemas.openxmlformats.org/officeDocument/2006/relationships/customXml" Target="../ink/ink88.xml"/><Relationship Id="rId105" Type="http://schemas.openxmlformats.org/officeDocument/2006/relationships/image" Target="../media/image95.png"/><Relationship Id="rId126" Type="http://schemas.openxmlformats.org/officeDocument/2006/relationships/customXml" Target="../ink/ink101.xml"/><Relationship Id="rId147" Type="http://schemas.openxmlformats.org/officeDocument/2006/relationships/image" Target="../media/image116.png"/><Relationship Id="rId168" Type="http://schemas.openxmlformats.org/officeDocument/2006/relationships/customXml" Target="../ink/ink122.xml"/><Relationship Id="rId8" Type="http://schemas.openxmlformats.org/officeDocument/2006/relationships/customXml" Target="../ink/ink42.xml"/><Relationship Id="rId51" Type="http://schemas.openxmlformats.org/officeDocument/2006/relationships/image" Target="../media/image68.png"/><Relationship Id="rId72" Type="http://schemas.openxmlformats.org/officeDocument/2006/relationships/customXml" Target="../ink/ink74.xml"/><Relationship Id="rId93" Type="http://schemas.openxmlformats.org/officeDocument/2006/relationships/image" Target="../media/image89.png"/><Relationship Id="rId98" Type="http://schemas.openxmlformats.org/officeDocument/2006/relationships/customXml" Target="../ink/ink87.xml"/><Relationship Id="rId121" Type="http://schemas.openxmlformats.org/officeDocument/2006/relationships/image" Target="../media/image103.png"/><Relationship Id="rId142" Type="http://schemas.openxmlformats.org/officeDocument/2006/relationships/customXml" Target="../ink/ink109.xml"/><Relationship Id="rId163" Type="http://schemas.openxmlformats.org/officeDocument/2006/relationships/image" Target="../media/image124.png"/><Relationship Id="rId184" Type="http://schemas.openxmlformats.org/officeDocument/2006/relationships/customXml" Target="../ink/ink130.xml"/><Relationship Id="rId189" Type="http://schemas.openxmlformats.org/officeDocument/2006/relationships/image" Target="../media/image137.png"/><Relationship Id="rId3" Type="http://schemas.openxmlformats.org/officeDocument/2006/relationships/image" Target="../media/image44.png"/><Relationship Id="rId25" Type="http://schemas.openxmlformats.org/officeDocument/2006/relationships/image" Target="../media/image55.png"/><Relationship Id="rId46" Type="http://schemas.openxmlformats.org/officeDocument/2006/relationships/customXml" Target="../ink/ink61.xml"/><Relationship Id="rId67" Type="http://schemas.openxmlformats.org/officeDocument/2006/relationships/image" Target="../media/image76.png"/><Relationship Id="rId116" Type="http://schemas.openxmlformats.org/officeDocument/2006/relationships/customXml" Target="../ink/ink96.xml"/><Relationship Id="rId137" Type="http://schemas.openxmlformats.org/officeDocument/2006/relationships/image" Target="../media/image111.png"/><Relationship Id="rId158" Type="http://schemas.openxmlformats.org/officeDocument/2006/relationships/customXml" Target="../ink/ink117.xml"/><Relationship Id="rId20" Type="http://schemas.openxmlformats.org/officeDocument/2006/relationships/customXml" Target="../ink/ink48.xml"/><Relationship Id="rId41" Type="http://schemas.openxmlformats.org/officeDocument/2006/relationships/image" Target="../media/image63.png"/><Relationship Id="rId62" Type="http://schemas.openxmlformats.org/officeDocument/2006/relationships/customXml" Target="../ink/ink69.xml"/><Relationship Id="rId83" Type="http://schemas.openxmlformats.org/officeDocument/2006/relationships/image" Target="../media/image84.png"/><Relationship Id="rId88" Type="http://schemas.openxmlformats.org/officeDocument/2006/relationships/customXml" Target="../ink/ink82.xml"/><Relationship Id="rId111" Type="http://schemas.openxmlformats.org/officeDocument/2006/relationships/image" Target="../media/image98.png"/><Relationship Id="rId132" Type="http://schemas.openxmlformats.org/officeDocument/2006/relationships/customXml" Target="../ink/ink104.xml"/><Relationship Id="rId153" Type="http://schemas.openxmlformats.org/officeDocument/2006/relationships/image" Target="../media/image119.png"/><Relationship Id="rId174" Type="http://schemas.openxmlformats.org/officeDocument/2006/relationships/customXml" Target="../ink/ink125.xml"/><Relationship Id="rId179" Type="http://schemas.openxmlformats.org/officeDocument/2006/relationships/image" Target="../media/image132.png"/><Relationship Id="rId195" Type="http://schemas.openxmlformats.org/officeDocument/2006/relationships/image" Target="../media/image140.png"/><Relationship Id="rId190" Type="http://schemas.openxmlformats.org/officeDocument/2006/relationships/customXml" Target="../ink/ink133.xml"/><Relationship Id="rId15" Type="http://schemas.openxmlformats.org/officeDocument/2006/relationships/image" Target="../media/image50.png"/><Relationship Id="rId36" Type="http://schemas.openxmlformats.org/officeDocument/2006/relationships/customXml" Target="../ink/ink56.xml"/><Relationship Id="rId57" Type="http://schemas.openxmlformats.org/officeDocument/2006/relationships/image" Target="../media/image71.png"/><Relationship Id="rId106" Type="http://schemas.openxmlformats.org/officeDocument/2006/relationships/customXml" Target="../ink/ink91.xml"/><Relationship Id="rId127" Type="http://schemas.openxmlformats.org/officeDocument/2006/relationships/image" Target="../media/image106.png"/><Relationship Id="rId10" Type="http://schemas.openxmlformats.org/officeDocument/2006/relationships/customXml" Target="../ink/ink43.xml"/><Relationship Id="rId31" Type="http://schemas.openxmlformats.org/officeDocument/2006/relationships/image" Target="../media/image58.png"/><Relationship Id="rId52" Type="http://schemas.openxmlformats.org/officeDocument/2006/relationships/customXml" Target="../ink/ink64.xml"/><Relationship Id="rId73" Type="http://schemas.openxmlformats.org/officeDocument/2006/relationships/image" Target="../media/image79.png"/><Relationship Id="rId78" Type="http://schemas.openxmlformats.org/officeDocument/2006/relationships/customXml" Target="../ink/ink77.xml"/><Relationship Id="rId94" Type="http://schemas.openxmlformats.org/officeDocument/2006/relationships/customXml" Target="../ink/ink85.xml"/><Relationship Id="rId99" Type="http://schemas.openxmlformats.org/officeDocument/2006/relationships/image" Target="../media/image92.png"/><Relationship Id="rId101" Type="http://schemas.openxmlformats.org/officeDocument/2006/relationships/image" Target="../media/image93.png"/><Relationship Id="rId122" Type="http://schemas.openxmlformats.org/officeDocument/2006/relationships/customXml" Target="../ink/ink99.xml"/><Relationship Id="rId143" Type="http://schemas.openxmlformats.org/officeDocument/2006/relationships/image" Target="../media/image114.png"/><Relationship Id="rId148" Type="http://schemas.openxmlformats.org/officeDocument/2006/relationships/customXml" Target="../ink/ink112.xml"/><Relationship Id="rId164" Type="http://schemas.openxmlformats.org/officeDocument/2006/relationships/customXml" Target="../ink/ink120.xml"/><Relationship Id="rId169" Type="http://schemas.openxmlformats.org/officeDocument/2006/relationships/image" Target="../media/image127.png"/><Relationship Id="rId185" Type="http://schemas.openxmlformats.org/officeDocument/2006/relationships/image" Target="../media/image135.png"/><Relationship Id="rId4" Type="http://schemas.openxmlformats.org/officeDocument/2006/relationships/customXml" Target="../ink/ink40.xml"/><Relationship Id="rId9" Type="http://schemas.openxmlformats.org/officeDocument/2006/relationships/image" Target="../media/image47.png"/><Relationship Id="rId180" Type="http://schemas.openxmlformats.org/officeDocument/2006/relationships/customXml" Target="../ink/ink128.xml"/><Relationship Id="rId26" Type="http://schemas.openxmlformats.org/officeDocument/2006/relationships/customXml" Target="../ink/ink51.xml"/><Relationship Id="rId47" Type="http://schemas.openxmlformats.org/officeDocument/2006/relationships/image" Target="../media/image66.png"/><Relationship Id="rId68" Type="http://schemas.openxmlformats.org/officeDocument/2006/relationships/customXml" Target="../ink/ink72.xml"/><Relationship Id="rId89" Type="http://schemas.openxmlformats.org/officeDocument/2006/relationships/image" Target="../media/image87.png"/><Relationship Id="rId112" Type="http://schemas.openxmlformats.org/officeDocument/2006/relationships/customXml" Target="../ink/ink94.xml"/><Relationship Id="rId133" Type="http://schemas.openxmlformats.org/officeDocument/2006/relationships/image" Target="../media/image109.png"/><Relationship Id="rId154" Type="http://schemas.openxmlformats.org/officeDocument/2006/relationships/customXml" Target="../ink/ink115.xml"/><Relationship Id="rId175" Type="http://schemas.openxmlformats.org/officeDocument/2006/relationships/image" Target="../media/image130.png"/><Relationship Id="rId196" Type="http://schemas.openxmlformats.org/officeDocument/2006/relationships/customXml" Target="../ink/ink136.xml"/><Relationship Id="rId200" Type="http://schemas.openxmlformats.org/officeDocument/2006/relationships/customXml" Target="../ink/ink138.xml"/><Relationship Id="rId16" Type="http://schemas.openxmlformats.org/officeDocument/2006/relationships/customXml" Target="../ink/ink46.xml"/><Relationship Id="rId37" Type="http://schemas.openxmlformats.org/officeDocument/2006/relationships/image" Target="../media/image61.png"/><Relationship Id="rId58" Type="http://schemas.openxmlformats.org/officeDocument/2006/relationships/customXml" Target="../ink/ink67.xml"/><Relationship Id="rId79" Type="http://schemas.openxmlformats.org/officeDocument/2006/relationships/image" Target="../media/image82.png"/><Relationship Id="rId102" Type="http://schemas.openxmlformats.org/officeDocument/2006/relationships/customXml" Target="../ink/ink89.xml"/><Relationship Id="rId123" Type="http://schemas.openxmlformats.org/officeDocument/2006/relationships/image" Target="../media/image104.png"/><Relationship Id="rId144" Type="http://schemas.openxmlformats.org/officeDocument/2006/relationships/customXml" Target="../ink/ink110.xml"/><Relationship Id="rId90" Type="http://schemas.openxmlformats.org/officeDocument/2006/relationships/customXml" Target="../ink/ink83.xml"/><Relationship Id="rId165" Type="http://schemas.openxmlformats.org/officeDocument/2006/relationships/image" Target="../media/image125.png"/><Relationship Id="rId186" Type="http://schemas.openxmlformats.org/officeDocument/2006/relationships/customXml" Target="../ink/ink131.xml"/><Relationship Id="rId27" Type="http://schemas.openxmlformats.org/officeDocument/2006/relationships/image" Target="../media/image56.png"/><Relationship Id="rId48" Type="http://schemas.openxmlformats.org/officeDocument/2006/relationships/customXml" Target="../ink/ink62.xml"/><Relationship Id="rId69" Type="http://schemas.openxmlformats.org/officeDocument/2006/relationships/image" Target="../media/image77.png"/><Relationship Id="rId113" Type="http://schemas.openxmlformats.org/officeDocument/2006/relationships/image" Target="../media/image99.png"/><Relationship Id="rId134" Type="http://schemas.openxmlformats.org/officeDocument/2006/relationships/customXml" Target="../ink/ink105.xml"/><Relationship Id="rId80" Type="http://schemas.openxmlformats.org/officeDocument/2006/relationships/customXml" Target="../ink/ink78.xml"/><Relationship Id="rId155" Type="http://schemas.openxmlformats.org/officeDocument/2006/relationships/image" Target="../media/image120.png"/><Relationship Id="rId176" Type="http://schemas.openxmlformats.org/officeDocument/2006/relationships/customXml" Target="../ink/ink126.xml"/><Relationship Id="rId197" Type="http://schemas.openxmlformats.org/officeDocument/2006/relationships/image" Target="../media/image141.png"/><Relationship Id="rId201" Type="http://schemas.openxmlformats.org/officeDocument/2006/relationships/image" Target="../media/image143.png"/><Relationship Id="rId17" Type="http://schemas.openxmlformats.org/officeDocument/2006/relationships/image" Target="../media/image51.png"/><Relationship Id="rId38" Type="http://schemas.openxmlformats.org/officeDocument/2006/relationships/customXml" Target="../ink/ink57.xml"/><Relationship Id="rId59" Type="http://schemas.openxmlformats.org/officeDocument/2006/relationships/image" Target="../media/image72.png"/><Relationship Id="rId103" Type="http://schemas.openxmlformats.org/officeDocument/2006/relationships/image" Target="../media/image94.png"/><Relationship Id="rId124" Type="http://schemas.openxmlformats.org/officeDocument/2006/relationships/customXml" Target="../ink/ink100.xml"/><Relationship Id="rId70" Type="http://schemas.openxmlformats.org/officeDocument/2006/relationships/customXml" Target="../ink/ink73.xml"/><Relationship Id="rId91" Type="http://schemas.openxmlformats.org/officeDocument/2006/relationships/image" Target="../media/image88.png"/><Relationship Id="rId145" Type="http://schemas.openxmlformats.org/officeDocument/2006/relationships/image" Target="../media/image115.png"/><Relationship Id="rId166" Type="http://schemas.openxmlformats.org/officeDocument/2006/relationships/customXml" Target="../ink/ink121.xml"/><Relationship Id="rId187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52.xml"/><Relationship Id="rId49" Type="http://schemas.openxmlformats.org/officeDocument/2006/relationships/image" Target="../media/image67.png"/><Relationship Id="rId114" Type="http://schemas.openxmlformats.org/officeDocument/2006/relationships/customXml" Target="../ink/ink95.xml"/><Relationship Id="rId60" Type="http://schemas.openxmlformats.org/officeDocument/2006/relationships/customXml" Target="../ink/ink68.xml"/><Relationship Id="rId81" Type="http://schemas.openxmlformats.org/officeDocument/2006/relationships/image" Target="../media/image83.png"/><Relationship Id="rId135" Type="http://schemas.openxmlformats.org/officeDocument/2006/relationships/image" Target="../media/image110.png"/><Relationship Id="rId156" Type="http://schemas.openxmlformats.org/officeDocument/2006/relationships/customXml" Target="../ink/ink116.xml"/><Relationship Id="rId177" Type="http://schemas.openxmlformats.org/officeDocument/2006/relationships/image" Target="../media/image131.png"/><Relationship Id="rId198" Type="http://schemas.openxmlformats.org/officeDocument/2006/relationships/customXml" Target="../ink/ink137.xml"/><Relationship Id="rId202" Type="http://schemas.openxmlformats.org/officeDocument/2006/relationships/customXml" Target="../ink/ink139.xml"/><Relationship Id="rId18" Type="http://schemas.openxmlformats.org/officeDocument/2006/relationships/customXml" Target="../ink/ink47.xml"/><Relationship Id="rId39" Type="http://schemas.openxmlformats.org/officeDocument/2006/relationships/image" Target="../media/image62.png"/><Relationship Id="rId50" Type="http://schemas.openxmlformats.org/officeDocument/2006/relationships/customXml" Target="../ink/ink63.xml"/><Relationship Id="rId104" Type="http://schemas.openxmlformats.org/officeDocument/2006/relationships/customXml" Target="../ink/ink90.xml"/><Relationship Id="rId125" Type="http://schemas.openxmlformats.org/officeDocument/2006/relationships/image" Target="../media/image105.png"/><Relationship Id="rId146" Type="http://schemas.openxmlformats.org/officeDocument/2006/relationships/customXml" Target="../ink/ink111.xml"/><Relationship Id="rId167" Type="http://schemas.openxmlformats.org/officeDocument/2006/relationships/image" Target="../media/image126.png"/><Relationship Id="rId188" Type="http://schemas.openxmlformats.org/officeDocument/2006/relationships/customXml" Target="../ink/ink132.xml"/><Relationship Id="rId71" Type="http://schemas.openxmlformats.org/officeDocument/2006/relationships/image" Target="../media/image78.png"/><Relationship Id="rId92" Type="http://schemas.openxmlformats.org/officeDocument/2006/relationships/customXml" Target="../ink/ink8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97.xml"/><Relationship Id="rId299" Type="http://schemas.openxmlformats.org/officeDocument/2006/relationships/customXml" Target="../ink/ink288.xml"/><Relationship Id="rId21" Type="http://schemas.openxmlformats.org/officeDocument/2006/relationships/customXml" Target="../ink/ink149.xml"/><Relationship Id="rId63" Type="http://schemas.openxmlformats.org/officeDocument/2006/relationships/customXml" Target="../ink/ink170.xml"/><Relationship Id="rId159" Type="http://schemas.openxmlformats.org/officeDocument/2006/relationships/customXml" Target="../ink/ink218.xml"/><Relationship Id="rId324" Type="http://schemas.openxmlformats.org/officeDocument/2006/relationships/image" Target="../media/image305.png"/><Relationship Id="rId366" Type="http://schemas.openxmlformats.org/officeDocument/2006/relationships/image" Target="../media/image326.png"/><Relationship Id="rId170" Type="http://schemas.openxmlformats.org/officeDocument/2006/relationships/image" Target="../media/image228.png"/><Relationship Id="rId226" Type="http://schemas.openxmlformats.org/officeDocument/2006/relationships/image" Target="../media/image256.png"/><Relationship Id="rId433" Type="http://schemas.openxmlformats.org/officeDocument/2006/relationships/customXml" Target="../ink/ink355.xml"/><Relationship Id="rId268" Type="http://schemas.openxmlformats.org/officeDocument/2006/relationships/image" Target="../media/image277.png"/><Relationship Id="rId475" Type="http://schemas.openxmlformats.org/officeDocument/2006/relationships/customXml" Target="../ink/ink376.xml"/><Relationship Id="rId32" Type="http://schemas.openxmlformats.org/officeDocument/2006/relationships/image" Target="../media/image159.png"/><Relationship Id="rId74" Type="http://schemas.openxmlformats.org/officeDocument/2006/relationships/image" Target="../media/image180.png"/><Relationship Id="rId128" Type="http://schemas.openxmlformats.org/officeDocument/2006/relationships/image" Target="../media/image207.png"/><Relationship Id="rId335" Type="http://schemas.openxmlformats.org/officeDocument/2006/relationships/customXml" Target="../ink/ink306.xml"/><Relationship Id="rId377" Type="http://schemas.openxmlformats.org/officeDocument/2006/relationships/customXml" Target="../ink/ink327.xml"/><Relationship Id="rId5" Type="http://schemas.openxmlformats.org/officeDocument/2006/relationships/customXml" Target="../ink/ink141.xml"/><Relationship Id="rId181" Type="http://schemas.openxmlformats.org/officeDocument/2006/relationships/customXml" Target="../ink/ink229.xml"/><Relationship Id="rId237" Type="http://schemas.openxmlformats.org/officeDocument/2006/relationships/customXml" Target="../ink/ink257.xml"/><Relationship Id="rId402" Type="http://schemas.openxmlformats.org/officeDocument/2006/relationships/image" Target="../media/image344.png"/><Relationship Id="rId279" Type="http://schemas.openxmlformats.org/officeDocument/2006/relationships/customXml" Target="../ink/ink278.xml"/><Relationship Id="rId444" Type="http://schemas.openxmlformats.org/officeDocument/2006/relationships/image" Target="../media/image365.png"/><Relationship Id="rId486" Type="http://schemas.openxmlformats.org/officeDocument/2006/relationships/image" Target="../media/image386.png"/><Relationship Id="rId43" Type="http://schemas.openxmlformats.org/officeDocument/2006/relationships/customXml" Target="../ink/ink160.xml"/><Relationship Id="rId139" Type="http://schemas.openxmlformats.org/officeDocument/2006/relationships/customXml" Target="../ink/ink208.xml"/><Relationship Id="rId290" Type="http://schemas.openxmlformats.org/officeDocument/2006/relationships/image" Target="../media/image288.png"/><Relationship Id="rId304" Type="http://schemas.openxmlformats.org/officeDocument/2006/relationships/image" Target="../media/image295.png"/><Relationship Id="rId346" Type="http://schemas.openxmlformats.org/officeDocument/2006/relationships/image" Target="../media/image316.png"/><Relationship Id="rId388" Type="http://schemas.openxmlformats.org/officeDocument/2006/relationships/image" Target="../media/image337.png"/><Relationship Id="rId85" Type="http://schemas.openxmlformats.org/officeDocument/2006/relationships/customXml" Target="../ink/ink181.xml"/><Relationship Id="rId150" Type="http://schemas.openxmlformats.org/officeDocument/2006/relationships/image" Target="../media/image218.png"/><Relationship Id="rId192" Type="http://schemas.openxmlformats.org/officeDocument/2006/relationships/image" Target="../media/image239.png"/><Relationship Id="rId206" Type="http://schemas.openxmlformats.org/officeDocument/2006/relationships/image" Target="../media/image246.png"/><Relationship Id="rId413" Type="http://schemas.openxmlformats.org/officeDocument/2006/relationships/customXml" Target="../ink/ink345.xml"/><Relationship Id="rId248" Type="http://schemas.openxmlformats.org/officeDocument/2006/relationships/image" Target="../media/image267.png"/><Relationship Id="rId455" Type="http://schemas.openxmlformats.org/officeDocument/2006/relationships/customXml" Target="../ink/ink366.xml"/><Relationship Id="rId12" Type="http://schemas.openxmlformats.org/officeDocument/2006/relationships/image" Target="../media/image149.png"/><Relationship Id="rId108" Type="http://schemas.openxmlformats.org/officeDocument/2006/relationships/image" Target="../media/image197.png"/><Relationship Id="rId315" Type="http://schemas.openxmlformats.org/officeDocument/2006/relationships/customXml" Target="../ink/ink296.xml"/><Relationship Id="rId357" Type="http://schemas.openxmlformats.org/officeDocument/2006/relationships/customXml" Target="../ink/ink317.xml"/><Relationship Id="rId54" Type="http://schemas.openxmlformats.org/officeDocument/2006/relationships/image" Target="../media/image170.png"/><Relationship Id="rId96" Type="http://schemas.openxmlformats.org/officeDocument/2006/relationships/image" Target="../media/image191.png"/><Relationship Id="rId161" Type="http://schemas.openxmlformats.org/officeDocument/2006/relationships/customXml" Target="../ink/ink219.xml"/><Relationship Id="rId217" Type="http://schemas.openxmlformats.org/officeDocument/2006/relationships/customXml" Target="../ink/ink247.xml"/><Relationship Id="rId399" Type="http://schemas.openxmlformats.org/officeDocument/2006/relationships/customXml" Target="../ink/ink338.xml"/><Relationship Id="rId259" Type="http://schemas.openxmlformats.org/officeDocument/2006/relationships/customXml" Target="../ink/ink268.xml"/><Relationship Id="rId424" Type="http://schemas.openxmlformats.org/officeDocument/2006/relationships/image" Target="../media/image355.png"/><Relationship Id="rId466" Type="http://schemas.openxmlformats.org/officeDocument/2006/relationships/image" Target="../media/image376.png"/><Relationship Id="rId23" Type="http://schemas.openxmlformats.org/officeDocument/2006/relationships/customXml" Target="../ink/ink150.xml"/><Relationship Id="rId119" Type="http://schemas.openxmlformats.org/officeDocument/2006/relationships/customXml" Target="../ink/ink198.xml"/><Relationship Id="rId270" Type="http://schemas.openxmlformats.org/officeDocument/2006/relationships/image" Target="../media/image278.png"/><Relationship Id="rId326" Type="http://schemas.openxmlformats.org/officeDocument/2006/relationships/image" Target="../media/image306.png"/><Relationship Id="rId65" Type="http://schemas.openxmlformats.org/officeDocument/2006/relationships/customXml" Target="../ink/ink171.xml"/><Relationship Id="rId130" Type="http://schemas.openxmlformats.org/officeDocument/2006/relationships/image" Target="../media/image208.png"/><Relationship Id="rId368" Type="http://schemas.openxmlformats.org/officeDocument/2006/relationships/image" Target="../media/image327.png"/><Relationship Id="rId172" Type="http://schemas.openxmlformats.org/officeDocument/2006/relationships/image" Target="../media/image229.png"/><Relationship Id="rId228" Type="http://schemas.openxmlformats.org/officeDocument/2006/relationships/image" Target="../media/image257.png"/><Relationship Id="rId435" Type="http://schemas.openxmlformats.org/officeDocument/2006/relationships/customXml" Target="../ink/ink356.xml"/><Relationship Id="rId477" Type="http://schemas.openxmlformats.org/officeDocument/2006/relationships/customXml" Target="../ink/ink377.xml"/><Relationship Id="rId281" Type="http://schemas.openxmlformats.org/officeDocument/2006/relationships/customXml" Target="../ink/ink279.xml"/><Relationship Id="rId337" Type="http://schemas.openxmlformats.org/officeDocument/2006/relationships/customXml" Target="../ink/ink307.xml"/><Relationship Id="rId34" Type="http://schemas.openxmlformats.org/officeDocument/2006/relationships/image" Target="../media/image160.png"/><Relationship Id="rId76" Type="http://schemas.openxmlformats.org/officeDocument/2006/relationships/image" Target="../media/image181.png"/><Relationship Id="rId141" Type="http://schemas.openxmlformats.org/officeDocument/2006/relationships/customXml" Target="../ink/ink209.xml"/><Relationship Id="rId379" Type="http://schemas.openxmlformats.org/officeDocument/2006/relationships/customXml" Target="../ink/ink328.xml"/><Relationship Id="rId7" Type="http://schemas.openxmlformats.org/officeDocument/2006/relationships/customXml" Target="../ink/ink142.xml"/><Relationship Id="rId183" Type="http://schemas.openxmlformats.org/officeDocument/2006/relationships/customXml" Target="../ink/ink230.xml"/><Relationship Id="rId239" Type="http://schemas.openxmlformats.org/officeDocument/2006/relationships/customXml" Target="../ink/ink258.xml"/><Relationship Id="rId390" Type="http://schemas.openxmlformats.org/officeDocument/2006/relationships/image" Target="../media/image338.png"/><Relationship Id="rId404" Type="http://schemas.openxmlformats.org/officeDocument/2006/relationships/image" Target="../media/image345.png"/><Relationship Id="rId446" Type="http://schemas.openxmlformats.org/officeDocument/2006/relationships/image" Target="../media/image366.png"/><Relationship Id="rId250" Type="http://schemas.openxmlformats.org/officeDocument/2006/relationships/image" Target="../media/image268.png"/><Relationship Id="rId292" Type="http://schemas.openxmlformats.org/officeDocument/2006/relationships/image" Target="../media/image289.png"/><Relationship Id="rId306" Type="http://schemas.openxmlformats.org/officeDocument/2006/relationships/image" Target="../media/image296.png"/><Relationship Id="rId488" Type="http://schemas.openxmlformats.org/officeDocument/2006/relationships/image" Target="../media/image387.png"/><Relationship Id="rId45" Type="http://schemas.openxmlformats.org/officeDocument/2006/relationships/customXml" Target="../ink/ink161.xml"/><Relationship Id="rId87" Type="http://schemas.openxmlformats.org/officeDocument/2006/relationships/customXml" Target="../ink/ink182.xml"/><Relationship Id="rId110" Type="http://schemas.openxmlformats.org/officeDocument/2006/relationships/image" Target="../media/image198.png"/><Relationship Id="rId348" Type="http://schemas.openxmlformats.org/officeDocument/2006/relationships/image" Target="../media/image317.png"/><Relationship Id="rId152" Type="http://schemas.openxmlformats.org/officeDocument/2006/relationships/image" Target="../media/image219.png"/><Relationship Id="rId194" Type="http://schemas.openxmlformats.org/officeDocument/2006/relationships/image" Target="../media/image240.png"/><Relationship Id="rId208" Type="http://schemas.openxmlformats.org/officeDocument/2006/relationships/image" Target="../media/image247.png"/><Relationship Id="rId415" Type="http://schemas.openxmlformats.org/officeDocument/2006/relationships/customXml" Target="../ink/ink346.xml"/><Relationship Id="rId457" Type="http://schemas.openxmlformats.org/officeDocument/2006/relationships/customXml" Target="../ink/ink367.xml"/><Relationship Id="rId261" Type="http://schemas.openxmlformats.org/officeDocument/2006/relationships/customXml" Target="../ink/ink269.xml"/><Relationship Id="rId14" Type="http://schemas.openxmlformats.org/officeDocument/2006/relationships/image" Target="../media/image150.png"/><Relationship Id="rId56" Type="http://schemas.openxmlformats.org/officeDocument/2006/relationships/image" Target="../media/image171.png"/><Relationship Id="rId317" Type="http://schemas.openxmlformats.org/officeDocument/2006/relationships/customXml" Target="../ink/ink297.xml"/><Relationship Id="rId359" Type="http://schemas.openxmlformats.org/officeDocument/2006/relationships/customXml" Target="../ink/ink318.xml"/><Relationship Id="rId98" Type="http://schemas.openxmlformats.org/officeDocument/2006/relationships/image" Target="../media/image192.png"/><Relationship Id="rId121" Type="http://schemas.openxmlformats.org/officeDocument/2006/relationships/customXml" Target="../ink/ink199.xml"/><Relationship Id="rId163" Type="http://schemas.openxmlformats.org/officeDocument/2006/relationships/customXml" Target="../ink/ink220.xml"/><Relationship Id="rId219" Type="http://schemas.openxmlformats.org/officeDocument/2006/relationships/customXml" Target="../ink/ink248.xml"/><Relationship Id="rId370" Type="http://schemas.openxmlformats.org/officeDocument/2006/relationships/image" Target="../media/image328.png"/><Relationship Id="rId426" Type="http://schemas.openxmlformats.org/officeDocument/2006/relationships/image" Target="../media/image356.png"/><Relationship Id="rId230" Type="http://schemas.openxmlformats.org/officeDocument/2006/relationships/image" Target="../media/image258.png"/><Relationship Id="rId468" Type="http://schemas.openxmlformats.org/officeDocument/2006/relationships/image" Target="../media/image377.png"/><Relationship Id="rId25" Type="http://schemas.openxmlformats.org/officeDocument/2006/relationships/customXml" Target="../ink/ink151.xml"/><Relationship Id="rId67" Type="http://schemas.openxmlformats.org/officeDocument/2006/relationships/customXml" Target="../ink/ink172.xml"/><Relationship Id="rId272" Type="http://schemas.openxmlformats.org/officeDocument/2006/relationships/image" Target="../media/image279.png"/><Relationship Id="rId328" Type="http://schemas.openxmlformats.org/officeDocument/2006/relationships/image" Target="../media/image307.png"/><Relationship Id="rId132" Type="http://schemas.openxmlformats.org/officeDocument/2006/relationships/image" Target="../media/image209.png"/><Relationship Id="rId174" Type="http://schemas.openxmlformats.org/officeDocument/2006/relationships/image" Target="../media/image230.png"/><Relationship Id="rId381" Type="http://schemas.openxmlformats.org/officeDocument/2006/relationships/customXml" Target="../ink/ink329.xml"/><Relationship Id="rId241" Type="http://schemas.openxmlformats.org/officeDocument/2006/relationships/customXml" Target="../ink/ink259.xml"/><Relationship Id="rId437" Type="http://schemas.openxmlformats.org/officeDocument/2006/relationships/customXml" Target="../ink/ink357.xml"/><Relationship Id="rId479" Type="http://schemas.openxmlformats.org/officeDocument/2006/relationships/customXml" Target="../ink/ink378.xml"/><Relationship Id="rId36" Type="http://schemas.openxmlformats.org/officeDocument/2006/relationships/image" Target="../media/image161.png"/><Relationship Id="rId283" Type="http://schemas.openxmlformats.org/officeDocument/2006/relationships/customXml" Target="../ink/ink280.xml"/><Relationship Id="rId339" Type="http://schemas.openxmlformats.org/officeDocument/2006/relationships/customXml" Target="../ink/ink308.xml"/><Relationship Id="rId490" Type="http://schemas.openxmlformats.org/officeDocument/2006/relationships/image" Target="../media/image388.png"/><Relationship Id="rId78" Type="http://schemas.openxmlformats.org/officeDocument/2006/relationships/image" Target="../media/image182.png"/><Relationship Id="rId101" Type="http://schemas.openxmlformats.org/officeDocument/2006/relationships/customXml" Target="../ink/ink189.xml"/><Relationship Id="rId143" Type="http://schemas.openxmlformats.org/officeDocument/2006/relationships/customXml" Target="../ink/ink210.xml"/><Relationship Id="rId185" Type="http://schemas.openxmlformats.org/officeDocument/2006/relationships/customXml" Target="../ink/ink231.xml"/><Relationship Id="rId350" Type="http://schemas.openxmlformats.org/officeDocument/2006/relationships/image" Target="../media/image318.png"/><Relationship Id="rId406" Type="http://schemas.openxmlformats.org/officeDocument/2006/relationships/image" Target="../media/image346.png"/><Relationship Id="rId9" Type="http://schemas.openxmlformats.org/officeDocument/2006/relationships/customXml" Target="../ink/ink143.xml"/><Relationship Id="rId210" Type="http://schemas.openxmlformats.org/officeDocument/2006/relationships/image" Target="../media/image248.png"/><Relationship Id="rId392" Type="http://schemas.openxmlformats.org/officeDocument/2006/relationships/image" Target="../media/image339.png"/><Relationship Id="rId448" Type="http://schemas.openxmlformats.org/officeDocument/2006/relationships/image" Target="../media/image367.png"/><Relationship Id="rId252" Type="http://schemas.openxmlformats.org/officeDocument/2006/relationships/image" Target="../media/image269.png"/><Relationship Id="rId294" Type="http://schemas.openxmlformats.org/officeDocument/2006/relationships/image" Target="../media/image290.png"/><Relationship Id="rId308" Type="http://schemas.openxmlformats.org/officeDocument/2006/relationships/image" Target="../media/image297.png"/><Relationship Id="rId47" Type="http://schemas.openxmlformats.org/officeDocument/2006/relationships/customXml" Target="../ink/ink162.xml"/><Relationship Id="rId89" Type="http://schemas.openxmlformats.org/officeDocument/2006/relationships/customXml" Target="../ink/ink183.xml"/><Relationship Id="rId112" Type="http://schemas.openxmlformats.org/officeDocument/2006/relationships/image" Target="../media/image199.png"/><Relationship Id="rId154" Type="http://schemas.openxmlformats.org/officeDocument/2006/relationships/image" Target="../media/image220.png"/><Relationship Id="rId361" Type="http://schemas.openxmlformats.org/officeDocument/2006/relationships/customXml" Target="../ink/ink319.xml"/><Relationship Id="rId196" Type="http://schemas.openxmlformats.org/officeDocument/2006/relationships/image" Target="../media/image241.png"/><Relationship Id="rId417" Type="http://schemas.openxmlformats.org/officeDocument/2006/relationships/customXml" Target="../ink/ink347.xml"/><Relationship Id="rId459" Type="http://schemas.openxmlformats.org/officeDocument/2006/relationships/customXml" Target="../ink/ink368.xml"/><Relationship Id="rId16" Type="http://schemas.openxmlformats.org/officeDocument/2006/relationships/image" Target="../media/image151.png"/><Relationship Id="rId221" Type="http://schemas.openxmlformats.org/officeDocument/2006/relationships/customXml" Target="../ink/ink249.xml"/><Relationship Id="rId263" Type="http://schemas.openxmlformats.org/officeDocument/2006/relationships/customXml" Target="../ink/ink270.xml"/><Relationship Id="rId319" Type="http://schemas.openxmlformats.org/officeDocument/2006/relationships/customXml" Target="../ink/ink298.xml"/><Relationship Id="rId470" Type="http://schemas.openxmlformats.org/officeDocument/2006/relationships/image" Target="../media/image378.png"/><Relationship Id="rId58" Type="http://schemas.openxmlformats.org/officeDocument/2006/relationships/image" Target="../media/image172.png"/><Relationship Id="rId123" Type="http://schemas.openxmlformats.org/officeDocument/2006/relationships/customXml" Target="../ink/ink200.xml"/><Relationship Id="rId330" Type="http://schemas.openxmlformats.org/officeDocument/2006/relationships/image" Target="../media/image308.png"/><Relationship Id="rId165" Type="http://schemas.openxmlformats.org/officeDocument/2006/relationships/customXml" Target="../ink/ink221.xml"/><Relationship Id="rId372" Type="http://schemas.openxmlformats.org/officeDocument/2006/relationships/image" Target="../media/image329.png"/><Relationship Id="rId428" Type="http://schemas.openxmlformats.org/officeDocument/2006/relationships/image" Target="../media/image357.png"/><Relationship Id="rId232" Type="http://schemas.openxmlformats.org/officeDocument/2006/relationships/image" Target="../media/image259.png"/><Relationship Id="rId274" Type="http://schemas.openxmlformats.org/officeDocument/2006/relationships/image" Target="../media/image280.png"/><Relationship Id="rId481" Type="http://schemas.openxmlformats.org/officeDocument/2006/relationships/customXml" Target="../ink/ink379.xml"/><Relationship Id="rId27" Type="http://schemas.openxmlformats.org/officeDocument/2006/relationships/customXml" Target="../ink/ink152.xml"/><Relationship Id="rId69" Type="http://schemas.openxmlformats.org/officeDocument/2006/relationships/customXml" Target="../ink/ink173.xml"/><Relationship Id="rId134" Type="http://schemas.openxmlformats.org/officeDocument/2006/relationships/image" Target="../media/image210.png"/><Relationship Id="rId80" Type="http://schemas.openxmlformats.org/officeDocument/2006/relationships/image" Target="../media/image183.png"/><Relationship Id="rId176" Type="http://schemas.openxmlformats.org/officeDocument/2006/relationships/image" Target="../media/image231.png"/><Relationship Id="rId341" Type="http://schemas.openxmlformats.org/officeDocument/2006/relationships/customXml" Target="../ink/ink309.xml"/><Relationship Id="rId383" Type="http://schemas.openxmlformats.org/officeDocument/2006/relationships/customXml" Target="../ink/ink330.xml"/><Relationship Id="rId439" Type="http://schemas.openxmlformats.org/officeDocument/2006/relationships/customXml" Target="../ink/ink358.xml"/><Relationship Id="rId201" Type="http://schemas.openxmlformats.org/officeDocument/2006/relationships/customXml" Target="../ink/ink239.xml"/><Relationship Id="rId243" Type="http://schemas.openxmlformats.org/officeDocument/2006/relationships/customXml" Target="../ink/ink260.xml"/><Relationship Id="rId285" Type="http://schemas.openxmlformats.org/officeDocument/2006/relationships/customXml" Target="../ink/ink281.xml"/><Relationship Id="rId450" Type="http://schemas.openxmlformats.org/officeDocument/2006/relationships/image" Target="../media/image368.png"/><Relationship Id="rId38" Type="http://schemas.openxmlformats.org/officeDocument/2006/relationships/image" Target="../media/image162.png"/><Relationship Id="rId103" Type="http://schemas.openxmlformats.org/officeDocument/2006/relationships/customXml" Target="../ink/ink190.xml"/><Relationship Id="rId310" Type="http://schemas.openxmlformats.org/officeDocument/2006/relationships/image" Target="../media/image298.png"/><Relationship Id="rId492" Type="http://schemas.openxmlformats.org/officeDocument/2006/relationships/image" Target="../media/image389.png"/><Relationship Id="rId91" Type="http://schemas.openxmlformats.org/officeDocument/2006/relationships/customXml" Target="../ink/ink184.xml"/><Relationship Id="rId145" Type="http://schemas.openxmlformats.org/officeDocument/2006/relationships/customXml" Target="../ink/ink211.xml"/><Relationship Id="rId187" Type="http://schemas.openxmlformats.org/officeDocument/2006/relationships/customXml" Target="../ink/ink232.xml"/><Relationship Id="rId352" Type="http://schemas.openxmlformats.org/officeDocument/2006/relationships/image" Target="../media/image319.png"/><Relationship Id="rId394" Type="http://schemas.openxmlformats.org/officeDocument/2006/relationships/image" Target="../media/image340.png"/><Relationship Id="rId408" Type="http://schemas.openxmlformats.org/officeDocument/2006/relationships/image" Target="../media/image347.png"/><Relationship Id="rId212" Type="http://schemas.openxmlformats.org/officeDocument/2006/relationships/image" Target="../media/image249.png"/><Relationship Id="rId254" Type="http://schemas.openxmlformats.org/officeDocument/2006/relationships/image" Target="../media/image270.png"/><Relationship Id="rId49" Type="http://schemas.openxmlformats.org/officeDocument/2006/relationships/customXml" Target="../ink/ink163.xml"/><Relationship Id="rId114" Type="http://schemas.openxmlformats.org/officeDocument/2006/relationships/image" Target="../media/image200.png"/><Relationship Id="rId296" Type="http://schemas.openxmlformats.org/officeDocument/2006/relationships/image" Target="../media/image291.png"/><Relationship Id="rId461" Type="http://schemas.openxmlformats.org/officeDocument/2006/relationships/customXml" Target="../ink/ink369.xml"/><Relationship Id="rId60" Type="http://schemas.openxmlformats.org/officeDocument/2006/relationships/image" Target="../media/image173.png"/><Relationship Id="rId156" Type="http://schemas.openxmlformats.org/officeDocument/2006/relationships/image" Target="../media/image221.png"/><Relationship Id="rId198" Type="http://schemas.openxmlformats.org/officeDocument/2006/relationships/image" Target="../media/image242.png"/><Relationship Id="rId321" Type="http://schemas.openxmlformats.org/officeDocument/2006/relationships/customXml" Target="../ink/ink299.xml"/><Relationship Id="rId363" Type="http://schemas.openxmlformats.org/officeDocument/2006/relationships/customXml" Target="../ink/ink320.xml"/><Relationship Id="rId419" Type="http://schemas.openxmlformats.org/officeDocument/2006/relationships/customXml" Target="../ink/ink348.xml"/><Relationship Id="rId223" Type="http://schemas.openxmlformats.org/officeDocument/2006/relationships/customXml" Target="../ink/ink250.xml"/><Relationship Id="rId430" Type="http://schemas.openxmlformats.org/officeDocument/2006/relationships/image" Target="../media/image358.png"/><Relationship Id="rId18" Type="http://schemas.openxmlformats.org/officeDocument/2006/relationships/image" Target="../media/image152.png"/><Relationship Id="rId265" Type="http://schemas.openxmlformats.org/officeDocument/2006/relationships/customXml" Target="../ink/ink271.xml"/><Relationship Id="rId472" Type="http://schemas.openxmlformats.org/officeDocument/2006/relationships/image" Target="../media/image379.png"/><Relationship Id="rId125" Type="http://schemas.openxmlformats.org/officeDocument/2006/relationships/customXml" Target="../ink/ink201.xml"/><Relationship Id="rId167" Type="http://schemas.openxmlformats.org/officeDocument/2006/relationships/customXml" Target="../ink/ink222.xml"/><Relationship Id="rId332" Type="http://schemas.openxmlformats.org/officeDocument/2006/relationships/image" Target="../media/image309.png"/><Relationship Id="rId374" Type="http://schemas.openxmlformats.org/officeDocument/2006/relationships/image" Target="../media/image330.png"/><Relationship Id="rId71" Type="http://schemas.openxmlformats.org/officeDocument/2006/relationships/customXml" Target="../ink/ink174.xml"/><Relationship Id="rId234" Type="http://schemas.openxmlformats.org/officeDocument/2006/relationships/image" Target="../media/image260.png"/><Relationship Id="rId2" Type="http://schemas.openxmlformats.org/officeDocument/2006/relationships/image" Target="../media/image40.png"/><Relationship Id="rId29" Type="http://schemas.openxmlformats.org/officeDocument/2006/relationships/customXml" Target="../ink/ink153.xml"/><Relationship Id="rId276" Type="http://schemas.openxmlformats.org/officeDocument/2006/relationships/image" Target="../media/image281.png"/><Relationship Id="rId441" Type="http://schemas.openxmlformats.org/officeDocument/2006/relationships/customXml" Target="../ink/ink359.xml"/><Relationship Id="rId483" Type="http://schemas.openxmlformats.org/officeDocument/2006/relationships/customXml" Target="../ink/ink380.xml"/><Relationship Id="rId40" Type="http://schemas.openxmlformats.org/officeDocument/2006/relationships/image" Target="../media/image163.png"/><Relationship Id="rId136" Type="http://schemas.openxmlformats.org/officeDocument/2006/relationships/image" Target="../media/image211.png"/><Relationship Id="rId178" Type="http://schemas.openxmlformats.org/officeDocument/2006/relationships/image" Target="../media/image232.png"/><Relationship Id="rId301" Type="http://schemas.openxmlformats.org/officeDocument/2006/relationships/customXml" Target="../ink/ink289.xml"/><Relationship Id="rId343" Type="http://schemas.openxmlformats.org/officeDocument/2006/relationships/customXml" Target="../ink/ink310.xml"/><Relationship Id="rId82" Type="http://schemas.openxmlformats.org/officeDocument/2006/relationships/image" Target="../media/image184.png"/><Relationship Id="rId203" Type="http://schemas.openxmlformats.org/officeDocument/2006/relationships/customXml" Target="../ink/ink240.xml"/><Relationship Id="rId385" Type="http://schemas.openxmlformats.org/officeDocument/2006/relationships/customXml" Target="../ink/ink331.xml"/><Relationship Id="rId245" Type="http://schemas.openxmlformats.org/officeDocument/2006/relationships/customXml" Target="../ink/ink261.xml"/><Relationship Id="rId287" Type="http://schemas.openxmlformats.org/officeDocument/2006/relationships/customXml" Target="../ink/ink282.xml"/><Relationship Id="rId410" Type="http://schemas.openxmlformats.org/officeDocument/2006/relationships/image" Target="../media/image348.png"/><Relationship Id="rId452" Type="http://schemas.openxmlformats.org/officeDocument/2006/relationships/image" Target="../media/image369.png"/><Relationship Id="rId494" Type="http://schemas.openxmlformats.org/officeDocument/2006/relationships/image" Target="../media/image390.png"/><Relationship Id="rId105" Type="http://schemas.openxmlformats.org/officeDocument/2006/relationships/customXml" Target="../ink/ink191.xml"/><Relationship Id="rId147" Type="http://schemas.openxmlformats.org/officeDocument/2006/relationships/customXml" Target="../ink/ink212.xml"/><Relationship Id="rId312" Type="http://schemas.openxmlformats.org/officeDocument/2006/relationships/image" Target="../media/image299.png"/><Relationship Id="rId354" Type="http://schemas.openxmlformats.org/officeDocument/2006/relationships/image" Target="../media/image320.png"/><Relationship Id="rId51" Type="http://schemas.openxmlformats.org/officeDocument/2006/relationships/customXml" Target="../ink/ink164.xml"/><Relationship Id="rId93" Type="http://schemas.openxmlformats.org/officeDocument/2006/relationships/customXml" Target="../ink/ink185.xml"/><Relationship Id="rId189" Type="http://schemas.openxmlformats.org/officeDocument/2006/relationships/customXml" Target="../ink/ink233.xml"/><Relationship Id="rId396" Type="http://schemas.openxmlformats.org/officeDocument/2006/relationships/image" Target="../media/image341.png"/><Relationship Id="rId214" Type="http://schemas.openxmlformats.org/officeDocument/2006/relationships/image" Target="../media/image250.png"/><Relationship Id="rId256" Type="http://schemas.openxmlformats.org/officeDocument/2006/relationships/image" Target="../media/image271.png"/><Relationship Id="rId298" Type="http://schemas.openxmlformats.org/officeDocument/2006/relationships/image" Target="../media/image292.png"/><Relationship Id="rId421" Type="http://schemas.openxmlformats.org/officeDocument/2006/relationships/customXml" Target="../ink/ink349.xml"/><Relationship Id="rId463" Type="http://schemas.openxmlformats.org/officeDocument/2006/relationships/customXml" Target="../ink/ink370.xml"/><Relationship Id="rId116" Type="http://schemas.openxmlformats.org/officeDocument/2006/relationships/image" Target="../media/image201.png"/><Relationship Id="rId158" Type="http://schemas.openxmlformats.org/officeDocument/2006/relationships/image" Target="../media/image222.png"/><Relationship Id="rId323" Type="http://schemas.openxmlformats.org/officeDocument/2006/relationships/customXml" Target="../ink/ink300.xml"/><Relationship Id="rId20" Type="http://schemas.openxmlformats.org/officeDocument/2006/relationships/image" Target="../media/image153.png"/><Relationship Id="rId62" Type="http://schemas.openxmlformats.org/officeDocument/2006/relationships/image" Target="../media/image174.png"/><Relationship Id="rId365" Type="http://schemas.openxmlformats.org/officeDocument/2006/relationships/customXml" Target="../ink/ink321.xml"/><Relationship Id="rId190" Type="http://schemas.openxmlformats.org/officeDocument/2006/relationships/image" Target="../media/image238.png"/><Relationship Id="rId204" Type="http://schemas.openxmlformats.org/officeDocument/2006/relationships/image" Target="../media/image245.png"/><Relationship Id="rId225" Type="http://schemas.openxmlformats.org/officeDocument/2006/relationships/customXml" Target="../ink/ink251.xml"/><Relationship Id="rId246" Type="http://schemas.openxmlformats.org/officeDocument/2006/relationships/image" Target="../media/image266.png"/><Relationship Id="rId267" Type="http://schemas.openxmlformats.org/officeDocument/2006/relationships/customXml" Target="../ink/ink272.xml"/><Relationship Id="rId288" Type="http://schemas.openxmlformats.org/officeDocument/2006/relationships/image" Target="../media/image287.png"/><Relationship Id="rId411" Type="http://schemas.openxmlformats.org/officeDocument/2006/relationships/customXml" Target="../ink/ink344.xml"/><Relationship Id="rId432" Type="http://schemas.openxmlformats.org/officeDocument/2006/relationships/image" Target="../media/image359.png"/><Relationship Id="rId453" Type="http://schemas.openxmlformats.org/officeDocument/2006/relationships/customXml" Target="../ink/ink365.xml"/><Relationship Id="rId474" Type="http://schemas.openxmlformats.org/officeDocument/2006/relationships/image" Target="../media/image380.png"/><Relationship Id="rId106" Type="http://schemas.openxmlformats.org/officeDocument/2006/relationships/image" Target="../media/image196.png"/><Relationship Id="rId127" Type="http://schemas.openxmlformats.org/officeDocument/2006/relationships/customXml" Target="../ink/ink202.xml"/><Relationship Id="rId313" Type="http://schemas.openxmlformats.org/officeDocument/2006/relationships/customXml" Target="../ink/ink295.xml"/><Relationship Id="rId10" Type="http://schemas.openxmlformats.org/officeDocument/2006/relationships/image" Target="../media/image148.png"/><Relationship Id="rId31" Type="http://schemas.openxmlformats.org/officeDocument/2006/relationships/customXml" Target="../ink/ink154.xml"/><Relationship Id="rId52" Type="http://schemas.openxmlformats.org/officeDocument/2006/relationships/image" Target="../media/image169.png"/><Relationship Id="rId73" Type="http://schemas.openxmlformats.org/officeDocument/2006/relationships/customXml" Target="../ink/ink175.xml"/><Relationship Id="rId94" Type="http://schemas.openxmlformats.org/officeDocument/2006/relationships/image" Target="../media/image190.png"/><Relationship Id="rId148" Type="http://schemas.openxmlformats.org/officeDocument/2006/relationships/image" Target="../media/image217.png"/><Relationship Id="rId169" Type="http://schemas.openxmlformats.org/officeDocument/2006/relationships/customXml" Target="../ink/ink223.xml"/><Relationship Id="rId334" Type="http://schemas.openxmlformats.org/officeDocument/2006/relationships/image" Target="../media/image310.png"/><Relationship Id="rId355" Type="http://schemas.openxmlformats.org/officeDocument/2006/relationships/customXml" Target="../ink/ink316.xml"/><Relationship Id="rId376" Type="http://schemas.openxmlformats.org/officeDocument/2006/relationships/image" Target="../media/image331.png"/><Relationship Id="rId397" Type="http://schemas.openxmlformats.org/officeDocument/2006/relationships/customXml" Target="../ink/ink337.xml"/><Relationship Id="rId4" Type="http://schemas.openxmlformats.org/officeDocument/2006/relationships/image" Target="../media/image145.png"/><Relationship Id="rId180" Type="http://schemas.openxmlformats.org/officeDocument/2006/relationships/image" Target="../media/image233.png"/><Relationship Id="rId215" Type="http://schemas.openxmlformats.org/officeDocument/2006/relationships/customXml" Target="../ink/ink246.xml"/><Relationship Id="rId236" Type="http://schemas.openxmlformats.org/officeDocument/2006/relationships/image" Target="../media/image261.png"/><Relationship Id="rId257" Type="http://schemas.openxmlformats.org/officeDocument/2006/relationships/customXml" Target="../ink/ink267.xml"/><Relationship Id="rId278" Type="http://schemas.openxmlformats.org/officeDocument/2006/relationships/image" Target="../media/image282.png"/><Relationship Id="rId401" Type="http://schemas.openxmlformats.org/officeDocument/2006/relationships/customXml" Target="../ink/ink339.xml"/><Relationship Id="rId422" Type="http://schemas.openxmlformats.org/officeDocument/2006/relationships/image" Target="../media/image354.png"/><Relationship Id="rId443" Type="http://schemas.openxmlformats.org/officeDocument/2006/relationships/customXml" Target="../ink/ink360.xml"/><Relationship Id="rId464" Type="http://schemas.openxmlformats.org/officeDocument/2006/relationships/image" Target="../media/image375.png"/><Relationship Id="rId303" Type="http://schemas.openxmlformats.org/officeDocument/2006/relationships/customXml" Target="../ink/ink290.xml"/><Relationship Id="rId485" Type="http://schemas.openxmlformats.org/officeDocument/2006/relationships/customXml" Target="../ink/ink381.xml"/><Relationship Id="rId42" Type="http://schemas.openxmlformats.org/officeDocument/2006/relationships/image" Target="../media/image164.png"/><Relationship Id="rId84" Type="http://schemas.openxmlformats.org/officeDocument/2006/relationships/image" Target="../media/image185.png"/><Relationship Id="rId138" Type="http://schemas.openxmlformats.org/officeDocument/2006/relationships/image" Target="../media/image212.png"/><Relationship Id="rId345" Type="http://schemas.openxmlformats.org/officeDocument/2006/relationships/customXml" Target="../ink/ink311.xml"/><Relationship Id="rId387" Type="http://schemas.openxmlformats.org/officeDocument/2006/relationships/customXml" Target="../ink/ink332.xml"/><Relationship Id="rId191" Type="http://schemas.openxmlformats.org/officeDocument/2006/relationships/customXml" Target="../ink/ink234.xml"/><Relationship Id="rId205" Type="http://schemas.openxmlformats.org/officeDocument/2006/relationships/customXml" Target="../ink/ink241.xml"/><Relationship Id="rId247" Type="http://schemas.openxmlformats.org/officeDocument/2006/relationships/customXml" Target="../ink/ink262.xml"/><Relationship Id="rId412" Type="http://schemas.openxmlformats.org/officeDocument/2006/relationships/image" Target="../media/image349.png"/><Relationship Id="rId107" Type="http://schemas.openxmlformats.org/officeDocument/2006/relationships/customXml" Target="../ink/ink192.xml"/><Relationship Id="rId289" Type="http://schemas.openxmlformats.org/officeDocument/2006/relationships/customXml" Target="../ink/ink283.xml"/><Relationship Id="rId454" Type="http://schemas.openxmlformats.org/officeDocument/2006/relationships/image" Target="../media/image370.png"/><Relationship Id="rId11" Type="http://schemas.openxmlformats.org/officeDocument/2006/relationships/customXml" Target="../ink/ink144.xml"/><Relationship Id="rId53" Type="http://schemas.openxmlformats.org/officeDocument/2006/relationships/customXml" Target="../ink/ink165.xml"/><Relationship Id="rId149" Type="http://schemas.openxmlformats.org/officeDocument/2006/relationships/customXml" Target="../ink/ink213.xml"/><Relationship Id="rId314" Type="http://schemas.openxmlformats.org/officeDocument/2006/relationships/image" Target="../media/image300.png"/><Relationship Id="rId356" Type="http://schemas.openxmlformats.org/officeDocument/2006/relationships/image" Target="../media/image321.png"/><Relationship Id="rId398" Type="http://schemas.openxmlformats.org/officeDocument/2006/relationships/image" Target="../media/image342.png"/><Relationship Id="rId95" Type="http://schemas.openxmlformats.org/officeDocument/2006/relationships/customXml" Target="../ink/ink186.xml"/><Relationship Id="rId160" Type="http://schemas.openxmlformats.org/officeDocument/2006/relationships/image" Target="../media/image223.png"/><Relationship Id="rId216" Type="http://schemas.openxmlformats.org/officeDocument/2006/relationships/image" Target="../media/image251.png"/><Relationship Id="rId423" Type="http://schemas.openxmlformats.org/officeDocument/2006/relationships/customXml" Target="../ink/ink350.xml"/><Relationship Id="rId258" Type="http://schemas.openxmlformats.org/officeDocument/2006/relationships/image" Target="../media/image272.png"/><Relationship Id="rId465" Type="http://schemas.openxmlformats.org/officeDocument/2006/relationships/customXml" Target="../ink/ink371.xml"/><Relationship Id="rId22" Type="http://schemas.openxmlformats.org/officeDocument/2006/relationships/image" Target="../media/image154.png"/><Relationship Id="rId64" Type="http://schemas.openxmlformats.org/officeDocument/2006/relationships/image" Target="../media/image175.png"/><Relationship Id="rId118" Type="http://schemas.openxmlformats.org/officeDocument/2006/relationships/image" Target="../media/image202.png"/><Relationship Id="rId325" Type="http://schemas.openxmlformats.org/officeDocument/2006/relationships/customXml" Target="../ink/ink301.xml"/><Relationship Id="rId367" Type="http://schemas.openxmlformats.org/officeDocument/2006/relationships/customXml" Target="../ink/ink322.xml"/><Relationship Id="rId171" Type="http://schemas.openxmlformats.org/officeDocument/2006/relationships/customXml" Target="../ink/ink224.xml"/><Relationship Id="rId227" Type="http://schemas.openxmlformats.org/officeDocument/2006/relationships/customXml" Target="../ink/ink252.xml"/><Relationship Id="rId269" Type="http://schemas.openxmlformats.org/officeDocument/2006/relationships/customXml" Target="../ink/ink273.xml"/><Relationship Id="rId434" Type="http://schemas.openxmlformats.org/officeDocument/2006/relationships/image" Target="../media/image360.png"/><Relationship Id="rId476" Type="http://schemas.openxmlformats.org/officeDocument/2006/relationships/image" Target="../media/image381.png"/><Relationship Id="rId33" Type="http://schemas.openxmlformats.org/officeDocument/2006/relationships/customXml" Target="../ink/ink155.xml"/><Relationship Id="rId129" Type="http://schemas.openxmlformats.org/officeDocument/2006/relationships/customXml" Target="../ink/ink203.xml"/><Relationship Id="rId280" Type="http://schemas.openxmlformats.org/officeDocument/2006/relationships/image" Target="../media/image283.png"/><Relationship Id="rId336" Type="http://schemas.openxmlformats.org/officeDocument/2006/relationships/image" Target="../media/image311.png"/><Relationship Id="rId75" Type="http://schemas.openxmlformats.org/officeDocument/2006/relationships/customXml" Target="../ink/ink176.xml"/><Relationship Id="rId140" Type="http://schemas.openxmlformats.org/officeDocument/2006/relationships/image" Target="../media/image213.png"/><Relationship Id="rId182" Type="http://schemas.openxmlformats.org/officeDocument/2006/relationships/image" Target="../media/image234.png"/><Relationship Id="rId378" Type="http://schemas.openxmlformats.org/officeDocument/2006/relationships/image" Target="../media/image332.png"/><Relationship Id="rId403" Type="http://schemas.openxmlformats.org/officeDocument/2006/relationships/customXml" Target="../ink/ink340.xml"/><Relationship Id="rId6" Type="http://schemas.openxmlformats.org/officeDocument/2006/relationships/image" Target="../media/image146.png"/><Relationship Id="rId238" Type="http://schemas.openxmlformats.org/officeDocument/2006/relationships/image" Target="../media/image262.png"/><Relationship Id="rId445" Type="http://schemas.openxmlformats.org/officeDocument/2006/relationships/customXml" Target="../ink/ink361.xml"/><Relationship Id="rId487" Type="http://schemas.openxmlformats.org/officeDocument/2006/relationships/customXml" Target="../ink/ink382.xml"/><Relationship Id="rId291" Type="http://schemas.openxmlformats.org/officeDocument/2006/relationships/customXml" Target="../ink/ink284.xml"/><Relationship Id="rId305" Type="http://schemas.openxmlformats.org/officeDocument/2006/relationships/customXml" Target="../ink/ink291.xml"/><Relationship Id="rId347" Type="http://schemas.openxmlformats.org/officeDocument/2006/relationships/customXml" Target="../ink/ink312.xml"/><Relationship Id="rId44" Type="http://schemas.openxmlformats.org/officeDocument/2006/relationships/image" Target="../media/image165.png"/><Relationship Id="rId86" Type="http://schemas.openxmlformats.org/officeDocument/2006/relationships/image" Target="../media/image186.png"/><Relationship Id="rId151" Type="http://schemas.openxmlformats.org/officeDocument/2006/relationships/customXml" Target="../ink/ink214.xml"/><Relationship Id="rId389" Type="http://schemas.openxmlformats.org/officeDocument/2006/relationships/customXml" Target="../ink/ink333.xml"/><Relationship Id="rId193" Type="http://schemas.openxmlformats.org/officeDocument/2006/relationships/customXml" Target="../ink/ink235.xml"/><Relationship Id="rId207" Type="http://schemas.openxmlformats.org/officeDocument/2006/relationships/customXml" Target="../ink/ink242.xml"/><Relationship Id="rId249" Type="http://schemas.openxmlformats.org/officeDocument/2006/relationships/customXml" Target="../ink/ink263.xml"/><Relationship Id="rId414" Type="http://schemas.openxmlformats.org/officeDocument/2006/relationships/image" Target="../media/image350.png"/><Relationship Id="rId456" Type="http://schemas.openxmlformats.org/officeDocument/2006/relationships/image" Target="../media/image371.png"/><Relationship Id="rId13" Type="http://schemas.openxmlformats.org/officeDocument/2006/relationships/customXml" Target="../ink/ink145.xml"/><Relationship Id="rId109" Type="http://schemas.openxmlformats.org/officeDocument/2006/relationships/customXml" Target="../ink/ink193.xml"/><Relationship Id="rId260" Type="http://schemas.openxmlformats.org/officeDocument/2006/relationships/image" Target="../media/image273.png"/><Relationship Id="rId316" Type="http://schemas.openxmlformats.org/officeDocument/2006/relationships/image" Target="../media/image301.png"/><Relationship Id="rId55" Type="http://schemas.openxmlformats.org/officeDocument/2006/relationships/customXml" Target="../ink/ink166.xml"/><Relationship Id="rId97" Type="http://schemas.openxmlformats.org/officeDocument/2006/relationships/customXml" Target="../ink/ink187.xml"/><Relationship Id="rId120" Type="http://schemas.openxmlformats.org/officeDocument/2006/relationships/image" Target="../media/image203.png"/><Relationship Id="rId358" Type="http://schemas.openxmlformats.org/officeDocument/2006/relationships/image" Target="../media/image322.png"/><Relationship Id="rId162" Type="http://schemas.openxmlformats.org/officeDocument/2006/relationships/image" Target="../media/image224.png"/><Relationship Id="rId218" Type="http://schemas.openxmlformats.org/officeDocument/2006/relationships/image" Target="../media/image252.png"/><Relationship Id="rId425" Type="http://schemas.openxmlformats.org/officeDocument/2006/relationships/customXml" Target="../ink/ink351.xml"/><Relationship Id="rId467" Type="http://schemas.openxmlformats.org/officeDocument/2006/relationships/customXml" Target="../ink/ink372.xml"/><Relationship Id="rId271" Type="http://schemas.openxmlformats.org/officeDocument/2006/relationships/customXml" Target="../ink/ink274.xml"/><Relationship Id="rId24" Type="http://schemas.openxmlformats.org/officeDocument/2006/relationships/image" Target="../media/image155.png"/><Relationship Id="rId66" Type="http://schemas.openxmlformats.org/officeDocument/2006/relationships/image" Target="../media/image176.png"/><Relationship Id="rId131" Type="http://schemas.openxmlformats.org/officeDocument/2006/relationships/customXml" Target="../ink/ink204.xml"/><Relationship Id="rId327" Type="http://schemas.openxmlformats.org/officeDocument/2006/relationships/customXml" Target="../ink/ink302.xml"/><Relationship Id="rId369" Type="http://schemas.openxmlformats.org/officeDocument/2006/relationships/customXml" Target="../ink/ink323.xml"/><Relationship Id="rId173" Type="http://schemas.openxmlformats.org/officeDocument/2006/relationships/customXml" Target="../ink/ink225.xml"/><Relationship Id="rId229" Type="http://schemas.openxmlformats.org/officeDocument/2006/relationships/customXml" Target="../ink/ink253.xml"/><Relationship Id="rId380" Type="http://schemas.openxmlformats.org/officeDocument/2006/relationships/image" Target="../media/image333.png"/><Relationship Id="rId436" Type="http://schemas.openxmlformats.org/officeDocument/2006/relationships/image" Target="../media/image361.png"/><Relationship Id="rId240" Type="http://schemas.openxmlformats.org/officeDocument/2006/relationships/image" Target="../media/image263.png"/><Relationship Id="rId478" Type="http://schemas.openxmlformats.org/officeDocument/2006/relationships/image" Target="../media/image382.png"/><Relationship Id="rId35" Type="http://schemas.openxmlformats.org/officeDocument/2006/relationships/customXml" Target="../ink/ink156.xml"/><Relationship Id="rId77" Type="http://schemas.openxmlformats.org/officeDocument/2006/relationships/customXml" Target="../ink/ink177.xml"/><Relationship Id="rId100" Type="http://schemas.openxmlformats.org/officeDocument/2006/relationships/image" Target="../media/image193.png"/><Relationship Id="rId282" Type="http://schemas.openxmlformats.org/officeDocument/2006/relationships/image" Target="../media/image284.png"/><Relationship Id="rId338" Type="http://schemas.openxmlformats.org/officeDocument/2006/relationships/image" Target="../media/image312.png"/><Relationship Id="rId8" Type="http://schemas.openxmlformats.org/officeDocument/2006/relationships/image" Target="../media/image147.png"/><Relationship Id="rId142" Type="http://schemas.openxmlformats.org/officeDocument/2006/relationships/image" Target="../media/image214.png"/><Relationship Id="rId184" Type="http://schemas.openxmlformats.org/officeDocument/2006/relationships/image" Target="../media/image235.png"/><Relationship Id="rId391" Type="http://schemas.openxmlformats.org/officeDocument/2006/relationships/customXml" Target="../ink/ink334.xml"/><Relationship Id="rId405" Type="http://schemas.openxmlformats.org/officeDocument/2006/relationships/customXml" Target="../ink/ink341.xml"/><Relationship Id="rId447" Type="http://schemas.openxmlformats.org/officeDocument/2006/relationships/customXml" Target="../ink/ink362.xml"/><Relationship Id="rId251" Type="http://schemas.openxmlformats.org/officeDocument/2006/relationships/customXml" Target="../ink/ink264.xml"/><Relationship Id="rId489" Type="http://schemas.openxmlformats.org/officeDocument/2006/relationships/customXml" Target="../ink/ink383.xml"/><Relationship Id="rId46" Type="http://schemas.openxmlformats.org/officeDocument/2006/relationships/image" Target="../media/image166.png"/><Relationship Id="rId293" Type="http://schemas.openxmlformats.org/officeDocument/2006/relationships/customXml" Target="../ink/ink285.xml"/><Relationship Id="rId307" Type="http://schemas.openxmlformats.org/officeDocument/2006/relationships/customXml" Target="../ink/ink292.xml"/><Relationship Id="rId349" Type="http://schemas.openxmlformats.org/officeDocument/2006/relationships/customXml" Target="../ink/ink313.xml"/><Relationship Id="rId88" Type="http://schemas.openxmlformats.org/officeDocument/2006/relationships/image" Target="../media/image187.png"/><Relationship Id="rId111" Type="http://schemas.openxmlformats.org/officeDocument/2006/relationships/customXml" Target="../ink/ink194.xml"/><Relationship Id="rId153" Type="http://schemas.openxmlformats.org/officeDocument/2006/relationships/customXml" Target="../ink/ink215.xml"/><Relationship Id="rId195" Type="http://schemas.openxmlformats.org/officeDocument/2006/relationships/customXml" Target="../ink/ink236.xml"/><Relationship Id="rId209" Type="http://schemas.openxmlformats.org/officeDocument/2006/relationships/customXml" Target="../ink/ink243.xml"/><Relationship Id="rId360" Type="http://schemas.openxmlformats.org/officeDocument/2006/relationships/image" Target="../media/image323.png"/><Relationship Id="rId416" Type="http://schemas.openxmlformats.org/officeDocument/2006/relationships/image" Target="../media/image351.png"/><Relationship Id="rId220" Type="http://schemas.openxmlformats.org/officeDocument/2006/relationships/image" Target="../media/image253.png"/><Relationship Id="rId458" Type="http://schemas.openxmlformats.org/officeDocument/2006/relationships/image" Target="../media/image372.png"/><Relationship Id="rId15" Type="http://schemas.openxmlformats.org/officeDocument/2006/relationships/customXml" Target="../ink/ink146.xml"/><Relationship Id="rId57" Type="http://schemas.openxmlformats.org/officeDocument/2006/relationships/customXml" Target="../ink/ink167.xml"/><Relationship Id="rId262" Type="http://schemas.openxmlformats.org/officeDocument/2006/relationships/image" Target="../media/image274.png"/><Relationship Id="rId318" Type="http://schemas.openxmlformats.org/officeDocument/2006/relationships/image" Target="../media/image302.png"/><Relationship Id="rId99" Type="http://schemas.openxmlformats.org/officeDocument/2006/relationships/customXml" Target="../ink/ink188.xml"/><Relationship Id="rId122" Type="http://schemas.openxmlformats.org/officeDocument/2006/relationships/image" Target="../media/image204.png"/><Relationship Id="rId164" Type="http://schemas.openxmlformats.org/officeDocument/2006/relationships/image" Target="../media/image225.png"/><Relationship Id="rId371" Type="http://schemas.openxmlformats.org/officeDocument/2006/relationships/customXml" Target="../ink/ink324.xml"/><Relationship Id="rId427" Type="http://schemas.openxmlformats.org/officeDocument/2006/relationships/customXml" Target="../ink/ink352.xml"/><Relationship Id="rId469" Type="http://schemas.openxmlformats.org/officeDocument/2006/relationships/customXml" Target="../ink/ink373.xml"/><Relationship Id="rId26" Type="http://schemas.openxmlformats.org/officeDocument/2006/relationships/image" Target="../media/image156.png"/><Relationship Id="rId231" Type="http://schemas.openxmlformats.org/officeDocument/2006/relationships/customXml" Target="../ink/ink254.xml"/><Relationship Id="rId273" Type="http://schemas.openxmlformats.org/officeDocument/2006/relationships/customXml" Target="../ink/ink275.xml"/><Relationship Id="rId329" Type="http://schemas.openxmlformats.org/officeDocument/2006/relationships/customXml" Target="../ink/ink303.xml"/><Relationship Id="rId480" Type="http://schemas.openxmlformats.org/officeDocument/2006/relationships/image" Target="../media/image383.png"/><Relationship Id="rId68" Type="http://schemas.openxmlformats.org/officeDocument/2006/relationships/image" Target="../media/image177.png"/><Relationship Id="rId133" Type="http://schemas.openxmlformats.org/officeDocument/2006/relationships/customXml" Target="../ink/ink205.xml"/><Relationship Id="rId175" Type="http://schemas.openxmlformats.org/officeDocument/2006/relationships/customXml" Target="../ink/ink226.xml"/><Relationship Id="rId340" Type="http://schemas.openxmlformats.org/officeDocument/2006/relationships/image" Target="../media/image313.png"/><Relationship Id="rId200" Type="http://schemas.openxmlformats.org/officeDocument/2006/relationships/image" Target="../media/image243.png"/><Relationship Id="rId382" Type="http://schemas.openxmlformats.org/officeDocument/2006/relationships/image" Target="../media/image334.png"/><Relationship Id="rId438" Type="http://schemas.openxmlformats.org/officeDocument/2006/relationships/image" Target="../media/image362.png"/><Relationship Id="rId242" Type="http://schemas.openxmlformats.org/officeDocument/2006/relationships/image" Target="../media/image264.png"/><Relationship Id="rId284" Type="http://schemas.openxmlformats.org/officeDocument/2006/relationships/image" Target="../media/image285.png"/><Relationship Id="rId491" Type="http://schemas.openxmlformats.org/officeDocument/2006/relationships/customXml" Target="../ink/ink384.xml"/><Relationship Id="rId37" Type="http://schemas.openxmlformats.org/officeDocument/2006/relationships/customXml" Target="../ink/ink157.xml"/><Relationship Id="rId79" Type="http://schemas.openxmlformats.org/officeDocument/2006/relationships/customXml" Target="../ink/ink178.xml"/><Relationship Id="rId102" Type="http://schemas.openxmlformats.org/officeDocument/2006/relationships/image" Target="../media/image194.png"/><Relationship Id="rId144" Type="http://schemas.openxmlformats.org/officeDocument/2006/relationships/image" Target="../media/image215.png"/><Relationship Id="rId90" Type="http://schemas.openxmlformats.org/officeDocument/2006/relationships/image" Target="../media/image188.png"/><Relationship Id="rId186" Type="http://schemas.openxmlformats.org/officeDocument/2006/relationships/image" Target="../media/image236.png"/><Relationship Id="rId351" Type="http://schemas.openxmlformats.org/officeDocument/2006/relationships/customXml" Target="../ink/ink314.xml"/><Relationship Id="rId393" Type="http://schemas.openxmlformats.org/officeDocument/2006/relationships/customXml" Target="../ink/ink335.xml"/><Relationship Id="rId407" Type="http://schemas.openxmlformats.org/officeDocument/2006/relationships/customXml" Target="../ink/ink342.xml"/><Relationship Id="rId449" Type="http://schemas.openxmlformats.org/officeDocument/2006/relationships/customXml" Target="../ink/ink363.xml"/><Relationship Id="rId211" Type="http://schemas.openxmlformats.org/officeDocument/2006/relationships/customXml" Target="../ink/ink244.xml"/><Relationship Id="rId253" Type="http://schemas.openxmlformats.org/officeDocument/2006/relationships/customXml" Target="../ink/ink265.xml"/><Relationship Id="rId295" Type="http://schemas.openxmlformats.org/officeDocument/2006/relationships/customXml" Target="../ink/ink286.xml"/><Relationship Id="rId309" Type="http://schemas.openxmlformats.org/officeDocument/2006/relationships/customXml" Target="../ink/ink293.xml"/><Relationship Id="rId460" Type="http://schemas.openxmlformats.org/officeDocument/2006/relationships/image" Target="../media/image373.png"/><Relationship Id="rId48" Type="http://schemas.openxmlformats.org/officeDocument/2006/relationships/image" Target="../media/image167.png"/><Relationship Id="rId113" Type="http://schemas.openxmlformats.org/officeDocument/2006/relationships/customXml" Target="../ink/ink195.xml"/><Relationship Id="rId320" Type="http://schemas.openxmlformats.org/officeDocument/2006/relationships/image" Target="../media/image303.png"/><Relationship Id="rId155" Type="http://schemas.openxmlformats.org/officeDocument/2006/relationships/customXml" Target="../ink/ink216.xml"/><Relationship Id="rId197" Type="http://schemas.openxmlformats.org/officeDocument/2006/relationships/customXml" Target="../ink/ink237.xml"/><Relationship Id="rId362" Type="http://schemas.openxmlformats.org/officeDocument/2006/relationships/image" Target="../media/image324.png"/><Relationship Id="rId418" Type="http://schemas.openxmlformats.org/officeDocument/2006/relationships/image" Target="../media/image352.png"/><Relationship Id="rId222" Type="http://schemas.openxmlformats.org/officeDocument/2006/relationships/image" Target="../media/image254.png"/><Relationship Id="rId264" Type="http://schemas.openxmlformats.org/officeDocument/2006/relationships/image" Target="../media/image275.png"/><Relationship Id="rId471" Type="http://schemas.openxmlformats.org/officeDocument/2006/relationships/customXml" Target="../ink/ink374.xml"/><Relationship Id="rId17" Type="http://schemas.openxmlformats.org/officeDocument/2006/relationships/customXml" Target="../ink/ink147.xml"/><Relationship Id="rId59" Type="http://schemas.openxmlformats.org/officeDocument/2006/relationships/customXml" Target="../ink/ink168.xml"/><Relationship Id="rId124" Type="http://schemas.openxmlformats.org/officeDocument/2006/relationships/image" Target="../media/image205.png"/><Relationship Id="rId70" Type="http://schemas.openxmlformats.org/officeDocument/2006/relationships/image" Target="../media/image178.png"/><Relationship Id="rId166" Type="http://schemas.openxmlformats.org/officeDocument/2006/relationships/image" Target="../media/image226.png"/><Relationship Id="rId331" Type="http://schemas.openxmlformats.org/officeDocument/2006/relationships/customXml" Target="../ink/ink304.xml"/><Relationship Id="rId373" Type="http://schemas.openxmlformats.org/officeDocument/2006/relationships/customXml" Target="../ink/ink325.xml"/><Relationship Id="rId429" Type="http://schemas.openxmlformats.org/officeDocument/2006/relationships/customXml" Target="../ink/ink353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255.xml"/><Relationship Id="rId440" Type="http://schemas.openxmlformats.org/officeDocument/2006/relationships/image" Target="../media/image363.png"/><Relationship Id="rId28" Type="http://schemas.openxmlformats.org/officeDocument/2006/relationships/image" Target="../media/image157.png"/><Relationship Id="rId275" Type="http://schemas.openxmlformats.org/officeDocument/2006/relationships/customXml" Target="../ink/ink276.xml"/><Relationship Id="rId300" Type="http://schemas.openxmlformats.org/officeDocument/2006/relationships/image" Target="../media/image293.png"/><Relationship Id="rId482" Type="http://schemas.openxmlformats.org/officeDocument/2006/relationships/image" Target="../media/image384.png"/><Relationship Id="rId81" Type="http://schemas.openxmlformats.org/officeDocument/2006/relationships/customXml" Target="../ink/ink179.xml"/><Relationship Id="rId135" Type="http://schemas.openxmlformats.org/officeDocument/2006/relationships/customXml" Target="../ink/ink206.xml"/><Relationship Id="rId177" Type="http://schemas.openxmlformats.org/officeDocument/2006/relationships/customXml" Target="../ink/ink227.xml"/><Relationship Id="rId342" Type="http://schemas.openxmlformats.org/officeDocument/2006/relationships/image" Target="../media/image314.png"/><Relationship Id="rId384" Type="http://schemas.openxmlformats.org/officeDocument/2006/relationships/image" Target="../media/image335.png"/><Relationship Id="rId202" Type="http://schemas.openxmlformats.org/officeDocument/2006/relationships/image" Target="../media/image244.png"/><Relationship Id="rId244" Type="http://schemas.openxmlformats.org/officeDocument/2006/relationships/image" Target="../media/image265.png"/><Relationship Id="rId39" Type="http://schemas.openxmlformats.org/officeDocument/2006/relationships/customXml" Target="../ink/ink158.xml"/><Relationship Id="rId286" Type="http://schemas.openxmlformats.org/officeDocument/2006/relationships/image" Target="../media/image286.png"/><Relationship Id="rId451" Type="http://schemas.openxmlformats.org/officeDocument/2006/relationships/customXml" Target="../ink/ink364.xml"/><Relationship Id="rId493" Type="http://schemas.openxmlformats.org/officeDocument/2006/relationships/customXml" Target="../ink/ink385.xml"/><Relationship Id="rId50" Type="http://schemas.openxmlformats.org/officeDocument/2006/relationships/image" Target="../media/image168.png"/><Relationship Id="rId104" Type="http://schemas.openxmlformats.org/officeDocument/2006/relationships/image" Target="../media/image195.png"/><Relationship Id="rId146" Type="http://schemas.openxmlformats.org/officeDocument/2006/relationships/image" Target="../media/image216.png"/><Relationship Id="rId188" Type="http://schemas.openxmlformats.org/officeDocument/2006/relationships/image" Target="../media/image237.png"/><Relationship Id="rId311" Type="http://schemas.openxmlformats.org/officeDocument/2006/relationships/customXml" Target="../ink/ink294.xml"/><Relationship Id="rId353" Type="http://schemas.openxmlformats.org/officeDocument/2006/relationships/customXml" Target="../ink/ink315.xml"/><Relationship Id="rId395" Type="http://schemas.openxmlformats.org/officeDocument/2006/relationships/customXml" Target="../ink/ink336.xml"/><Relationship Id="rId409" Type="http://schemas.openxmlformats.org/officeDocument/2006/relationships/customXml" Target="../ink/ink343.xml"/><Relationship Id="rId92" Type="http://schemas.openxmlformats.org/officeDocument/2006/relationships/image" Target="../media/image189.png"/><Relationship Id="rId213" Type="http://schemas.openxmlformats.org/officeDocument/2006/relationships/customXml" Target="../ink/ink245.xml"/><Relationship Id="rId420" Type="http://schemas.openxmlformats.org/officeDocument/2006/relationships/image" Target="../media/image353.png"/><Relationship Id="rId255" Type="http://schemas.openxmlformats.org/officeDocument/2006/relationships/customXml" Target="../ink/ink266.xml"/><Relationship Id="rId297" Type="http://schemas.openxmlformats.org/officeDocument/2006/relationships/customXml" Target="../ink/ink287.xml"/><Relationship Id="rId462" Type="http://schemas.openxmlformats.org/officeDocument/2006/relationships/image" Target="../media/image374.png"/><Relationship Id="rId115" Type="http://schemas.openxmlformats.org/officeDocument/2006/relationships/customXml" Target="../ink/ink196.xml"/><Relationship Id="rId157" Type="http://schemas.openxmlformats.org/officeDocument/2006/relationships/customXml" Target="../ink/ink217.xml"/><Relationship Id="rId322" Type="http://schemas.openxmlformats.org/officeDocument/2006/relationships/image" Target="../media/image304.png"/><Relationship Id="rId364" Type="http://schemas.openxmlformats.org/officeDocument/2006/relationships/image" Target="../media/image325.png"/><Relationship Id="rId61" Type="http://schemas.openxmlformats.org/officeDocument/2006/relationships/customXml" Target="../ink/ink169.xml"/><Relationship Id="rId199" Type="http://schemas.openxmlformats.org/officeDocument/2006/relationships/customXml" Target="../ink/ink238.xml"/><Relationship Id="rId19" Type="http://schemas.openxmlformats.org/officeDocument/2006/relationships/customXml" Target="../ink/ink148.xml"/><Relationship Id="rId224" Type="http://schemas.openxmlformats.org/officeDocument/2006/relationships/image" Target="../media/image255.png"/><Relationship Id="rId266" Type="http://schemas.openxmlformats.org/officeDocument/2006/relationships/image" Target="../media/image276.png"/><Relationship Id="rId431" Type="http://schemas.openxmlformats.org/officeDocument/2006/relationships/customXml" Target="../ink/ink354.xml"/><Relationship Id="rId473" Type="http://schemas.openxmlformats.org/officeDocument/2006/relationships/customXml" Target="../ink/ink375.xml"/><Relationship Id="rId30" Type="http://schemas.openxmlformats.org/officeDocument/2006/relationships/image" Target="../media/image158.png"/><Relationship Id="rId126" Type="http://schemas.openxmlformats.org/officeDocument/2006/relationships/image" Target="../media/image206.png"/><Relationship Id="rId168" Type="http://schemas.openxmlformats.org/officeDocument/2006/relationships/image" Target="../media/image227.png"/><Relationship Id="rId333" Type="http://schemas.openxmlformats.org/officeDocument/2006/relationships/customXml" Target="../ink/ink305.xml"/><Relationship Id="rId72" Type="http://schemas.openxmlformats.org/officeDocument/2006/relationships/image" Target="../media/image179.png"/><Relationship Id="rId375" Type="http://schemas.openxmlformats.org/officeDocument/2006/relationships/customXml" Target="../ink/ink326.xml"/><Relationship Id="rId3" Type="http://schemas.openxmlformats.org/officeDocument/2006/relationships/customXml" Target="../ink/ink140.xml"/><Relationship Id="rId235" Type="http://schemas.openxmlformats.org/officeDocument/2006/relationships/customXml" Target="../ink/ink256.xml"/><Relationship Id="rId277" Type="http://schemas.openxmlformats.org/officeDocument/2006/relationships/customXml" Target="../ink/ink277.xml"/><Relationship Id="rId400" Type="http://schemas.openxmlformats.org/officeDocument/2006/relationships/image" Target="../media/image343.png"/><Relationship Id="rId442" Type="http://schemas.openxmlformats.org/officeDocument/2006/relationships/image" Target="../media/image364.png"/><Relationship Id="rId484" Type="http://schemas.openxmlformats.org/officeDocument/2006/relationships/image" Target="../media/image385.png"/><Relationship Id="rId137" Type="http://schemas.openxmlformats.org/officeDocument/2006/relationships/customXml" Target="../ink/ink207.xml"/><Relationship Id="rId302" Type="http://schemas.openxmlformats.org/officeDocument/2006/relationships/image" Target="../media/image294.png"/><Relationship Id="rId344" Type="http://schemas.openxmlformats.org/officeDocument/2006/relationships/image" Target="../media/image315.png"/><Relationship Id="rId41" Type="http://schemas.openxmlformats.org/officeDocument/2006/relationships/customXml" Target="../ink/ink159.xml"/><Relationship Id="rId83" Type="http://schemas.openxmlformats.org/officeDocument/2006/relationships/customXml" Target="../ink/ink180.xml"/><Relationship Id="rId179" Type="http://schemas.openxmlformats.org/officeDocument/2006/relationships/customXml" Target="../ink/ink228.xml"/><Relationship Id="rId386" Type="http://schemas.openxmlformats.org/officeDocument/2006/relationships/image" Target="../media/image3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6453FE7-6609-DE79-4A76-DEBA9D06FB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79" b="1327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2CD24-E8E9-DBFE-5DCB-CDC23A8DF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/>
              <a:t>CNN pipeline on 1024*1024 input with 4*4 kernel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6F384-877E-88C8-B002-DC788AD97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dirty="0"/>
              <a:t>Chetan Somana / </a:t>
            </a:r>
            <a:r>
              <a:rPr lang="en-US" sz="1700" dirty="0" err="1"/>
              <a:t>csomana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6126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A8D209-429C-1B2A-F33B-9B4BADDC514D}"/>
              </a:ext>
            </a:extLst>
          </p:cNvPr>
          <p:cNvSpPr txBox="1"/>
          <p:nvPr/>
        </p:nvSpPr>
        <p:spPr>
          <a:xfrm>
            <a:off x="514350" y="942975"/>
            <a:ext cx="1122045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Design split into three stages</a:t>
            </a:r>
          </a:p>
          <a:p>
            <a:pPr marL="342900" indent="-342900">
              <a:buAutoNum type="arabicPeriod"/>
            </a:pPr>
            <a:r>
              <a:rPr lang="en-US" sz="1600" dirty="0"/>
              <a:t>Convolution</a:t>
            </a:r>
          </a:p>
          <a:p>
            <a:pPr marL="342900" indent="-342900">
              <a:buAutoNum type="arabicPeriod"/>
            </a:pPr>
            <a:r>
              <a:rPr lang="en-US" sz="1600" dirty="0"/>
              <a:t>Leaky </a:t>
            </a:r>
            <a:r>
              <a:rPr lang="en-US" sz="1600" dirty="0" err="1"/>
              <a:t>ReLU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Pooling</a:t>
            </a:r>
          </a:p>
          <a:p>
            <a:pPr marL="342900" indent="-342900">
              <a:buAutoNum type="arabicPeriod"/>
            </a:pPr>
            <a:endParaRPr lang="en-US" sz="1600" dirty="0"/>
          </a:p>
          <a:p>
            <a:r>
              <a:rPr lang="en-US" sz="1600" dirty="0"/>
              <a:t>The Kernel and input data of 1024*1024 are required for stage 1, convolution. </a:t>
            </a:r>
          </a:p>
          <a:p>
            <a:r>
              <a:rPr lang="en-US" sz="1600" dirty="0"/>
              <a:t>	Challenges A</a:t>
            </a:r>
          </a:p>
          <a:p>
            <a:r>
              <a:rPr lang="en-US" sz="1600" dirty="0"/>
              <a:t>		1. How the design issues read command and read </a:t>
            </a:r>
            <a:r>
              <a:rPr lang="en-US" sz="1600" dirty="0" err="1"/>
              <a:t>addr</a:t>
            </a:r>
            <a:r>
              <a:rPr lang="en-US" sz="1600" dirty="0"/>
              <a:t> to DRAM input memory.</a:t>
            </a:r>
          </a:p>
          <a:p>
            <a:r>
              <a:rPr lang="en-US" sz="1600" dirty="0"/>
              <a:t>		2. How does the design stores the output of DRAM input memory.</a:t>
            </a:r>
          </a:p>
          <a:p>
            <a:r>
              <a:rPr lang="en-US" sz="1600" dirty="0"/>
              <a:t>		3. In which pattern do we slide?</a:t>
            </a:r>
          </a:p>
          <a:p>
            <a:r>
              <a:rPr lang="en-US" sz="1600" dirty="0"/>
              <a:t>		4. How big is the register file?</a:t>
            </a:r>
          </a:p>
          <a:p>
            <a:r>
              <a:rPr lang="en-US" sz="1600" dirty="0"/>
              <a:t>Each slide operation will populate convolution matrix.</a:t>
            </a:r>
          </a:p>
          <a:p>
            <a:r>
              <a:rPr lang="en-US" sz="1600" dirty="0"/>
              <a:t>	Challenges B</a:t>
            </a:r>
          </a:p>
          <a:p>
            <a:r>
              <a:rPr lang="en-US" sz="1600" dirty="0"/>
              <a:t>		1. Where do I store MAC output?</a:t>
            </a:r>
          </a:p>
          <a:p>
            <a:r>
              <a:rPr lang="en-US" sz="1600" dirty="0"/>
              <a:t> 		2. How big is my convolution register file</a:t>
            </a:r>
          </a:p>
          <a:p>
            <a:r>
              <a:rPr lang="en-US" sz="1600" dirty="0"/>
              <a:t>Leaky </a:t>
            </a:r>
            <a:r>
              <a:rPr lang="en-US" sz="1600" dirty="0" err="1"/>
              <a:t>ReLU</a:t>
            </a:r>
            <a:endParaRPr lang="en-US" sz="1600" dirty="0"/>
          </a:p>
          <a:p>
            <a:r>
              <a:rPr lang="en-US" sz="1600" dirty="0"/>
              <a:t>	Challenges C</a:t>
            </a:r>
          </a:p>
          <a:p>
            <a:r>
              <a:rPr lang="en-US" sz="1600" dirty="0"/>
              <a:t>		1. How big is my Leaky </a:t>
            </a:r>
            <a:r>
              <a:rPr lang="en-US" sz="1600" dirty="0" err="1"/>
              <a:t>ReLU</a:t>
            </a:r>
            <a:r>
              <a:rPr lang="en-US" sz="1600" dirty="0"/>
              <a:t> register file</a:t>
            </a:r>
          </a:p>
          <a:p>
            <a:r>
              <a:rPr lang="en-US" sz="1600" dirty="0"/>
              <a:t>		2. Modifying the weights based on if the number is positive/negative. </a:t>
            </a:r>
          </a:p>
          <a:p>
            <a:r>
              <a:rPr lang="en-US" sz="1600" dirty="0"/>
              <a:t>Pooling</a:t>
            </a:r>
          </a:p>
          <a:p>
            <a:r>
              <a:rPr lang="en-US" sz="1600" dirty="0"/>
              <a:t>	Challenges D</a:t>
            </a:r>
          </a:p>
          <a:p>
            <a:r>
              <a:rPr lang="en-US" sz="1600" dirty="0"/>
              <a:t>		1. How big is my Pooling register file</a:t>
            </a:r>
          </a:p>
          <a:p>
            <a:r>
              <a:rPr lang="en-US" sz="1600" dirty="0"/>
              <a:t>                                         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2082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445A-189B-3792-288E-BF8A696E6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6AB423-B1E8-C9A0-C96F-0BB6EBF2643D}"/>
              </a:ext>
            </a:extLst>
          </p:cNvPr>
          <p:cNvSpPr txBox="1"/>
          <p:nvPr/>
        </p:nvSpPr>
        <p:spPr>
          <a:xfrm>
            <a:off x="514350" y="942975"/>
            <a:ext cx="11220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Decisions made in Challenges A influence other Challenges</a:t>
            </a:r>
          </a:p>
          <a:p>
            <a:r>
              <a:rPr lang="en-US" sz="1600" dirty="0"/>
              <a:t>Challenge A -3 “In which pattern do we slide? ”</a:t>
            </a:r>
          </a:p>
          <a:p>
            <a:r>
              <a:rPr lang="en-US" sz="1600" dirty="0"/>
              <a:t>I can think of these two possibilities for this</a:t>
            </a:r>
          </a:p>
          <a:p>
            <a:r>
              <a:rPr lang="en-US" sz="1400" dirty="0"/>
              <a:t>   First Possibility : Red -&gt;blue-&gt;green-&gt;black                                                   Second Possibility Red -&gt;shift down blue-&gt; shift up </a:t>
            </a:r>
            <a:r>
              <a:rPr lang="en-US" sz="1400" dirty="0" err="1"/>
              <a:t>grean</a:t>
            </a:r>
            <a:r>
              <a:rPr lang="en-US" sz="1400" dirty="0"/>
              <a:t> -&gt; down black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4DBE341-6980-FB1D-D0F9-22A5C06ACF78}"/>
                  </a:ext>
                </a:extLst>
              </p14:cNvPr>
              <p14:cNvContentPartPr/>
              <p14:nvPr/>
            </p14:nvContentPartPr>
            <p14:xfrm>
              <a:off x="-204336" y="281736"/>
              <a:ext cx="20520" cy="17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4DBE341-6980-FB1D-D0F9-22A5C06ACF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10456" y="275616"/>
                <a:ext cx="32760" cy="29520"/>
              </a:xfrm>
              <a:prstGeom prst="rect">
                <a:avLst/>
              </a:prstGeom>
            </p:spPr>
          </p:pic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74DAB835-E219-ED43-268A-3C40DAA3DC20}"/>
              </a:ext>
            </a:extLst>
          </p:cNvPr>
          <p:cNvSpPr/>
          <p:nvPr/>
        </p:nvSpPr>
        <p:spPr>
          <a:xfrm>
            <a:off x="694944" y="1965960"/>
            <a:ext cx="4562856" cy="3282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53FE3A-AB2B-1504-7A57-7BF84BDA84EC}"/>
              </a:ext>
            </a:extLst>
          </p:cNvPr>
          <p:cNvSpPr/>
          <p:nvPr/>
        </p:nvSpPr>
        <p:spPr>
          <a:xfrm>
            <a:off x="694944" y="1965960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71A363-CB38-AD36-B81E-218C1DF5CD3D}"/>
              </a:ext>
            </a:extLst>
          </p:cNvPr>
          <p:cNvSpPr/>
          <p:nvPr/>
        </p:nvSpPr>
        <p:spPr>
          <a:xfrm>
            <a:off x="847344" y="1965960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37FDC3-4026-4FEA-07F2-DA0E2CB1730A}"/>
              </a:ext>
            </a:extLst>
          </p:cNvPr>
          <p:cNvSpPr/>
          <p:nvPr/>
        </p:nvSpPr>
        <p:spPr>
          <a:xfrm>
            <a:off x="1027938" y="1965960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225171-D0FA-4BCD-766A-AA1121057BAB}"/>
              </a:ext>
            </a:extLst>
          </p:cNvPr>
          <p:cNvSpPr/>
          <p:nvPr/>
        </p:nvSpPr>
        <p:spPr>
          <a:xfrm>
            <a:off x="1202817" y="1965959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B37799-F69D-12BC-0511-5703076975A5}"/>
              </a:ext>
            </a:extLst>
          </p:cNvPr>
          <p:cNvSpPr/>
          <p:nvPr/>
        </p:nvSpPr>
        <p:spPr>
          <a:xfrm>
            <a:off x="1374839" y="1965960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0466649-E7A6-647F-7EFF-84E5D1B33EA0}"/>
              </a:ext>
            </a:extLst>
          </p:cNvPr>
          <p:cNvSpPr/>
          <p:nvPr/>
        </p:nvSpPr>
        <p:spPr>
          <a:xfrm>
            <a:off x="1527239" y="1965960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9B90FB-0EAF-7DFA-D7B3-88668760E671}"/>
              </a:ext>
            </a:extLst>
          </p:cNvPr>
          <p:cNvSpPr/>
          <p:nvPr/>
        </p:nvSpPr>
        <p:spPr>
          <a:xfrm>
            <a:off x="1707833" y="1965960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D87DDA-8A39-1D82-36DB-35F0A3B35DA5}"/>
              </a:ext>
            </a:extLst>
          </p:cNvPr>
          <p:cNvSpPr/>
          <p:nvPr/>
        </p:nvSpPr>
        <p:spPr>
          <a:xfrm>
            <a:off x="1885569" y="1965959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9C95CE-E3D3-5CAE-8F93-9134E0A6683A}"/>
              </a:ext>
            </a:extLst>
          </p:cNvPr>
          <p:cNvSpPr/>
          <p:nvPr/>
        </p:nvSpPr>
        <p:spPr>
          <a:xfrm>
            <a:off x="2010061" y="1965960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3E92318-F4A6-2BF6-6488-65F27ACA8F76}"/>
              </a:ext>
            </a:extLst>
          </p:cNvPr>
          <p:cNvSpPr/>
          <p:nvPr/>
        </p:nvSpPr>
        <p:spPr>
          <a:xfrm>
            <a:off x="2162461" y="1965960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4816F2F-719E-1402-48AB-6F72C3880CC2}"/>
              </a:ext>
            </a:extLst>
          </p:cNvPr>
          <p:cNvSpPr/>
          <p:nvPr/>
        </p:nvSpPr>
        <p:spPr>
          <a:xfrm>
            <a:off x="2343055" y="1965960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9B7058-99D6-DCA6-F964-4BEB23BDF10A}"/>
              </a:ext>
            </a:extLst>
          </p:cNvPr>
          <p:cNvSpPr/>
          <p:nvPr/>
        </p:nvSpPr>
        <p:spPr>
          <a:xfrm>
            <a:off x="2517934" y="1965959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744351-4B72-5B5E-92ED-8F1B9EB13EF2}"/>
              </a:ext>
            </a:extLst>
          </p:cNvPr>
          <p:cNvSpPr/>
          <p:nvPr/>
        </p:nvSpPr>
        <p:spPr>
          <a:xfrm>
            <a:off x="2651570" y="1965960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02F48F2-2E60-E5DE-4D10-7FFA7A33BE92}"/>
              </a:ext>
            </a:extLst>
          </p:cNvPr>
          <p:cNvSpPr/>
          <p:nvPr/>
        </p:nvSpPr>
        <p:spPr>
          <a:xfrm>
            <a:off x="2803970" y="1965960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463B46-84EE-B1FC-F484-D4DDE60E1F08}"/>
              </a:ext>
            </a:extLst>
          </p:cNvPr>
          <p:cNvSpPr/>
          <p:nvPr/>
        </p:nvSpPr>
        <p:spPr>
          <a:xfrm>
            <a:off x="2984564" y="1965960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1B14D5-6A23-05AF-B5BB-5415974FEB20}"/>
              </a:ext>
            </a:extLst>
          </p:cNvPr>
          <p:cNvSpPr/>
          <p:nvPr/>
        </p:nvSpPr>
        <p:spPr>
          <a:xfrm>
            <a:off x="3159443" y="1965959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6322962-6389-9BD6-BCB2-3CF11D8544E6}"/>
              </a:ext>
            </a:extLst>
          </p:cNvPr>
          <p:cNvSpPr/>
          <p:nvPr/>
        </p:nvSpPr>
        <p:spPr>
          <a:xfrm>
            <a:off x="3320606" y="1965960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F2356D7-F944-3652-F165-7BF7AFD0919A}"/>
              </a:ext>
            </a:extLst>
          </p:cNvPr>
          <p:cNvSpPr/>
          <p:nvPr/>
        </p:nvSpPr>
        <p:spPr>
          <a:xfrm>
            <a:off x="3473006" y="1965960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7CD829F-661E-7829-0D8C-89C962BC406E}"/>
              </a:ext>
            </a:extLst>
          </p:cNvPr>
          <p:cNvSpPr/>
          <p:nvPr/>
        </p:nvSpPr>
        <p:spPr>
          <a:xfrm>
            <a:off x="3653600" y="1965960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96ECD4A-240E-93D5-D7D6-B60FBC8520CD}"/>
              </a:ext>
            </a:extLst>
          </p:cNvPr>
          <p:cNvSpPr/>
          <p:nvPr/>
        </p:nvSpPr>
        <p:spPr>
          <a:xfrm>
            <a:off x="3828479" y="1965959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CCFBA-DF4E-11D9-3293-06F54E5B3375}"/>
              </a:ext>
            </a:extLst>
          </p:cNvPr>
          <p:cNvSpPr/>
          <p:nvPr/>
        </p:nvSpPr>
        <p:spPr>
          <a:xfrm>
            <a:off x="3989642" y="1973137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4132DD3-10A7-BAEA-3ACB-C064365F979B}"/>
              </a:ext>
            </a:extLst>
          </p:cNvPr>
          <p:cNvSpPr/>
          <p:nvPr/>
        </p:nvSpPr>
        <p:spPr>
          <a:xfrm>
            <a:off x="4142042" y="1973137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40010F-1088-CBC0-2FF7-83E9042B3D32}"/>
              </a:ext>
            </a:extLst>
          </p:cNvPr>
          <p:cNvSpPr/>
          <p:nvPr/>
        </p:nvSpPr>
        <p:spPr>
          <a:xfrm>
            <a:off x="4322636" y="1973137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FE68108-31E6-FDD2-9A2F-E9D84BD4BC1D}"/>
              </a:ext>
            </a:extLst>
          </p:cNvPr>
          <p:cNvSpPr/>
          <p:nvPr/>
        </p:nvSpPr>
        <p:spPr>
          <a:xfrm>
            <a:off x="4497515" y="1973136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C69DC62-31B7-838A-A97A-9D2C6ABDE40F}"/>
              </a:ext>
            </a:extLst>
          </p:cNvPr>
          <p:cNvSpPr/>
          <p:nvPr/>
        </p:nvSpPr>
        <p:spPr>
          <a:xfrm>
            <a:off x="4715161" y="1980312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48E47F2-1EE8-5A57-DD60-0EF3A523F99E}"/>
                  </a:ext>
                </a:extLst>
              </p14:cNvPr>
              <p14:cNvContentPartPr/>
              <p14:nvPr/>
            </p14:nvContentPartPr>
            <p14:xfrm>
              <a:off x="1425744" y="3366936"/>
              <a:ext cx="27360" cy="344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48E47F2-1EE8-5A57-DD60-0EF3A523F9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9624" y="3360816"/>
                <a:ext cx="39600" cy="35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CB63816A-1251-3B82-FB04-1C49BC6F80F8}"/>
              </a:ext>
            </a:extLst>
          </p:cNvPr>
          <p:cNvGrpSpPr/>
          <p:nvPr/>
        </p:nvGrpSpPr>
        <p:grpSpPr>
          <a:xfrm>
            <a:off x="1432584" y="3359016"/>
            <a:ext cx="1495440" cy="414360"/>
            <a:chOff x="1432584" y="3359016"/>
            <a:chExt cx="149544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CB9F1E8-E41D-BC48-4CFF-F0E37381E53B}"/>
                    </a:ext>
                  </a:extLst>
                </p14:cNvPr>
                <p14:cNvContentPartPr/>
                <p14:nvPr/>
              </p14:nvContentPartPr>
              <p14:xfrm>
                <a:off x="1432584" y="3359016"/>
                <a:ext cx="24120" cy="414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CB9F1E8-E41D-BC48-4CFF-F0E37381E5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26464" y="3352896"/>
                  <a:ext cx="3636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51C011-46FA-F8DD-F6B0-0B6556DE5206}"/>
                    </a:ext>
                  </a:extLst>
                </p14:cNvPr>
                <p14:cNvContentPartPr/>
                <p14:nvPr/>
              </p14:nvContentPartPr>
              <p14:xfrm>
                <a:off x="1547424" y="3423816"/>
                <a:ext cx="104760" cy="247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51C011-46FA-F8DD-F6B0-0B6556DE520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41304" y="3417696"/>
                  <a:ext cx="117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30A6337-FAF9-01CB-0C3E-FE0BF1098386}"/>
                    </a:ext>
                  </a:extLst>
                </p14:cNvPr>
                <p14:cNvContentPartPr/>
                <p14:nvPr/>
              </p14:nvContentPartPr>
              <p14:xfrm>
                <a:off x="1747224" y="3413736"/>
                <a:ext cx="195480" cy="20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30A6337-FAF9-01CB-0C3E-FE0BF10983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1104" y="3407616"/>
                  <a:ext cx="2077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CBF66A-8783-F74B-35E5-2A01489473BE}"/>
                    </a:ext>
                  </a:extLst>
                </p14:cNvPr>
                <p14:cNvContentPartPr/>
                <p14:nvPr/>
              </p14:nvContentPartPr>
              <p14:xfrm>
                <a:off x="1952424" y="3403656"/>
                <a:ext cx="105480" cy="365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CBF66A-8783-F74B-35E5-2A01489473B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46304" y="3397536"/>
                  <a:ext cx="117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8A96230-97F9-F3E5-04CE-6D68759B45A0}"/>
                    </a:ext>
                  </a:extLst>
                </p14:cNvPr>
                <p14:cNvContentPartPr/>
                <p14:nvPr/>
              </p14:nvContentPartPr>
              <p14:xfrm>
                <a:off x="2195424" y="3541536"/>
                <a:ext cx="98280" cy="173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8A96230-97F9-F3E5-04CE-6D68759B45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89304" y="3535416"/>
                  <a:ext cx="110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3DD741-2034-FE9F-21D6-1C7F49B427CC}"/>
                    </a:ext>
                  </a:extLst>
                </p14:cNvPr>
                <p14:cNvContentPartPr/>
                <p14:nvPr/>
              </p14:nvContentPartPr>
              <p14:xfrm>
                <a:off x="2198664" y="3593736"/>
                <a:ext cx="111600" cy="125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3DD741-2034-FE9F-21D6-1C7F49B427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92544" y="3587616"/>
                  <a:ext cx="1238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4B5A5D-6A51-B775-ADC9-AB8C39580037}"/>
                    </a:ext>
                  </a:extLst>
                </p14:cNvPr>
                <p14:cNvContentPartPr/>
                <p14:nvPr/>
              </p14:nvContentPartPr>
              <p14:xfrm>
                <a:off x="2404584" y="3430296"/>
                <a:ext cx="34200" cy="291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4B5A5D-6A51-B775-ADC9-AB8C3958003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98464" y="3424176"/>
                  <a:ext cx="464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F658F7C-724F-9255-CEB6-FD22B220BB02}"/>
                    </a:ext>
                  </a:extLst>
                </p14:cNvPr>
                <p14:cNvContentPartPr/>
                <p14:nvPr/>
              </p14:nvContentPartPr>
              <p14:xfrm>
                <a:off x="2492424" y="3461256"/>
                <a:ext cx="98640" cy="270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F658F7C-724F-9255-CEB6-FD22B220BB0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6304" y="3455136"/>
                  <a:ext cx="1108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301ECE7-9313-77B8-8ACA-EB4ABB10CC23}"/>
                    </a:ext>
                  </a:extLst>
                </p14:cNvPr>
                <p14:cNvContentPartPr/>
                <p14:nvPr/>
              </p14:nvContentPartPr>
              <p14:xfrm>
                <a:off x="2640744" y="3420936"/>
                <a:ext cx="148320" cy="243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301ECE7-9313-77B8-8ACA-EB4ABB10CC2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4624" y="3414816"/>
                  <a:ext cx="1605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790D142-C3EC-70DF-8A74-3C176102C798}"/>
                    </a:ext>
                  </a:extLst>
                </p14:cNvPr>
                <p14:cNvContentPartPr/>
                <p14:nvPr/>
              </p14:nvContentPartPr>
              <p14:xfrm>
                <a:off x="2842344" y="3444696"/>
                <a:ext cx="85680" cy="305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790D142-C3EC-70DF-8A74-3C176102C7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36224" y="3438576"/>
                  <a:ext cx="97920" cy="31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6450880-7702-EED7-48FA-B34AFB01004E}"/>
              </a:ext>
            </a:extLst>
          </p:cNvPr>
          <p:cNvGrpSpPr/>
          <p:nvPr/>
        </p:nvGrpSpPr>
        <p:grpSpPr>
          <a:xfrm>
            <a:off x="1450224" y="3981096"/>
            <a:ext cx="738720" cy="481320"/>
            <a:chOff x="1450224" y="3981096"/>
            <a:chExt cx="738720" cy="48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8194A50-3377-7EE5-8D51-A8D7F97E34D5}"/>
                    </a:ext>
                  </a:extLst>
                </p14:cNvPr>
                <p14:cNvContentPartPr/>
                <p14:nvPr/>
              </p14:nvContentPartPr>
              <p14:xfrm>
                <a:off x="1450224" y="4084056"/>
                <a:ext cx="113400" cy="217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8194A50-3377-7EE5-8D51-A8D7F97E34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44104" y="4077936"/>
                  <a:ext cx="1256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7AC95DB-76EF-D168-06D1-EA834BAB2F98}"/>
                    </a:ext>
                  </a:extLst>
                </p14:cNvPr>
                <p14:cNvContentPartPr/>
                <p14:nvPr/>
              </p14:nvContentPartPr>
              <p14:xfrm>
                <a:off x="1641744" y="4008456"/>
                <a:ext cx="27360" cy="300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7AC95DB-76EF-D168-06D1-EA834BAB2F9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35624" y="4002336"/>
                  <a:ext cx="3960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EB8716F-0A3B-C39A-83E2-7B34FCDD284F}"/>
                    </a:ext>
                  </a:extLst>
                </p14:cNvPr>
                <p14:cNvContentPartPr/>
                <p14:nvPr/>
              </p14:nvContentPartPr>
              <p14:xfrm>
                <a:off x="1709424" y="4160376"/>
                <a:ext cx="24120" cy="106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EB8716F-0A3B-C39A-83E2-7B34FCDD28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03304" y="4154256"/>
                  <a:ext cx="363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FD497D3-B95E-A675-C367-B7636CEAE63E}"/>
                    </a:ext>
                  </a:extLst>
                </p14:cNvPr>
                <p14:cNvContentPartPr/>
                <p14:nvPr/>
              </p14:nvContentPartPr>
              <p14:xfrm>
                <a:off x="1702584" y="4081536"/>
                <a:ext cx="74520" cy="370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FD497D3-B95E-A675-C367-B7636CEAE6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96464" y="4075416"/>
                  <a:ext cx="86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AF5AEA7-2B93-C2D9-9338-6827AF22F222}"/>
                    </a:ext>
                  </a:extLst>
                </p14:cNvPr>
                <p14:cNvContentPartPr/>
                <p14:nvPr/>
              </p14:nvContentPartPr>
              <p14:xfrm>
                <a:off x="1770264" y="3981096"/>
                <a:ext cx="122040" cy="316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AF5AEA7-2B93-C2D9-9338-6827AF22F2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64144" y="3974976"/>
                  <a:ext cx="1342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91A098A-E38B-E446-A24F-08FB40D4E1CE}"/>
                    </a:ext>
                  </a:extLst>
                </p14:cNvPr>
                <p14:cNvContentPartPr/>
                <p14:nvPr/>
              </p14:nvContentPartPr>
              <p14:xfrm>
                <a:off x="1917864" y="4158576"/>
                <a:ext cx="28440" cy="102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91A098A-E38B-E446-A24F-08FB40D4E1C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11744" y="4152456"/>
                  <a:ext cx="40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708ED6D-5087-59B9-547F-8722605E4E43}"/>
                    </a:ext>
                  </a:extLst>
                </p14:cNvPr>
                <p14:cNvContentPartPr/>
                <p14:nvPr/>
              </p14:nvContentPartPr>
              <p14:xfrm>
                <a:off x="1952424" y="4109256"/>
                <a:ext cx="121680" cy="1364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708ED6D-5087-59B9-547F-8722605E4E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46304" y="4103136"/>
                  <a:ext cx="133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D7A7A97-BB4B-0283-AC93-613CC5CD86DD}"/>
                    </a:ext>
                  </a:extLst>
                </p14:cNvPr>
                <p14:cNvContentPartPr/>
                <p14:nvPr/>
              </p14:nvContentPartPr>
              <p14:xfrm>
                <a:off x="2063664" y="4134456"/>
                <a:ext cx="125280" cy="327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D7A7A97-BB4B-0283-AC93-613CC5CD86D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57544" y="4128336"/>
                  <a:ext cx="137520" cy="34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950D4D7-D8BD-3FD0-4B48-5510ED3A0150}"/>
              </a:ext>
            </a:extLst>
          </p:cNvPr>
          <p:cNvGrpSpPr/>
          <p:nvPr/>
        </p:nvGrpSpPr>
        <p:grpSpPr>
          <a:xfrm>
            <a:off x="2381184" y="4073616"/>
            <a:ext cx="583920" cy="379080"/>
            <a:chOff x="2381184" y="4073616"/>
            <a:chExt cx="5839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1CA9D39-86D1-3B00-B4E4-BE19162CAF4E}"/>
                    </a:ext>
                  </a:extLst>
                </p14:cNvPr>
                <p14:cNvContentPartPr/>
                <p14:nvPr/>
              </p14:nvContentPartPr>
              <p14:xfrm>
                <a:off x="2397744" y="4141296"/>
                <a:ext cx="18000" cy="175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1CA9D39-86D1-3B00-B4E4-BE19162CAF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91624" y="4135176"/>
                  <a:ext cx="302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19D3BAC-909C-2156-6476-4F0E1B9278C6}"/>
                    </a:ext>
                  </a:extLst>
                </p14:cNvPr>
                <p14:cNvContentPartPr/>
                <p14:nvPr/>
              </p14:nvContentPartPr>
              <p14:xfrm>
                <a:off x="2381184" y="4109256"/>
                <a:ext cx="155520" cy="240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19D3BAC-909C-2156-6476-4F0E1B9278C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75064" y="4103136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33500DB-AB8D-9820-63DB-1739951311A9}"/>
                    </a:ext>
                  </a:extLst>
                </p14:cNvPr>
                <p14:cNvContentPartPr/>
                <p14:nvPr/>
              </p14:nvContentPartPr>
              <p14:xfrm>
                <a:off x="2523024" y="4274136"/>
                <a:ext cx="23760" cy="82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33500DB-AB8D-9820-63DB-1739951311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516904" y="4268016"/>
                  <a:ext cx="360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CA740D-8300-5629-E187-A8A0F99A535A}"/>
                    </a:ext>
                  </a:extLst>
                </p14:cNvPr>
                <p14:cNvContentPartPr/>
                <p14:nvPr/>
              </p14:nvContentPartPr>
              <p14:xfrm>
                <a:off x="2525544" y="4182336"/>
                <a:ext cx="31320" cy="46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CA740D-8300-5629-E187-A8A0F99A535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19424" y="4176216"/>
                  <a:ext cx="43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09E4C1-C0D3-3619-D23B-16010417F7F0}"/>
                    </a:ext>
                  </a:extLst>
                </p14:cNvPr>
                <p14:cNvContentPartPr/>
                <p14:nvPr/>
              </p14:nvContentPartPr>
              <p14:xfrm>
                <a:off x="2546424" y="4228776"/>
                <a:ext cx="105120" cy="223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09E4C1-C0D3-3619-D23B-16010417F7F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40304" y="4222656"/>
                  <a:ext cx="117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803DB5C-4B6E-4221-8F1B-824E315E3966}"/>
                    </a:ext>
                  </a:extLst>
                </p14:cNvPr>
                <p14:cNvContentPartPr/>
                <p14:nvPr/>
              </p14:nvContentPartPr>
              <p14:xfrm>
                <a:off x="2657664" y="4080816"/>
                <a:ext cx="149040" cy="2646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803DB5C-4B6E-4221-8F1B-824E315E39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51544" y="4074696"/>
                  <a:ext cx="161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72A23B-D48F-3426-3D65-89B7B907AEFD}"/>
                    </a:ext>
                  </a:extLst>
                </p14:cNvPr>
                <p14:cNvContentPartPr/>
                <p14:nvPr/>
              </p14:nvContentPartPr>
              <p14:xfrm>
                <a:off x="2806344" y="4073616"/>
                <a:ext cx="105120" cy="262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72A23B-D48F-3426-3D65-89B7B907AEF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00224" y="4067496"/>
                  <a:ext cx="1173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8998B51-2329-B419-9D76-D2132A3DEC8C}"/>
                    </a:ext>
                  </a:extLst>
                </p14:cNvPr>
                <p14:cNvContentPartPr/>
                <p14:nvPr/>
              </p14:nvContentPartPr>
              <p14:xfrm>
                <a:off x="2786544" y="4184856"/>
                <a:ext cx="178560" cy="32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8998B51-2329-B419-9D76-D2132A3DEC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80424" y="4178736"/>
                  <a:ext cx="19080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258E522-9C08-ABC6-45F9-7D944A9F6EC4}"/>
              </a:ext>
            </a:extLst>
          </p:cNvPr>
          <p:cNvGrpSpPr/>
          <p:nvPr/>
        </p:nvGrpSpPr>
        <p:grpSpPr>
          <a:xfrm>
            <a:off x="3121704" y="4078656"/>
            <a:ext cx="279000" cy="287640"/>
            <a:chOff x="3121704" y="4078656"/>
            <a:chExt cx="27900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2DFF0E-B330-3E90-D250-47697C72C447}"/>
                    </a:ext>
                  </a:extLst>
                </p14:cNvPr>
                <p14:cNvContentPartPr/>
                <p14:nvPr/>
              </p14:nvContentPartPr>
              <p14:xfrm>
                <a:off x="3127104" y="4084416"/>
                <a:ext cx="131760" cy="254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2DFF0E-B330-3E90-D250-47697C72C4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20984" y="4078296"/>
                  <a:ext cx="1440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E504BF5-3BD4-32BA-724E-5F90126D9A65}"/>
                    </a:ext>
                  </a:extLst>
                </p14:cNvPr>
                <p14:cNvContentPartPr/>
                <p14:nvPr/>
              </p14:nvContentPartPr>
              <p14:xfrm>
                <a:off x="3121704" y="4202136"/>
                <a:ext cx="150480" cy="61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E504BF5-3BD4-32BA-724E-5F90126D9A6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15584" y="4196016"/>
                  <a:ext cx="1627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F6E01F8-6F25-FC64-F690-CEDCB815A954}"/>
                    </a:ext>
                  </a:extLst>
                </p14:cNvPr>
                <p14:cNvContentPartPr/>
                <p14:nvPr/>
              </p14:nvContentPartPr>
              <p14:xfrm>
                <a:off x="3292344" y="4112136"/>
                <a:ext cx="20520" cy="236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F6E01F8-6F25-FC64-F690-CEDCB815A9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86224" y="4106016"/>
                  <a:ext cx="327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BB48C92-BF3E-E8D2-B16A-B81510C68A31}"/>
                    </a:ext>
                  </a:extLst>
                </p14:cNvPr>
                <p14:cNvContentPartPr/>
                <p14:nvPr/>
              </p14:nvContentPartPr>
              <p14:xfrm>
                <a:off x="3349584" y="4078656"/>
                <a:ext cx="51120" cy="2876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BB48C92-BF3E-E8D2-B16A-B81510C68A3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43464" y="4072536"/>
                  <a:ext cx="63360" cy="29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972E815-8951-CD41-31BF-A1206029250E}"/>
              </a:ext>
            </a:extLst>
          </p:cNvPr>
          <p:cNvGrpSpPr/>
          <p:nvPr/>
        </p:nvGrpSpPr>
        <p:grpSpPr>
          <a:xfrm>
            <a:off x="3592224" y="4040136"/>
            <a:ext cx="882000" cy="346320"/>
            <a:chOff x="3592224" y="4040136"/>
            <a:chExt cx="88200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C0B52A2-9719-E7F4-2F83-FC3C9B6CB0F7}"/>
                    </a:ext>
                  </a:extLst>
                </p14:cNvPr>
                <p14:cNvContentPartPr/>
                <p14:nvPr/>
              </p14:nvContentPartPr>
              <p14:xfrm>
                <a:off x="3626424" y="4040136"/>
                <a:ext cx="17280" cy="2455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C0B52A2-9719-E7F4-2F83-FC3C9B6CB0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620304" y="4034016"/>
                  <a:ext cx="295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43B819-1262-0872-BC8B-64F58C8A0ED6}"/>
                    </a:ext>
                  </a:extLst>
                </p14:cNvPr>
                <p14:cNvContentPartPr/>
                <p14:nvPr/>
              </p14:nvContentPartPr>
              <p14:xfrm>
                <a:off x="3592224" y="4084056"/>
                <a:ext cx="236880" cy="210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43B819-1262-0872-BC8B-64F58C8A0ED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86104" y="4077936"/>
                  <a:ext cx="249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90B644-9E41-BAEF-8660-56CB920E8C8D}"/>
                    </a:ext>
                  </a:extLst>
                </p14:cNvPr>
                <p14:cNvContentPartPr/>
                <p14:nvPr/>
              </p14:nvContentPartPr>
              <p14:xfrm>
                <a:off x="3852504" y="4148856"/>
                <a:ext cx="111600" cy="128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90B644-9E41-BAEF-8660-56CB920E8C8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46384" y="4142736"/>
                  <a:ext cx="123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8C508D-8A46-9C1F-BB30-CADE9B6658B4}"/>
                    </a:ext>
                  </a:extLst>
                </p14:cNvPr>
                <p14:cNvContentPartPr/>
                <p14:nvPr/>
              </p14:nvContentPartPr>
              <p14:xfrm>
                <a:off x="4047984" y="4077936"/>
                <a:ext cx="142920" cy="183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8C508D-8A46-9C1F-BB30-CADE9B6658B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41864" y="4071816"/>
                  <a:ext cx="155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85C4324-1037-384C-2649-85A3A1618DBC}"/>
                    </a:ext>
                  </a:extLst>
                </p14:cNvPr>
                <p14:cNvContentPartPr/>
                <p14:nvPr/>
              </p14:nvContentPartPr>
              <p14:xfrm>
                <a:off x="4223664" y="4087296"/>
                <a:ext cx="250560" cy="299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85C4324-1037-384C-2649-85A3A1618D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17544" y="4081176"/>
                  <a:ext cx="262800" cy="31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945E3FBE-7C18-9719-1E23-67579A57133B}"/>
              </a:ext>
            </a:extLst>
          </p:cNvPr>
          <p:cNvSpPr txBox="1"/>
          <p:nvPr/>
        </p:nvSpPr>
        <p:spPr>
          <a:xfrm>
            <a:off x="439155" y="5330712"/>
            <a:ext cx="49446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Sliding one way all the way 1021 times generates 1021 convolution elements. We need 4 elements in a 2*2 grid to perform average pool. But we have all the elements in for just one row. With this methods my convolution register file should be at least 1021B or more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1B7DC3D-D0E6-366C-A939-9D9DBE67B9DA}"/>
              </a:ext>
            </a:extLst>
          </p:cNvPr>
          <p:cNvSpPr/>
          <p:nvPr/>
        </p:nvSpPr>
        <p:spPr>
          <a:xfrm>
            <a:off x="6611281" y="1934568"/>
            <a:ext cx="4562856" cy="32826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249162E6-B4C5-D458-40CD-F3A60E30FA93}"/>
              </a:ext>
            </a:extLst>
          </p:cNvPr>
          <p:cNvSpPr/>
          <p:nvPr/>
        </p:nvSpPr>
        <p:spPr>
          <a:xfrm>
            <a:off x="6608424" y="1934568"/>
            <a:ext cx="530352" cy="54667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EF1E0E5-627B-0141-F023-3050AFA0D4DB}"/>
              </a:ext>
            </a:extLst>
          </p:cNvPr>
          <p:cNvSpPr/>
          <p:nvPr/>
        </p:nvSpPr>
        <p:spPr>
          <a:xfrm>
            <a:off x="6623579" y="2369353"/>
            <a:ext cx="530352" cy="54667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FC5DE66-2DF7-699F-6A3D-75D3E1B24CFE}"/>
              </a:ext>
            </a:extLst>
          </p:cNvPr>
          <p:cNvSpPr/>
          <p:nvPr/>
        </p:nvSpPr>
        <p:spPr>
          <a:xfrm>
            <a:off x="7026000" y="1934568"/>
            <a:ext cx="530352" cy="5466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14D700A1-FB0A-B005-6C13-B9E690D38185}"/>
              </a:ext>
            </a:extLst>
          </p:cNvPr>
          <p:cNvSpPr/>
          <p:nvPr/>
        </p:nvSpPr>
        <p:spPr>
          <a:xfrm>
            <a:off x="7026000" y="2367387"/>
            <a:ext cx="530352" cy="5466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CCDCBD2-4FE2-F609-1596-4B1CAE9F630C}"/>
              </a:ext>
            </a:extLst>
          </p:cNvPr>
          <p:cNvSpPr txBox="1"/>
          <p:nvPr/>
        </p:nvSpPr>
        <p:spPr>
          <a:xfrm>
            <a:off x="6420400" y="5288340"/>
            <a:ext cx="4944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If we want to limit the register file of convolution to 4B then we need to slide first at (</a:t>
            </a:r>
            <a:r>
              <a:rPr lang="en-US" sz="1600" dirty="0" err="1"/>
              <a:t>x,y</a:t>
            </a:r>
            <a:r>
              <a:rPr lang="en-US" sz="1600" dirty="0"/>
              <a:t>) -&gt; (x,y+1) -&gt; (x+1,y) -&gt; (x+1,y+1) </a:t>
            </a:r>
          </a:p>
        </p:txBody>
      </p:sp>
    </p:spTree>
    <p:extLst>
      <p:ext uri="{BB962C8B-B14F-4D97-AF65-F5344CB8AC3E}">
        <p14:creationId xmlns:p14="http://schemas.microsoft.com/office/powerpoint/2010/main" val="536497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B026-B284-FDDD-2ABF-87439C5D3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DD06BE-7B02-4DFE-CA06-9568B784F1EB}"/>
              </a:ext>
            </a:extLst>
          </p:cNvPr>
          <p:cNvSpPr txBox="1"/>
          <p:nvPr/>
        </p:nvSpPr>
        <p:spPr>
          <a:xfrm>
            <a:off x="439155" y="824103"/>
            <a:ext cx="1122045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Challenge A -3 solves Challenge B-2, C-2, D-1</a:t>
            </a:r>
          </a:p>
          <a:p>
            <a:r>
              <a:rPr lang="en-US" sz="1600" dirty="0"/>
              <a:t>Convolution register File 4B. Need to think if I should declare as reg [7:0] </a:t>
            </a:r>
            <a:r>
              <a:rPr lang="en-US" sz="1600" dirty="0" err="1"/>
              <a:t>con_reg_file</a:t>
            </a:r>
            <a:r>
              <a:rPr lang="en-US" sz="1600" dirty="0"/>
              <a:t>[2][2] or reg [7:0] </a:t>
            </a:r>
            <a:r>
              <a:rPr lang="en-US" sz="1600" dirty="0" err="1"/>
              <a:t>con_reg_file</a:t>
            </a:r>
            <a:r>
              <a:rPr lang="en-US" sz="1600" dirty="0"/>
              <a:t>[4]</a:t>
            </a:r>
          </a:p>
          <a:p>
            <a:endParaRPr lang="en-US" sz="1600" dirty="0"/>
          </a:p>
          <a:p>
            <a:r>
              <a:rPr lang="en-US" sz="1600" dirty="0"/>
              <a:t>Do I keep separate Leaky </a:t>
            </a:r>
            <a:r>
              <a:rPr lang="en-US" sz="1600" dirty="0" err="1"/>
              <a:t>ReLU</a:t>
            </a:r>
            <a:r>
              <a:rPr lang="en-US" sz="1600" dirty="0"/>
              <a:t> or overwrite the convolution register file ?  If I have a separate Leaky </a:t>
            </a:r>
            <a:r>
              <a:rPr lang="en-US" sz="1600" dirty="0" err="1"/>
              <a:t>ReLU</a:t>
            </a:r>
            <a:r>
              <a:rPr lang="en-US" sz="1600" dirty="0"/>
              <a:t> one extra cycle is needed. Leaky </a:t>
            </a:r>
            <a:r>
              <a:rPr lang="en-US" sz="1600" dirty="0" err="1"/>
              <a:t>ReLU</a:t>
            </a:r>
            <a:r>
              <a:rPr lang="en-US" sz="1600" dirty="0"/>
              <a:t> reg file 4B.</a:t>
            </a:r>
          </a:p>
          <a:p>
            <a:endParaRPr lang="en-US" sz="1600" dirty="0"/>
          </a:p>
          <a:p>
            <a:r>
              <a:rPr lang="en-US" sz="1600" dirty="0"/>
              <a:t>Pooling reg file 8B</a:t>
            </a:r>
          </a:p>
          <a:p>
            <a:endParaRPr lang="en-US" sz="1600" dirty="0"/>
          </a:p>
          <a:p>
            <a:r>
              <a:rPr lang="en-US" sz="1600" dirty="0"/>
              <a:t>Challenges A	</a:t>
            </a:r>
          </a:p>
          <a:p>
            <a:pPr marL="342900" indent="-342900">
              <a:buAutoNum type="arabicPeriod"/>
            </a:pPr>
            <a:r>
              <a:rPr lang="en-US" sz="1600" dirty="0"/>
              <a:t>How the design issues read command and read </a:t>
            </a:r>
            <a:r>
              <a:rPr lang="en-US" sz="1600" dirty="0" err="1"/>
              <a:t>addr</a:t>
            </a:r>
            <a:r>
              <a:rPr lang="en-US" sz="1600" dirty="0"/>
              <a:t> to DRAM input memory.	</a:t>
            </a:r>
          </a:p>
          <a:p>
            <a:pPr marL="342900" indent="-342900">
              <a:buAutoNum type="arabicPeriod"/>
            </a:pPr>
            <a:r>
              <a:rPr lang="en-US" sz="1600" dirty="0"/>
              <a:t>How does the design stores the output of DRAM input memory.	</a:t>
            </a:r>
          </a:p>
          <a:p>
            <a:pPr marL="342900" indent="-342900">
              <a:buAutoNum type="arabicPeriod"/>
            </a:pPr>
            <a:r>
              <a:rPr lang="en-US" sz="1600" strike="sngStrike" dirty="0"/>
              <a:t>In which pattern do we slide?</a:t>
            </a:r>
            <a:r>
              <a:rPr lang="en-US" sz="1600" dirty="0"/>
              <a:t>	</a:t>
            </a:r>
          </a:p>
          <a:p>
            <a:pPr marL="342900" indent="-342900">
              <a:buAutoNum type="arabicPeriod"/>
            </a:pPr>
            <a:r>
              <a:rPr lang="en-US" sz="1600" dirty="0"/>
              <a:t>How big is the register file?</a:t>
            </a:r>
          </a:p>
          <a:p>
            <a:r>
              <a:rPr lang="en-US" sz="1600" dirty="0"/>
              <a:t>Challenges B	</a:t>
            </a:r>
          </a:p>
          <a:p>
            <a:pPr marL="342900" indent="-342900">
              <a:buAutoNum type="arabicPeriod"/>
            </a:pPr>
            <a:r>
              <a:rPr lang="en-US" sz="1600" dirty="0"/>
              <a:t>Where do I store MAC output? 	</a:t>
            </a:r>
          </a:p>
          <a:p>
            <a:pPr marL="342900" indent="-342900">
              <a:buAutoNum type="arabicPeriod"/>
            </a:pPr>
            <a:r>
              <a:rPr lang="en-US" sz="1600" strike="sngStrike" dirty="0"/>
              <a:t>How big is my convolution register file</a:t>
            </a:r>
          </a:p>
          <a:p>
            <a:r>
              <a:rPr lang="en-US" sz="1600" dirty="0"/>
              <a:t>Challenges C	</a:t>
            </a:r>
          </a:p>
          <a:p>
            <a:pPr marL="342900" indent="-342900">
              <a:buAutoNum type="arabicPeriod"/>
            </a:pPr>
            <a:r>
              <a:rPr lang="en-US" sz="1600" strike="sngStrike" dirty="0"/>
              <a:t>How big is my Leaky </a:t>
            </a:r>
            <a:r>
              <a:rPr lang="en-US" sz="1600" strike="sngStrike" dirty="0" err="1"/>
              <a:t>ReLU</a:t>
            </a:r>
            <a:r>
              <a:rPr lang="en-US" sz="1600" strike="sngStrike" dirty="0"/>
              <a:t> register file	</a:t>
            </a:r>
          </a:p>
          <a:p>
            <a:pPr marL="342900" indent="-342900">
              <a:buAutoNum type="arabicPeriod"/>
            </a:pPr>
            <a:r>
              <a:rPr lang="en-US" sz="1600" dirty="0"/>
              <a:t>Modifying the weights based on if the number is positive/negative. </a:t>
            </a:r>
          </a:p>
          <a:p>
            <a:r>
              <a:rPr lang="en-US" sz="1600" dirty="0"/>
              <a:t>Challenges D	</a:t>
            </a:r>
          </a:p>
          <a:p>
            <a:r>
              <a:rPr lang="en-US" sz="1600" strike="sngStrike" dirty="0"/>
              <a:t>1. How big is my Pooling register file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EBB187-9CA9-295E-8D8C-D6ADD379FB1F}"/>
                  </a:ext>
                </a:extLst>
              </p14:cNvPr>
              <p14:cNvContentPartPr/>
              <p14:nvPr/>
            </p14:nvContentPartPr>
            <p14:xfrm>
              <a:off x="-204336" y="281736"/>
              <a:ext cx="20520" cy="17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EBB187-9CA9-295E-8D8C-D6ADD379FB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10456" y="275616"/>
                <a:ext cx="32760" cy="2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9077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911056-FBB3-0475-B1D7-1290F2958D48}"/>
              </a:ext>
            </a:extLst>
          </p:cNvPr>
          <p:cNvSpPr txBox="1"/>
          <p:nvPr/>
        </p:nvSpPr>
        <p:spPr>
          <a:xfrm>
            <a:off x="457200" y="950976"/>
            <a:ext cx="1136599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we are sliding in inverted N pattern, we need to have data from 5 adjacent rows. </a:t>
            </a:r>
          </a:p>
          <a:p>
            <a:r>
              <a:rPr lang="en-US" dirty="0"/>
              <a:t>Address 0 and 8 are occupied by the kernel in the DRAM input memory.</a:t>
            </a:r>
          </a:p>
          <a:p>
            <a:r>
              <a:rPr lang="en-US" dirty="0"/>
              <a:t>1024 * 1024 matrix is stored in the DRAM input memory.  </a:t>
            </a:r>
          </a:p>
          <a:p>
            <a:r>
              <a:rPr lang="en-US" dirty="0"/>
              <a:t>Starting address for a particular row : 16 + 128 * (#row -1) * 8</a:t>
            </a:r>
          </a:p>
          <a:p>
            <a:r>
              <a:rPr lang="en-US" dirty="0"/>
              <a:t>Ending address for a particular row: starting address + 127 * 8</a:t>
            </a:r>
          </a:p>
          <a:p>
            <a:r>
              <a:rPr lang="en-US" dirty="0"/>
              <a:t>                                                      ROWS</a:t>
            </a:r>
          </a:p>
          <a:p>
            <a:r>
              <a:rPr lang="en-US" dirty="0"/>
              <a:t>                               Kernel | 1       2            3          4            5   </a:t>
            </a:r>
          </a:p>
          <a:p>
            <a:r>
              <a:rPr lang="en-US" dirty="0"/>
              <a:t>Read address     0-&gt;8-&gt;16-&gt;1040-&gt;2064-&gt;3088-&gt;4112</a:t>
            </a:r>
          </a:p>
          <a:p>
            <a:r>
              <a:rPr lang="en-US" dirty="0"/>
              <a:t>Design clock       0-&gt;8-&gt;16-&gt;24-&gt;32-&gt;40 -&gt;48     -&gt;56</a:t>
            </a:r>
          </a:p>
          <a:p>
            <a:r>
              <a:rPr lang="en-US" dirty="0"/>
              <a:t>Data capture             5-&gt;13-&gt;21-&gt;29-&gt;37 -&gt;45     -&gt;53-&gt;61  [5 cycle latency]</a:t>
            </a:r>
          </a:p>
          <a:p>
            <a:r>
              <a:rPr lang="en-US" dirty="0"/>
              <a:t>Data availability       13-&gt;21-&gt;29-&gt;37 -&gt;45 -&gt;53   -&gt;61-&gt;69    </a:t>
            </a:r>
          </a:p>
          <a:p>
            <a:r>
              <a:rPr lang="en-US" dirty="0"/>
              <a:t>                                                                                                         First slide start at 69</a:t>
            </a:r>
          </a:p>
        </p:txBody>
      </p:sp>
    </p:spTree>
    <p:extLst>
      <p:ext uri="{BB962C8B-B14F-4D97-AF65-F5344CB8AC3E}">
        <p14:creationId xmlns:p14="http://schemas.microsoft.com/office/powerpoint/2010/main" val="530562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37A4C2-F92F-3327-C0DF-A68D7CD97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09963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80D202-3799-3030-CCD3-653FC578B089}"/>
              </a:ext>
            </a:extLst>
          </p:cNvPr>
          <p:cNvSpPr/>
          <p:nvPr/>
        </p:nvSpPr>
        <p:spPr>
          <a:xfrm>
            <a:off x="1733384" y="755374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336A9D-C093-3211-53EB-4FB89775B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2132157"/>
            <a:ext cx="10431331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B23BD6-D233-0599-E91C-44ABFF68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3654350"/>
            <a:ext cx="10431331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A7648-72F6-32DB-DC10-482E25ED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5207142"/>
            <a:ext cx="10431331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A555D8-E657-0D80-1EEA-42A03F7FA0BA}"/>
              </a:ext>
            </a:extLst>
          </p:cNvPr>
          <p:cNvSpPr/>
          <p:nvPr/>
        </p:nvSpPr>
        <p:spPr>
          <a:xfrm>
            <a:off x="1733384" y="2576045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CDDE1D-FA51-6680-5174-4DEFC4A46620}"/>
              </a:ext>
            </a:extLst>
          </p:cNvPr>
          <p:cNvSpPr/>
          <p:nvPr/>
        </p:nvSpPr>
        <p:spPr>
          <a:xfrm>
            <a:off x="2301903" y="5680970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5424CE-6630-953B-3574-D00AEB205C3F}"/>
              </a:ext>
            </a:extLst>
          </p:cNvPr>
          <p:cNvSpPr/>
          <p:nvPr/>
        </p:nvSpPr>
        <p:spPr>
          <a:xfrm>
            <a:off x="2301903" y="3750788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8B2B6-8D13-C9A7-6F7D-778F4183CCC1}"/>
              </a:ext>
            </a:extLst>
          </p:cNvPr>
          <p:cNvSpPr txBox="1"/>
          <p:nvPr/>
        </p:nvSpPr>
        <p:spPr>
          <a:xfrm>
            <a:off x="127221" y="1168842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EB7F54-7568-CE21-FE25-66B928E89507}"/>
              </a:ext>
            </a:extLst>
          </p:cNvPr>
          <p:cNvSpPr txBox="1"/>
          <p:nvPr/>
        </p:nvSpPr>
        <p:spPr>
          <a:xfrm>
            <a:off x="0" y="257604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0BADAD-AB59-BE2C-013C-A95D7C5E763C}"/>
              </a:ext>
            </a:extLst>
          </p:cNvPr>
          <p:cNvSpPr txBox="1"/>
          <p:nvPr/>
        </p:nvSpPr>
        <p:spPr>
          <a:xfrm>
            <a:off x="0" y="407500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06E915-5EB0-1ADD-662A-421C7D6171EE}"/>
              </a:ext>
            </a:extLst>
          </p:cNvPr>
          <p:cNvSpPr txBox="1"/>
          <p:nvPr/>
        </p:nvSpPr>
        <p:spPr>
          <a:xfrm>
            <a:off x="127221" y="5689158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56AC5B-46E0-8278-E7FB-36FD0D6A5113}"/>
              </a:ext>
            </a:extLst>
          </p:cNvPr>
          <p:cNvSpPr txBox="1"/>
          <p:nvPr/>
        </p:nvSpPr>
        <p:spPr>
          <a:xfrm>
            <a:off x="1184744" y="188383"/>
            <a:ext cx="1790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          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5E719-F5A3-A3AA-85C9-AE44833AD3AD}"/>
              </a:ext>
            </a:extLst>
          </p:cNvPr>
          <p:cNvSpPr txBox="1"/>
          <p:nvPr/>
        </p:nvSpPr>
        <p:spPr>
          <a:xfrm>
            <a:off x="6457784" y="188383"/>
            <a:ext cx="414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Addr</a:t>
            </a:r>
            <a:r>
              <a:rPr lang="en-US" dirty="0"/>
              <a:t>            DATA</a:t>
            </a:r>
          </a:p>
        </p:txBody>
      </p:sp>
    </p:spTree>
    <p:extLst>
      <p:ext uri="{BB962C8B-B14F-4D97-AF65-F5344CB8AC3E}">
        <p14:creationId xmlns:p14="http://schemas.microsoft.com/office/powerpoint/2010/main" val="220829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8C3F-BAFF-2A8F-0D80-472E5D34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20E1DA-B929-98CA-CD15-78484EF00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09963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57BB65-E0DE-F4AE-77AC-444FD161965B}"/>
              </a:ext>
            </a:extLst>
          </p:cNvPr>
          <p:cNvSpPr/>
          <p:nvPr/>
        </p:nvSpPr>
        <p:spPr>
          <a:xfrm>
            <a:off x="2812376" y="701100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72222-676B-DD87-B588-950F965F5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2132157"/>
            <a:ext cx="10431331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6D2FE0-25EA-F620-1390-BD016327E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3669650"/>
            <a:ext cx="10431331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007507-0CD2-98CF-2847-DEC224C11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5207142"/>
            <a:ext cx="10431331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4A2833F-FDC7-68C8-AC64-5819B39D7E9C}"/>
              </a:ext>
            </a:extLst>
          </p:cNvPr>
          <p:cNvSpPr/>
          <p:nvPr/>
        </p:nvSpPr>
        <p:spPr>
          <a:xfrm>
            <a:off x="2812376" y="2603663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AAAA2-E296-DC12-9563-AE3602A019B0}"/>
              </a:ext>
            </a:extLst>
          </p:cNvPr>
          <p:cNvSpPr/>
          <p:nvPr/>
        </p:nvSpPr>
        <p:spPr>
          <a:xfrm>
            <a:off x="3390039" y="5690748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C01A5-3F5D-C1A2-AB09-051FC897B5D1}"/>
              </a:ext>
            </a:extLst>
          </p:cNvPr>
          <p:cNvSpPr/>
          <p:nvPr/>
        </p:nvSpPr>
        <p:spPr>
          <a:xfrm>
            <a:off x="3390039" y="3881292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66B083-B9C6-62BA-DE4B-8810FF43BE4F}"/>
              </a:ext>
            </a:extLst>
          </p:cNvPr>
          <p:cNvSpPr txBox="1"/>
          <p:nvPr/>
        </p:nvSpPr>
        <p:spPr>
          <a:xfrm>
            <a:off x="127221" y="1168842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E0187C-A761-8859-CDBF-2C33F7CE8290}"/>
              </a:ext>
            </a:extLst>
          </p:cNvPr>
          <p:cNvSpPr txBox="1"/>
          <p:nvPr/>
        </p:nvSpPr>
        <p:spPr>
          <a:xfrm>
            <a:off x="0" y="257604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6A1FCC-CDB8-6D1E-9D12-E589C59DA174}"/>
              </a:ext>
            </a:extLst>
          </p:cNvPr>
          <p:cNvSpPr txBox="1"/>
          <p:nvPr/>
        </p:nvSpPr>
        <p:spPr>
          <a:xfrm>
            <a:off x="0" y="407500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1EDA80-8CE6-91AD-119D-354F8B4D381C}"/>
              </a:ext>
            </a:extLst>
          </p:cNvPr>
          <p:cNvSpPr txBox="1"/>
          <p:nvPr/>
        </p:nvSpPr>
        <p:spPr>
          <a:xfrm>
            <a:off x="127221" y="5689158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8</a:t>
            </a:r>
          </a:p>
        </p:txBody>
      </p:sp>
    </p:spTree>
    <p:extLst>
      <p:ext uri="{BB962C8B-B14F-4D97-AF65-F5344CB8AC3E}">
        <p14:creationId xmlns:p14="http://schemas.microsoft.com/office/powerpoint/2010/main" val="146936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9449-4895-60F8-1445-FE528D61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51544C-B3C2-C695-5BDA-084F89F75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09963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BDE676A-BF56-B807-4BA0-78F8E16AA878}"/>
              </a:ext>
            </a:extLst>
          </p:cNvPr>
          <p:cNvSpPr/>
          <p:nvPr/>
        </p:nvSpPr>
        <p:spPr>
          <a:xfrm>
            <a:off x="3818216" y="734276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782C1-B376-653D-DE5D-062AB1F8D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2132157"/>
            <a:ext cx="10431331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A0FD7E-CDA8-8169-A968-E602A8F50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3669650"/>
            <a:ext cx="10431331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2B104-7F7C-B724-C90E-329B1511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5207142"/>
            <a:ext cx="10431331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D02342-2818-017A-A74B-93BA4612D744}"/>
              </a:ext>
            </a:extLst>
          </p:cNvPr>
          <p:cNvSpPr/>
          <p:nvPr/>
        </p:nvSpPr>
        <p:spPr>
          <a:xfrm>
            <a:off x="3818216" y="2600464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B570BA-7849-AC35-8A90-2CABA4242C0F}"/>
              </a:ext>
            </a:extLst>
          </p:cNvPr>
          <p:cNvSpPr/>
          <p:nvPr/>
        </p:nvSpPr>
        <p:spPr>
          <a:xfrm>
            <a:off x="4459887" y="5614840"/>
            <a:ext cx="278216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FDD31A-076E-3ACB-A60A-42B95D89689A}"/>
              </a:ext>
            </a:extLst>
          </p:cNvPr>
          <p:cNvSpPr/>
          <p:nvPr/>
        </p:nvSpPr>
        <p:spPr>
          <a:xfrm>
            <a:off x="4259236" y="3878093"/>
            <a:ext cx="2982811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B6B8F-6C84-9B68-F2EC-43E173708899}"/>
              </a:ext>
            </a:extLst>
          </p:cNvPr>
          <p:cNvSpPr txBox="1"/>
          <p:nvPr/>
        </p:nvSpPr>
        <p:spPr>
          <a:xfrm>
            <a:off x="127221" y="1168842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9A9182-ECD1-7FDA-039C-C259FEC62E4D}"/>
              </a:ext>
            </a:extLst>
          </p:cNvPr>
          <p:cNvSpPr txBox="1"/>
          <p:nvPr/>
        </p:nvSpPr>
        <p:spPr>
          <a:xfrm>
            <a:off x="0" y="2576045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4A479-2741-C46C-6FBD-9F8D193E5918}"/>
              </a:ext>
            </a:extLst>
          </p:cNvPr>
          <p:cNvSpPr txBox="1"/>
          <p:nvPr/>
        </p:nvSpPr>
        <p:spPr>
          <a:xfrm>
            <a:off x="0" y="4075005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81C75-C6EB-AED2-9E37-B7AE5E61B468}"/>
              </a:ext>
            </a:extLst>
          </p:cNvPr>
          <p:cNvSpPr txBox="1"/>
          <p:nvPr/>
        </p:nvSpPr>
        <p:spPr>
          <a:xfrm>
            <a:off x="127221" y="5689158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12</a:t>
            </a:r>
          </a:p>
        </p:txBody>
      </p:sp>
    </p:spTree>
    <p:extLst>
      <p:ext uri="{BB962C8B-B14F-4D97-AF65-F5344CB8AC3E}">
        <p14:creationId xmlns:p14="http://schemas.microsoft.com/office/powerpoint/2010/main" val="71837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8A25-C8DE-1ABA-B67F-5499785B7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E1DFC0-4091-545E-B632-0ABAFB716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54317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45E780-4CF9-23A2-22B8-F8EF5E845227}"/>
              </a:ext>
            </a:extLst>
          </p:cNvPr>
          <p:cNvSpPr/>
          <p:nvPr/>
        </p:nvSpPr>
        <p:spPr>
          <a:xfrm>
            <a:off x="4845126" y="803108"/>
            <a:ext cx="3055289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BFF3E9-CD59-37DB-AD48-0DA69A555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2132157"/>
            <a:ext cx="10431331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CD287C-5B16-CC73-B9A4-61220360A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3669650"/>
            <a:ext cx="10431331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2F9996-6C65-FC7C-7BD7-DDCFC216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5207142"/>
            <a:ext cx="10431331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75A4E7B-4AC0-2E56-9938-F901A30111E8}"/>
              </a:ext>
            </a:extLst>
          </p:cNvPr>
          <p:cNvSpPr/>
          <p:nvPr/>
        </p:nvSpPr>
        <p:spPr>
          <a:xfrm>
            <a:off x="4845127" y="2596944"/>
            <a:ext cx="305528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7704D7-EC56-960D-010B-BF937F0AD447}"/>
              </a:ext>
            </a:extLst>
          </p:cNvPr>
          <p:cNvSpPr/>
          <p:nvPr/>
        </p:nvSpPr>
        <p:spPr>
          <a:xfrm>
            <a:off x="5393091" y="5667216"/>
            <a:ext cx="2982811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ED1947-4AE2-F7B6-34EF-B502CFB0F97A}"/>
              </a:ext>
            </a:extLst>
          </p:cNvPr>
          <p:cNvSpPr/>
          <p:nvPr/>
        </p:nvSpPr>
        <p:spPr>
          <a:xfrm>
            <a:off x="5393092" y="3874573"/>
            <a:ext cx="2982811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BDA671-BF1E-1150-6FFA-92E02BA6F402}"/>
              </a:ext>
            </a:extLst>
          </p:cNvPr>
          <p:cNvSpPr txBox="1"/>
          <p:nvPr/>
        </p:nvSpPr>
        <p:spPr>
          <a:xfrm>
            <a:off x="127221" y="1168842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E35AF9-AF38-0DF0-4DD0-7CCFAEC23EBF}"/>
              </a:ext>
            </a:extLst>
          </p:cNvPr>
          <p:cNvSpPr txBox="1"/>
          <p:nvPr/>
        </p:nvSpPr>
        <p:spPr>
          <a:xfrm>
            <a:off x="0" y="2576045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133097-FDAA-DE82-44C3-F55A35CCA603}"/>
              </a:ext>
            </a:extLst>
          </p:cNvPr>
          <p:cNvSpPr txBox="1"/>
          <p:nvPr/>
        </p:nvSpPr>
        <p:spPr>
          <a:xfrm>
            <a:off x="0" y="4075005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D284F-B510-6786-318F-DD03376A2667}"/>
              </a:ext>
            </a:extLst>
          </p:cNvPr>
          <p:cNvSpPr txBox="1"/>
          <p:nvPr/>
        </p:nvSpPr>
        <p:spPr>
          <a:xfrm>
            <a:off x="127221" y="5689158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16</a:t>
            </a:r>
          </a:p>
        </p:txBody>
      </p:sp>
    </p:spTree>
    <p:extLst>
      <p:ext uri="{BB962C8B-B14F-4D97-AF65-F5344CB8AC3E}">
        <p14:creationId xmlns:p14="http://schemas.microsoft.com/office/powerpoint/2010/main" val="216355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01482-7078-7E7F-F6A4-D172C7A5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028C9B-EC78-4DC5-C5C0-999DB7D3F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54317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94C62DE-CF3D-82FE-FE1F-90E8002571D8}"/>
              </a:ext>
            </a:extLst>
          </p:cNvPr>
          <p:cNvSpPr/>
          <p:nvPr/>
        </p:nvSpPr>
        <p:spPr>
          <a:xfrm>
            <a:off x="1095414" y="775677"/>
            <a:ext cx="5175503" cy="53191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EE3A9-A719-404D-724D-7EA94AA84D1F}"/>
              </a:ext>
            </a:extLst>
          </p:cNvPr>
          <p:cNvSpPr txBox="1"/>
          <p:nvPr/>
        </p:nvSpPr>
        <p:spPr>
          <a:xfrm>
            <a:off x="795528" y="2587752"/>
            <a:ext cx="1130796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2*8 highlighted elements in yellow can be removed as we have utilized them completely. Achieve by overwriting.</a:t>
            </a:r>
          </a:p>
          <a:p>
            <a:r>
              <a:rPr lang="en-US" dirty="0"/>
              <a:t>3*8 highlighted elements in green moved to a buffer which is SRAM of size 32Kb or 3KB Register file.</a:t>
            </a:r>
          </a:p>
          <a:p>
            <a:r>
              <a:rPr lang="en-US" dirty="0"/>
              <a:t>Copy </a:t>
            </a:r>
          </a:p>
          <a:p>
            <a:r>
              <a:rPr lang="en-US" dirty="0"/>
              <a:t>After 15 slide is done, copy the first row from 5*8 RF2 to 5*8 RF1 so that 11th read can be stored</a:t>
            </a:r>
          </a:p>
          <a:p>
            <a:r>
              <a:rPr lang="en-US" dirty="0"/>
              <a:t>In 5*8 RF2.</a:t>
            </a:r>
          </a:p>
          <a:p>
            <a:r>
              <a:rPr lang="en-US" dirty="0"/>
              <a:t>After 16 slide is done, wait till 10 read is completed and then copy next four rows from 5*8 RF2 to 5*8 RF1</a:t>
            </a:r>
          </a:p>
          <a:p>
            <a:r>
              <a:rPr lang="en-US" dirty="0"/>
              <a:t>Give 12,13,14,15 reads while 11 read is not completed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691D16-6D21-45E0-B2E4-37104F4B1859}"/>
              </a:ext>
            </a:extLst>
          </p:cNvPr>
          <p:cNvSpPr/>
          <p:nvPr/>
        </p:nvSpPr>
        <p:spPr>
          <a:xfrm>
            <a:off x="1095414" y="1368731"/>
            <a:ext cx="5104218" cy="77723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2CC7F2-DB69-CA20-5F5B-E8908CD091DF}"/>
              </a:ext>
            </a:extLst>
          </p:cNvPr>
          <p:cNvSpPr txBox="1"/>
          <p:nvPr/>
        </p:nvSpPr>
        <p:spPr>
          <a:xfrm>
            <a:off x="1709928" y="89008"/>
            <a:ext cx="737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5*8 Register file  1                                                                   5 * 8 Register file 2</a:t>
            </a:r>
          </a:p>
        </p:txBody>
      </p:sp>
    </p:spTree>
    <p:extLst>
      <p:ext uri="{BB962C8B-B14F-4D97-AF65-F5344CB8AC3E}">
        <p14:creationId xmlns:p14="http://schemas.microsoft.com/office/powerpoint/2010/main" val="120149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7F42D00-BC5F-FAF3-DECD-BC8EA8613392}"/>
              </a:ext>
            </a:extLst>
          </p:cNvPr>
          <p:cNvSpPr txBox="1"/>
          <p:nvPr/>
        </p:nvSpPr>
        <p:spPr>
          <a:xfrm>
            <a:off x="512064" y="4617720"/>
            <a:ext cx="110865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the clock is at 98, </a:t>
            </a:r>
            <a:r>
              <a:rPr lang="en-US" dirty="0" err="1"/>
              <a:t>i.e</a:t>
            </a:r>
            <a:r>
              <a:rPr lang="en-US" dirty="0"/>
              <a:t> 15</a:t>
            </a:r>
            <a:r>
              <a:rPr lang="en-US" baseline="30000" dirty="0"/>
              <a:t>th</a:t>
            </a:r>
            <a:r>
              <a:rPr lang="en-US" dirty="0"/>
              <a:t> slide is completed, generate control signal which triggers to copy  RF2 row1 to</a:t>
            </a:r>
          </a:p>
          <a:p>
            <a:r>
              <a:rPr lang="en-US" dirty="0"/>
              <a:t>RF1 row1.</a:t>
            </a:r>
          </a:p>
          <a:p>
            <a:endParaRPr lang="en-US" dirty="0"/>
          </a:p>
          <a:p>
            <a:r>
              <a:rPr lang="en-US" dirty="0"/>
              <a:t>When the 11</a:t>
            </a:r>
            <a:r>
              <a:rPr lang="en-US" baseline="30000" dirty="0"/>
              <a:t>th</a:t>
            </a:r>
            <a:r>
              <a:rPr lang="en-US" dirty="0"/>
              <a:t> read data capturing begin, generate a control signal to copy RF2 row2-5 to RF1 row 2-5.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63C849-97DE-D9C8-26D1-F3EA9C92E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39951"/>
            <a:ext cx="10602805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88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6B3DB0-95B6-00F3-3A0C-2800CE5F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14" y="650450"/>
            <a:ext cx="10288436" cy="15337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360B6D1-9BD8-6E45-2D3D-832EA863CAD8}"/>
              </a:ext>
            </a:extLst>
          </p:cNvPr>
          <p:cNvSpPr txBox="1"/>
          <p:nvPr/>
        </p:nvSpPr>
        <p:spPr>
          <a:xfrm>
            <a:off x="2313432" y="101169"/>
            <a:ext cx="737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5*8 Register file  1                                                                   5 * 8 Register file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5D5F67-3AE6-2D00-8BD1-51584224B413}"/>
              </a:ext>
            </a:extLst>
          </p:cNvPr>
          <p:cNvSpPr txBox="1"/>
          <p:nvPr/>
        </p:nvSpPr>
        <p:spPr>
          <a:xfrm>
            <a:off x="632460" y="2624328"/>
            <a:ext cx="109270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new data always comes to RF2. Where as the </a:t>
            </a:r>
            <a:r>
              <a:rPr lang="en-US" dirty="0" err="1"/>
              <a:t>the</a:t>
            </a:r>
            <a:r>
              <a:rPr lang="en-US" dirty="0"/>
              <a:t> bottom 3 rows of RF1 is being sent to SRAM or 3KB register file( Not decided yet. Will change based on the synthesis/performance problems)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Row transitioning discussed on next slide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45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FD9B6-386C-D02C-81A6-1AF22DA82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1" y="715398"/>
            <a:ext cx="9916909" cy="1714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A73E57-F782-890C-2F10-25165CB7BB27}"/>
              </a:ext>
            </a:extLst>
          </p:cNvPr>
          <p:cNvSpPr txBox="1"/>
          <p:nvPr/>
        </p:nvSpPr>
        <p:spPr>
          <a:xfrm>
            <a:off x="854079" y="182880"/>
            <a:ext cx="991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RF1 :  Last read – 1 of the row                                               RF2: Last read of the row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CD255-06FA-838F-6741-D2FA25A5CD93}"/>
              </a:ext>
            </a:extLst>
          </p:cNvPr>
          <p:cNvSpPr txBox="1"/>
          <p:nvPr/>
        </p:nvSpPr>
        <p:spPr>
          <a:xfrm>
            <a:off x="762641" y="2430137"/>
            <a:ext cx="991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RF1 :  Last read of the row                                                   RF2: New read of the next row(last row +5)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94EF61-6D0F-7DBB-3EDD-7AD578B8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40" y="2799469"/>
            <a:ext cx="9916909" cy="1714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AB1C72-583C-40E6-9C07-E13904937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39" y="5052299"/>
            <a:ext cx="9916909" cy="17147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4D46A9-AE12-D003-8B2A-FCD3EF7A5F9A}"/>
              </a:ext>
            </a:extLst>
          </p:cNvPr>
          <p:cNvSpPr txBox="1"/>
          <p:nvPr/>
        </p:nvSpPr>
        <p:spPr>
          <a:xfrm>
            <a:off x="686441" y="4550403"/>
            <a:ext cx="991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RF1 : New read of the next row(last row +5)                RF2: New read +1 of the next row(last row +5)</a:t>
            </a:r>
          </a:p>
        </p:txBody>
      </p:sp>
    </p:spTree>
    <p:extLst>
      <p:ext uri="{BB962C8B-B14F-4D97-AF65-F5344CB8AC3E}">
        <p14:creationId xmlns:p14="http://schemas.microsoft.com/office/powerpoint/2010/main" val="527906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FE7ED6-47FE-393D-F2E6-6B001FBEC0A3}"/>
              </a:ext>
            </a:extLst>
          </p:cNvPr>
          <p:cNvSpPr txBox="1"/>
          <p:nvPr/>
        </p:nvSpPr>
        <p:spPr>
          <a:xfrm>
            <a:off x="633222" y="865091"/>
            <a:ext cx="60944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Challenges A	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How the design issues read command and read </a:t>
            </a:r>
            <a:r>
              <a:rPr lang="en-US" sz="1800" strike="sngStrike" dirty="0" err="1"/>
              <a:t>addr</a:t>
            </a:r>
            <a:r>
              <a:rPr lang="en-US" sz="1800" strike="sngStrike" dirty="0"/>
              <a:t> to DRAM input memory. </a:t>
            </a:r>
            <a:r>
              <a:rPr lang="en-US" sz="1800" dirty="0">
                <a:highlight>
                  <a:srgbClr val="FFFF00"/>
                </a:highlight>
              </a:rPr>
              <a:t>Rows 1 to 5 till last read of the row</a:t>
            </a:r>
            <a:endParaRPr lang="en-US" sz="1800" strike="sngStrike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r>
              <a:rPr lang="en-US" sz="1800" strike="sngStrike" dirty="0"/>
              <a:t>How does the design stores the output of DRAM input memory.</a:t>
            </a:r>
            <a:r>
              <a:rPr lang="en-US" sz="1800" dirty="0"/>
              <a:t>	</a:t>
            </a:r>
            <a:r>
              <a:rPr lang="en-US" sz="1800" dirty="0">
                <a:highlight>
                  <a:srgbClr val="FFFF00"/>
                </a:highlight>
              </a:rPr>
              <a:t>Two 5*8 RF and buffer unused RF data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In which pattern do we slide?</a:t>
            </a:r>
            <a:r>
              <a:rPr lang="en-US" sz="1800" dirty="0"/>
              <a:t>	</a:t>
            </a:r>
            <a:r>
              <a:rPr lang="en-US" sz="1800" dirty="0">
                <a:highlight>
                  <a:srgbClr val="FFFF00"/>
                </a:highlight>
              </a:rPr>
              <a:t>Inverted N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How big is the register file? </a:t>
            </a:r>
            <a:r>
              <a:rPr lang="en-US" dirty="0">
                <a:highlight>
                  <a:srgbClr val="FFFF00"/>
                </a:highlight>
              </a:rPr>
              <a:t>Two 5*8 RF</a:t>
            </a:r>
            <a:endParaRPr lang="en-US" sz="1800" strike="sngStrike" dirty="0">
              <a:highlight>
                <a:srgbClr val="FFFF00"/>
              </a:highlight>
            </a:endParaRPr>
          </a:p>
          <a:p>
            <a:r>
              <a:rPr lang="en-US" sz="1800" dirty="0"/>
              <a:t>Challenges B	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Where do I store MAC output? </a:t>
            </a:r>
            <a:r>
              <a:rPr lang="en-US" sz="1800" dirty="0"/>
              <a:t>	</a:t>
            </a:r>
            <a:r>
              <a:rPr lang="en-US" sz="1800" dirty="0">
                <a:highlight>
                  <a:srgbClr val="FFFF00"/>
                </a:highlight>
              </a:rPr>
              <a:t>In convolution reg file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How big is my convolution register file </a:t>
            </a:r>
            <a:r>
              <a:rPr lang="en-US" sz="1800" dirty="0">
                <a:highlight>
                  <a:srgbClr val="FFFF00"/>
                </a:highlight>
              </a:rPr>
              <a:t>4B</a:t>
            </a:r>
          </a:p>
          <a:p>
            <a:r>
              <a:rPr lang="en-US" sz="1800" dirty="0"/>
              <a:t>Challenges C	</a:t>
            </a:r>
          </a:p>
          <a:p>
            <a:pPr marL="342900" indent="-342900">
              <a:buAutoNum type="arabicPeriod"/>
            </a:pPr>
            <a:r>
              <a:rPr lang="en-US" sz="1800" strike="sngStrike" dirty="0"/>
              <a:t>How big is my Leaky </a:t>
            </a:r>
            <a:r>
              <a:rPr lang="en-US" sz="1800" strike="sngStrike" dirty="0" err="1"/>
              <a:t>ReLU</a:t>
            </a:r>
            <a:r>
              <a:rPr lang="en-US" sz="1800" strike="sngStrike" dirty="0"/>
              <a:t> register file	</a:t>
            </a:r>
            <a:r>
              <a:rPr lang="en-US" sz="1800" dirty="0">
                <a:highlight>
                  <a:srgbClr val="FFFF00"/>
                </a:highlight>
              </a:rPr>
              <a:t>4B</a:t>
            </a:r>
            <a:endParaRPr lang="en-US" sz="1800" strike="sngStrike" dirty="0">
              <a:highlight>
                <a:srgbClr val="FFFF00"/>
              </a:highlight>
            </a:endParaRPr>
          </a:p>
          <a:p>
            <a:pPr marL="342900" indent="-342900">
              <a:buAutoNum type="arabicPeriod"/>
            </a:pPr>
            <a:r>
              <a:rPr lang="en-US" sz="1800" strike="sngStrike" dirty="0"/>
              <a:t>Modifying the weights based on if the number is positive/negative. </a:t>
            </a:r>
          </a:p>
          <a:p>
            <a:r>
              <a:rPr lang="en-US" sz="1800" dirty="0"/>
              <a:t>Challenges D	</a:t>
            </a:r>
          </a:p>
          <a:p>
            <a:r>
              <a:rPr lang="en-US" sz="1800" strike="sngStrike" dirty="0"/>
              <a:t>1. How big is my Pooling register file </a:t>
            </a:r>
            <a:r>
              <a:rPr lang="en-US" sz="1800" dirty="0">
                <a:highlight>
                  <a:srgbClr val="FFFF00"/>
                </a:highlight>
              </a:rPr>
              <a:t>8B</a:t>
            </a:r>
          </a:p>
        </p:txBody>
      </p:sp>
    </p:spTree>
    <p:extLst>
      <p:ext uri="{BB962C8B-B14F-4D97-AF65-F5344CB8AC3E}">
        <p14:creationId xmlns:p14="http://schemas.microsoft.com/office/powerpoint/2010/main" val="2434050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58EE05-883F-E065-B4CE-B257C39A8DCF}"/>
              </a:ext>
            </a:extLst>
          </p:cNvPr>
          <p:cNvSpPr txBox="1"/>
          <p:nvPr/>
        </p:nvSpPr>
        <p:spPr>
          <a:xfrm>
            <a:off x="566928" y="658368"/>
            <a:ext cx="112014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rows -&gt; 5 read counter. Each row initialized </a:t>
            </a:r>
          </a:p>
          <a:p>
            <a:r>
              <a:rPr lang="en-US" dirty="0"/>
              <a:t>After reset, FSM always transitions from IDLE to READ LOAD</a:t>
            </a:r>
          </a:p>
          <a:p>
            <a:endParaRPr lang="en-US" dirty="0"/>
          </a:p>
          <a:p>
            <a:r>
              <a:rPr lang="en-US" dirty="0"/>
              <a:t>IDLE : 5 read counter are initialized to 0</a:t>
            </a:r>
          </a:p>
          <a:p>
            <a:r>
              <a:rPr lang="en-US" dirty="0"/>
              <a:t>READ LOAD : </a:t>
            </a:r>
          </a:p>
          <a:p>
            <a:r>
              <a:rPr lang="en-US" dirty="0"/>
              <a:t>If number of </a:t>
            </a:r>
            <a:r>
              <a:rPr lang="en-US" dirty="0" err="1"/>
              <a:t>rows_reads</a:t>
            </a:r>
            <a:r>
              <a:rPr lang="en-US" dirty="0"/>
              <a:t> ==0 then</a:t>
            </a:r>
          </a:p>
          <a:p>
            <a:r>
              <a:rPr lang="en-US" dirty="0"/>
              <a:t>Row1_read_count = 16;</a:t>
            </a:r>
          </a:p>
          <a:p>
            <a:endParaRPr lang="en-US" dirty="0"/>
          </a:p>
          <a:p>
            <a:r>
              <a:rPr lang="en-US" dirty="0"/>
              <a:t>Else</a:t>
            </a:r>
          </a:p>
          <a:p>
            <a:r>
              <a:rPr lang="en-US" dirty="0"/>
              <a:t>Row1_read_count = 16 + 128*8*(3 + 5*(rows_read-1);</a:t>
            </a:r>
          </a:p>
          <a:p>
            <a:endParaRPr lang="en-US" dirty="0"/>
          </a:p>
          <a:p>
            <a:r>
              <a:rPr lang="en-US" dirty="0"/>
              <a:t>READ INCR: (if the 32 cycles has passed only then we should enter this state)</a:t>
            </a:r>
          </a:p>
          <a:p>
            <a:r>
              <a:rPr lang="en-US" dirty="0"/>
              <a:t> Row1_read_count = Row1_read_count + 8;</a:t>
            </a:r>
          </a:p>
          <a:p>
            <a:endParaRPr lang="en-US" dirty="0"/>
          </a:p>
          <a:p>
            <a:r>
              <a:rPr lang="en-US" dirty="0"/>
              <a:t>Row2_read_count = Row1_read_count  + 1024;</a:t>
            </a:r>
          </a:p>
          <a:p>
            <a:r>
              <a:rPr lang="en-US" dirty="0"/>
              <a:t>Row3_read_count = Row2_read_count  + 1024;</a:t>
            </a:r>
          </a:p>
          <a:p>
            <a:r>
              <a:rPr lang="en-US" dirty="0"/>
              <a:t>Row4_read_count = Row3_read_count  + 1024;</a:t>
            </a:r>
          </a:p>
          <a:p>
            <a:r>
              <a:rPr lang="en-US" dirty="0"/>
              <a:t>Row5_read_count = Row4_read_count  + 1024;</a:t>
            </a:r>
          </a:p>
          <a:p>
            <a:endParaRPr lang="en-US" dirty="0"/>
          </a:p>
          <a:p>
            <a:r>
              <a:rPr lang="en-US" dirty="0"/>
              <a:t>Need extra logic to choose which row*_</a:t>
            </a:r>
            <a:r>
              <a:rPr lang="en-US" dirty="0" err="1"/>
              <a:t>read_count</a:t>
            </a:r>
            <a:r>
              <a:rPr lang="en-US" dirty="0"/>
              <a:t> should be sent on </a:t>
            </a:r>
            <a:r>
              <a:rPr lang="en-US" dirty="0" err="1"/>
              <a:t>addr</a:t>
            </a:r>
            <a:r>
              <a:rPr lang="en-US" dirty="0"/>
              <a:t> of input DRAM</a:t>
            </a:r>
          </a:p>
          <a:p>
            <a:r>
              <a:rPr lang="en-US" dirty="0"/>
              <a:t>6 bit counter is sufficient as we need to count till 40 cycles. </a:t>
            </a:r>
          </a:p>
          <a:p>
            <a:r>
              <a:rPr lang="en-US" dirty="0"/>
              <a:t>Decide between counter or FSM with 6 states and a 3bit counter to </a:t>
            </a:r>
            <a:r>
              <a:rPr lang="en-US" dirty="0" err="1"/>
              <a:t>goto</a:t>
            </a:r>
            <a:r>
              <a:rPr lang="en-US" dirty="0"/>
              <a:t> next state.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50E887-7381-A541-2E4D-07D095CBB737}"/>
              </a:ext>
            </a:extLst>
          </p:cNvPr>
          <p:cNvGrpSpPr/>
          <p:nvPr/>
        </p:nvGrpSpPr>
        <p:grpSpPr>
          <a:xfrm>
            <a:off x="9120384" y="795816"/>
            <a:ext cx="867960" cy="195840"/>
            <a:chOff x="9120384" y="795816"/>
            <a:chExt cx="867960" cy="19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667682C-3466-D4E1-B7A2-34D74E69F4D2}"/>
                    </a:ext>
                  </a:extLst>
                </p14:cNvPr>
                <p14:cNvContentPartPr/>
                <p14:nvPr/>
              </p14:nvContentPartPr>
              <p14:xfrm>
                <a:off x="9145584" y="801936"/>
                <a:ext cx="36000" cy="141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667682C-3466-D4E1-B7A2-34D74E69F4D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136944" y="792936"/>
                  <a:ext cx="53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296A3A5-9D70-8099-3F10-FD7BDFAA744F}"/>
                    </a:ext>
                  </a:extLst>
                </p14:cNvPr>
                <p14:cNvContentPartPr/>
                <p14:nvPr/>
              </p14:nvContentPartPr>
              <p14:xfrm>
                <a:off x="9120384" y="805896"/>
                <a:ext cx="122400" cy="177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296A3A5-9D70-8099-3F10-FD7BDFAA74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11384" y="796896"/>
                  <a:ext cx="140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F8ACC6-85B7-B95C-DD36-54B347FB4B83}"/>
                    </a:ext>
                  </a:extLst>
                </p14:cNvPr>
                <p14:cNvContentPartPr/>
                <p14:nvPr/>
              </p14:nvContentPartPr>
              <p14:xfrm>
                <a:off x="9242784" y="867816"/>
                <a:ext cx="91080" cy="9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F8ACC6-85B7-B95C-DD36-54B347FB4B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34144" y="859176"/>
                  <a:ext cx="1087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F3645D6-92B5-DA95-9A71-B47079764091}"/>
                    </a:ext>
                  </a:extLst>
                </p14:cNvPr>
                <p14:cNvContentPartPr/>
                <p14:nvPr/>
              </p14:nvContentPartPr>
              <p14:xfrm>
                <a:off x="9329904" y="867816"/>
                <a:ext cx="118440" cy="97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F3645D6-92B5-DA95-9A71-B470797640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321264" y="859176"/>
                  <a:ext cx="1360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ED41616-985A-36AB-1AB7-12461E6E0786}"/>
                    </a:ext>
                  </a:extLst>
                </p14:cNvPr>
                <p14:cNvContentPartPr/>
                <p14:nvPr/>
              </p14:nvContentPartPr>
              <p14:xfrm>
                <a:off x="9454464" y="795816"/>
                <a:ext cx="71640" cy="183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ED41616-985A-36AB-1AB7-12461E6E07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45824" y="786816"/>
                  <a:ext cx="892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806B48-17EA-8359-7C86-1AB6AEDDCCCE}"/>
                    </a:ext>
                  </a:extLst>
                </p14:cNvPr>
                <p14:cNvContentPartPr/>
                <p14:nvPr/>
              </p14:nvContentPartPr>
              <p14:xfrm>
                <a:off x="9657504" y="824976"/>
                <a:ext cx="24120" cy="16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806B48-17EA-8359-7C86-1AB6AEDDCCC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648504" y="815976"/>
                  <a:ext cx="41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7773520-B9F8-5D21-C5B6-C64B32C2B8C4}"/>
                    </a:ext>
                  </a:extLst>
                </p14:cNvPr>
                <p14:cNvContentPartPr/>
                <p14:nvPr/>
              </p14:nvContentPartPr>
              <p14:xfrm>
                <a:off x="9656784" y="836136"/>
                <a:ext cx="88920" cy="2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7773520-B9F8-5D21-C5B6-C64B32C2B8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47784" y="827136"/>
                  <a:ext cx="106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508796C-4D0D-49B5-4D4F-9701487F626E}"/>
                    </a:ext>
                  </a:extLst>
                </p14:cNvPr>
                <p14:cNvContentPartPr/>
                <p14:nvPr/>
              </p14:nvContentPartPr>
              <p14:xfrm>
                <a:off x="9647424" y="916056"/>
                <a:ext cx="84600" cy="26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508796C-4D0D-49B5-4D4F-9701487F62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38784" y="907056"/>
                  <a:ext cx="102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7B09F60-E992-5A41-E33E-1936101210C6}"/>
                    </a:ext>
                  </a:extLst>
                </p14:cNvPr>
                <p14:cNvContentPartPr/>
                <p14:nvPr/>
              </p14:nvContentPartPr>
              <p14:xfrm>
                <a:off x="9770904" y="844776"/>
                <a:ext cx="72720" cy="137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7B09F60-E992-5A41-E33E-1936101210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61904" y="835776"/>
                  <a:ext cx="903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D92B27-DF76-5334-D8CA-2DE88756B45F}"/>
                    </a:ext>
                  </a:extLst>
                </p14:cNvPr>
                <p14:cNvContentPartPr/>
                <p14:nvPr/>
              </p14:nvContentPartPr>
              <p14:xfrm>
                <a:off x="9859824" y="855936"/>
                <a:ext cx="128520" cy="109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D92B27-DF76-5334-D8CA-2DE88756B45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51184" y="846936"/>
                  <a:ext cx="146160" cy="12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BD833C-C775-B3BB-98E8-4D8C8BEDDD02}"/>
              </a:ext>
            </a:extLst>
          </p:cNvPr>
          <p:cNvGrpSpPr/>
          <p:nvPr/>
        </p:nvGrpSpPr>
        <p:grpSpPr>
          <a:xfrm>
            <a:off x="9410904" y="1263456"/>
            <a:ext cx="297360" cy="192600"/>
            <a:chOff x="9410904" y="1263456"/>
            <a:chExt cx="29736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3C9836B-6E3C-7D3D-665B-4534A10AF5AA}"/>
                    </a:ext>
                  </a:extLst>
                </p14:cNvPr>
                <p14:cNvContentPartPr/>
                <p14:nvPr/>
              </p14:nvContentPartPr>
              <p14:xfrm>
                <a:off x="9410904" y="1263456"/>
                <a:ext cx="7560" cy="15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3C9836B-6E3C-7D3D-665B-4534A10AF5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02264" y="1254456"/>
                  <a:ext cx="252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58F4834-716F-F140-8FAD-F76C46DD687B}"/>
                    </a:ext>
                  </a:extLst>
                </p14:cNvPr>
                <p14:cNvContentPartPr/>
                <p14:nvPr/>
              </p14:nvContentPartPr>
              <p14:xfrm>
                <a:off x="9444744" y="1327536"/>
                <a:ext cx="17280" cy="95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58F4834-716F-F140-8FAD-F76C46DD687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36104" y="1318896"/>
                  <a:ext cx="349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5FD5A3-0866-C0B2-1FFB-C4E79337FE84}"/>
                    </a:ext>
                  </a:extLst>
                </p14:cNvPr>
                <p14:cNvContentPartPr/>
                <p14:nvPr/>
              </p14:nvContentPartPr>
              <p14:xfrm>
                <a:off x="9443304" y="1311696"/>
                <a:ext cx="86400" cy="11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5FD5A3-0866-C0B2-1FFB-C4E79337FE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434304" y="1303056"/>
                  <a:ext cx="1040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7B0693D-AFA0-FF77-98AD-9F6C4DE80024}"/>
                    </a:ext>
                  </a:extLst>
                </p14:cNvPr>
                <p14:cNvContentPartPr/>
                <p14:nvPr/>
              </p14:nvContentPartPr>
              <p14:xfrm>
                <a:off x="9551664" y="1312416"/>
                <a:ext cx="72000" cy="143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7B0693D-AFA0-FF77-98AD-9F6C4DE8002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3024" y="1303416"/>
                  <a:ext cx="896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330B86-9BA9-D2E3-F21E-80FA9F91EA34}"/>
                    </a:ext>
                  </a:extLst>
                </p14:cNvPr>
                <p14:cNvContentPartPr/>
                <p14:nvPr/>
              </p14:nvContentPartPr>
              <p14:xfrm>
                <a:off x="9643824" y="1339416"/>
                <a:ext cx="54360" cy="102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330B86-9BA9-D2E3-F21E-80FA9F91EA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35184" y="1330776"/>
                  <a:ext cx="72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B4D73D3-9355-36DF-8EC0-C01401369383}"/>
                    </a:ext>
                  </a:extLst>
                </p14:cNvPr>
                <p14:cNvContentPartPr/>
                <p14:nvPr/>
              </p14:nvContentPartPr>
              <p14:xfrm>
                <a:off x="9643824" y="1307016"/>
                <a:ext cx="64440" cy="21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B4D73D3-9355-36DF-8EC0-C0140136938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635184" y="1298016"/>
                  <a:ext cx="82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C294B2C-0B7E-9033-EE85-72A147C70B80}"/>
                    </a:ext>
                  </a:extLst>
                </p14:cNvPr>
                <p14:cNvContentPartPr/>
                <p14:nvPr/>
              </p14:nvContentPartPr>
              <p14:xfrm>
                <a:off x="9618984" y="1379016"/>
                <a:ext cx="72720" cy="12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C294B2C-0B7E-9033-EE85-72A147C70B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09984" y="1370376"/>
                  <a:ext cx="9036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8722BCF-D6D8-90CC-008B-5681155BC41F}"/>
              </a:ext>
            </a:extLst>
          </p:cNvPr>
          <p:cNvGrpSpPr/>
          <p:nvPr/>
        </p:nvGrpSpPr>
        <p:grpSpPr>
          <a:xfrm>
            <a:off x="8754624" y="1572696"/>
            <a:ext cx="1736640" cy="985680"/>
            <a:chOff x="8754624" y="1572696"/>
            <a:chExt cx="1736640" cy="98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7895A7-0F2B-8D97-5593-C2F33E9EE90C}"/>
                    </a:ext>
                  </a:extLst>
                </p14:cNvPr>
                <p14:cNvContentPartPr/>
                <p14:nvPr/>
              </p14:nvContentPartPr>
              <p14:xfrm>
                <a:off x="8754624" y="2077056"/>
                <a:ext cx="19080" cy="161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7895A7-0F2B-8D97-5593-C2F33E9EE9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745624" y="2068416"/>
                  <a:ext cx="36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26441B-9233-916C-F183-2934CFE28516}"/>
                    </a:ext>
                  </a:extLst>
                </p14:cNvPr>
                <p14:cNvContentPartPr/>
                <p14:nvPr/>
              </p14:nvContentPartPr>
              <p14:xfrm>
                <a:off x="8755704" y="2068416"/>
                <a:ext cx="122400" cy="199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26441B-9233-916C-F183-2934CFE2851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47064" y="2059416"/>
                  <a:ext cx="140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DA56B5F-375F-F0ED-FF22-8FC4A7E2CCF7}"/>
                    </a:ext>
                  </a:extLst>
                </p14:cNvPr>
                <p14:cNvContentPartPr/>
                <p14:nvPr/>
              </p14:nvContentPartPr>
              <p14:xfrm>
                <a:off x="8879544" y="2158776"/>
                <a:ext cx="92880" cy="133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DA56B5F-375F-F0ED-FF22-8FC4A7E2CC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70904" y="2150136"/>
                  <a:ext cx="110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E81AAF-926B-F482-CEA5-AD85787971E0}"/>
                    </a:ext>
                  </a:extLst>
                </p14:cNvPr>
                <p14:cNvContentPartPr/>
                <p14:nvPr/>
              </p14:nvContentPartPr>
              <p14:xfrm>
                <a:off x="8964864" y="2197296"/>
                <a:ext cx="126000" cy="93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E81AAF-926B-F482-CEA5-AD85787971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955864" y="2188296"/>
                  <a:ext cx="143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DD0A2A-8989-7F8E-3F26-4228792DF10D}"/>
                    </a:ext>
                  </a:extLst>
                </p14:cNvPr>
                <p14:cNvContentPartPr/>
                <p14:nvPr/>
              </p14:nvContentPartPr>
              <p14:xfrm>
                <a:off x="9068184" y="2096496"/>
                <a:ext cx="106920" cy="198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DD0A2A-8989-7F8E-3F26-4228792DF1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59544" y="2087496"/>
                  <a:ext cx="1245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A710381-2A2A-0832-DE5B-2E257A83B145}"/>
                    </a:ext>
                  </a:extLst>
                </p14:cNvPr>
                <p14:cNvContentPartPr/>
                <p14:nvPr/>
              </p14:nvContentPartPr>
              <p14:xfrm>
                <a:off x="8857584" y="2378016"/>
                <a:ext cx="34200" cy="159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A710381-2A2A-0832-DE5B-2E257A83B14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48584" y="2369016"/>
                  <a:ext cx="518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CAAA777-2CE9-F176-0E74-FA0F0462ADB9}"/>
                    </a:ext>
                  </a:extLst>
                </p14:cNvPr>
                <p14:cNvContentPartPr/>
                <p14:nvPr/>
              </p14:nvContentPartPr>
              <p14:xfrm>
                <a:off x="8897184" y="2422296"/>
                <a:ext cx="76680" cy="108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CAAA777-2CE9-F176-0E74-FA0F0462ADB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88184" y="2413656"/>
                  <a:ext cx="943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BEE1479-7DA7-F380-B7F6-27B7FBEEA44B}"/>
                    </a:ext>
                  </a:extLst>
                </p14:cNvPr>
                <p14:cNvContentPartPr/>
                <p14:nvPr/>
              </p14:nvContentPartPr>
              <p14:xfrm>
                <a:off x="8988984" y="2453976"/>
                <a:ext cx="132120" cy="7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BEE1479-7DA7-F380-B7F6-27B7FBEEA4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79984" y="2445336"/>
                  <a:ext cx="1497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1B1C223-DBB1-D662-8E60-2EC199AC0DB6}"/>
                    </a:ext>
                  </a:extLst>
                </p14:cNvPr>
                <p14:cNvContentPartPr/>
                <p14:nvPr/>
              </p14:nvContentPartPr>
              <p14:xfrm>
                <a:off x="9094104" y="2371896"/>
                <a:ext cx="128160" cy="174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1B1C223-DBB1-D662-8E60-2EC199AC0D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085464" y="2363256"/>
                  <a:ext cx="145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B59669D-A8E3-8A78-85B8-68993B553EB6}"/>
                    </a:ext>
                  </a:extLst>
                </p14:cNvPr>
                <p14:cNvContentPartPr/>
                <p14:nvPr/>
              </p14:nvContentPartPr>
              <p14:xfrm>
                <a:off x="9191664" y="1574856"/>
                <a:ext cx="233280" cy="30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B59669D-A8E3-8A78-85B8-68993B553EB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82664" y="1565856"/>
                  <a:ext cx="2509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024ACBF-9716-806E-5B39-C9CE21BBFCD9}"/>
                    </a:ext>
                  </a:extLst>
                </p14:cNvPr>
                <p14:cNvContentPartPr/>
                <p14:nvPr/>
              </p14:nvContentPartPr>
              <p14:xfrm>
                <a:off x="9164664" y="1794456"/>
                <a:ext cx="91440" cy="69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024ACBF-9716-806E-5B39-C9CE21BBFCD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155664" y="1785816"/>
                  <a:ext cx="1090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1B699DE-F07E-49A6-F6A4-F958A190208C}"/>
                    </a:ext>
                  </a:extLst>
                </p14:cNvPr>
                <p14:cNvContentPartPr/>
                <p14:nvPr/>
              </p14:nvContentPartPr>
              <p14:xfrm>
                <a:off x="9231984" y="1803816"/>
                <a:ext cx="74520" cy="92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1B699DE-F07E-49A6-F6A4-F958A190208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223344" y="1794816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42981A7-4243-F221-5A32-64F679807582}"/>
                    </a:ext>
                  </a:extLst>
                </p14:cNvPr>
                <p14:cNvContentPartPr/>
                <p14:nvPr/>
              </p14:nvContentPartPr>
              <p14:xfrm>
                <a:off x="9343584" y="1667736"/>
                <a:ext cx="195480" cy="315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42981A7-4243-F221-5A32-64F67980758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334584" y="1658736"/>
                  <a:ext cx="213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23C8F4A-AD5D-EE03-37AD-15F5BA93611B}"/>
                    </a:ext>
                  </a:extLst>
                </p14:cNvPr>
                <p14:cNvContentPartPr/>
                <p14:nvPr/>
              </p14:nvContentPartPr>
              <p14:xfrm>
                <a:off x="9448704" y="1656216"/>
                <a:ext cx="141840" cy="49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23C8F4A-AD5D-EE03-37AD-15F5BA9361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439704" y="1647576"/>
                  <a:ext cx="159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D632EB2-DD4B-1C11-3087-DE9E4F334A42}"/>
                    </a:ext>
                  </a:extLst>
                </p14:cNvPr>
                <p14:cNvContentPartPr/>
                <p14:nvPr/>
              </p14:nvContentPartPr>
              <p14:xfrm>
                <a:off x="9815904" y="1572696"/>
                <a:ext cx="327240" cy="351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D632EB2-DD4B-1C11-3087-DE9E4F334A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07264" y="1564056"/>
                  <a:ext cx="3448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B9BF2E-FC26-75D5-3459-5610435EC56B}"/>
                    </a:ext>
                  </a:extLst>
                </p14:cNvPr>
                <p14:cNvContentPartPr/>
                <p14:nvPr/>
              </p14:nvContentPartPr>
              <p14:xfrm>
                <a:off x="10057824" y="1910736"/>
                <a:ext cx="89280" cy="39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B9BF2E-FC26-75D5-3459-5610435EC56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049184" y="1901736"/>
                  <a:ext cx="1069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1DF16C4-6F94-B7D4-1E49-2D9B2BB581C7}"/>
                    </a:ext>
                  </a:extLst>
                </p14:cNvPr>
                <p14:cNvContentPartPr/>
                <p14:nvPr/>
              </p14:nvContentPartPr>
              <p14:xfrm>
                <a:off x="10119744" y="1846296"/>
                <a:ext cx="37440" cy="83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1DF16C4-6F94-B7D4-1E49-2D9B2BB58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11104" y="1837296"/>
                  <a:ext cx="55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B22D2DB-1C82-E67C-A3E0-5D31C8F71138}"/>
                    </a:ext>
                  </a:extLst>
                </p14:cNvPr>
                <p14:cNvContentPartPr/>
                <p14:nvPr/>
              </p14:nvContentPartPr>
              <p14:xfrm>
                <a:off x="10113984" y="2129256"/>
                <a:ext cx="23040" cy="1468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B22D2DB-1C82-E67C-A3E0-5D31C8F711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105344" y="2120616"/>
                  <a:ext cx="40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DB0C76A-7514-49AE-7B18-DC3DB68244A5}"/>
                    </a:ext>
                  </a:extLst>
                </p14:cNvPr>
                <p14:cNvContentPartPr/>
                <p14:nvPr/>
              </p14:nvContentPartPr>
              <p14:xfrm>
                <a:off x="10115424" y="2132856"/>
                <a:ext cx="142920" cy="207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DB0C76A-7514-49AE-7B18-DC3DB68244A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06784" y="2123856"/>
                  <a:ext cx="160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F2EAADC-4387-A37A-25E7-EF8209D3A12D}"/>
                    </a:ext>
                  </a:extLst>
                </p14:cNvPr>
                <p14:cNvContentPartPr/>
                <p14:nvPr/>
              </p14:nvContentPartPr>
              <p14:xfrm>
                <a:off x="10251864" y="2225016"/>
                <a:ext cx="77400" cy="88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F2EAADC-4387-A37A-25E7-EF8209D3A1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43224" y="2216016"/>
                  <a:ext cx="950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2E4E9E-EB17-FFE6-BA33-6D92428306BD}"/>
                    </a:ext>
                  </a:extLst>
                </p14:cNvPr>
                <p14:cNvContentPartPr/>
                <p14:nvPr/>
              </p14:nvContentPartPr>
              <p14:xfrm>
                <a:off x="10311984" y="2254176"/>
                <a:ext cx="122040" cy="40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2E4E9E-EB17-FFE6-BA33-6D92428306B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03344" y="2245536"/>
                  <a:ext cx="139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D9A9F83-D7A5-5E67-1A8C-1D1064360DC1}"/>
                    </a:ext>
                  </a:extLst>
                </p14:cNvPr>
                <p14:cNvContentPartPr/>
                <p14:nvPr/>
              </p14:nvContentPartPr>
              <p14:xfrm>
                <a:off x="10409904" y="2115576"/>
                <a:ext cx="81360" cy="196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D9A9F83-D7A5-5E67-1A8C-1D1064360DC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00904" y="2106576"/>
                  <a:ext cx="99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61208AC-A53C-C5DE-CD7D-4DBB7FA7477D}"/>
                    </a:ext>
                  </a:extLst>
                </p14:cNvPr>
                <p14:cNvContentPartPr/>
                <p14:nvPr/>
              </p14:nvContentPartPr>
              <p14:xfrm>
                <a:off x="10187424" y="2440656"/>
                <a:ext cx="27360" cy="117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61208AC-A53C-C5DE-CD7D-4DBB7FA747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78424" y="2432016"/>
                  <a:ext cx="450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837BF4D-86DB-6D1B-B1CC-C83456A82227}"/>
                    </a:ext>
                  </a:extLst>
                </p14:cNvPr>
                <p14:cNvContentPartPr/>
                <p14:nvPr/>
              </p14:nvContentPartPr>
              <p14:xfrm>
                <a:off x="10234944" y="2460096"/>
                <a:ext cx="64080" cy="88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837BF4D-86DB-6D1B-B1CC-C83456A8222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26304" y="2451096"/>
                  <a:ext cx="81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08B49F-ECA4-2DF8-C2FD-4EAF17B08B6A}"/>
                    </a:ext>
                  </a:extLst>
                </p14:cNvPr>
                <p14:cNvContentPartPr/>
                <p14:nvPr/>
              </p14:nvContentPartPr>
              <p14:xfrm>
                <a:off x="10308744" y="2402496"/>
                <a:ext cx="145440" cy="147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08B49F-ECA4-2DF8-C2FD-4EAF17B08B6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99744" y="2393496"/>
                  <a:ext cx="163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53434A-8340-6320-A9DF-E10EE760B8D3}"/>
                    </a:ext>
                  </a:extLst>
                </p14:cNvPr>
                <p14:cNvContentPartPr/>
                <p14:nvPr/>
              </p14:nvContentPartPr>
              <p14:xfrm>
                <a:off x="9715464" y="1666656"/>
                <a:ext cx="381240" cy="442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53434A-8340-6320-A9DF-E10EE760B8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706464" y="1657656"/>
                  <a:ext cx="398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940F6D-DCA4-8AC8-790D-A3EE66101AC6}"/>
                    </a:ext>
                  </a:extLst>
                </p14:cNvPr>
                <p14:cNvContentPartPr/>
                <p14:nvPr/>
              </p14:nvContentPartPr>
              <p14:xfrm>
                <a:off x="9717984" y="1654416"/>
                <a:ext cx="125280" cy="133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940F6D-DCA4-8AC8-790D-A3EE66101A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09344" y="1645416"/>
                  <a:ext cx="1429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60E9243-4C0F-CDDA-A639-3E38F9D23A0D}"/>
              </a:ext>
            </a:extLst>
          </p:cNvPr>
          <p:cNvGrpSpPr/>
          <p:nvPr/>
        </p:nvGrpSpPr>
        <p:grpSpPr>
          <a:xfrm>
            <a:off x="8618544" y="1200456"/>
            <a:ext cx="596880" cy="302760"/>
            <a:chOff x="8618544" y="1200456"/>
            <a:chExt cx="596880" cy="30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1A902DC-425B-9746-35BF-5429EEB176B1}"/>
                    </a:ext>
                  </a:extLst>
                </p14:cNvPr>
                <p14:cNvContentPartPr/>
                <p14:nvPr/>
              </p14:nvContentPartPr>
              <p14:xfrm>
                <a:off x="8854704" y="1211976"/>
                <a:ext cx="340560" cy="43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1A902DC-425B-9746-35BF-5429EEB176B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46064" y="1203336"/>
                  <a:ext cx="3582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B723B8F-8BB2-34CB-6544-911A8804D054}"/>
                    </a:ext>
                  </a:extLst>
                </p14:cNvPr>
                <p14:cNvContentPartPr/>
                <p14:nvPr/>
              </p14:nvContentPartPr>
              <p14:xfrm>
                <a:off x="9150984" y="1200456"/>
                <a:ext cx="64440" cy="135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B723B8F-8BB2-34CB-6544-911A8804D0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42344" y="1191816"/>
                  <a:ext cx="820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BE04DE-E7C8-0DD5-733E-D7B1311CD28A}"/>
                    </a:ext>
                  </a:extLst>
                </p14:cNvPr>
                <p14:cNvContentPartPr/>
                <p14:nvPr/>
              </p14:nvContentPartPr>
              <p14:xfrm>
                <a:off x="8618544" y="1281456"/>
                <a:ext cx="30240" cy="163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BE04DE-E7C8-0DD5-733E-D7B1311CD28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09544" y="1272456"/>
                  <a:ext cx="4788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D9BA171-C1D9-516B-72E3-A55AC34F55F5}"/>
                    </a:ext>
                  </a:extLst>
                </p14:cNvPr>
                <p14:cNvContentPartPr/>
                <p14:nvPr/>
              </p14:nvContentPartPr>
              <p14:xfrm>
                <a:off x="8624664" y="1289736"/>
                <a:ext cx="91440" cy="18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D9BA171-C1D9-516B-72E3-A55AC34F55F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616024" y="1281096"/>
                  <a:ext cx="109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D088984-F0A9-C79E-A145-8545C84F80AF}"/>
                    </a:ext>
                  </a:extLst>
                </p14:cNvPr>
                <p14:cNvContentPartPr/>
                <p14:nvPr/>
              </p14:nvContentPartPr>
              <p14:xfrm>
                <a:off x="8735904" y="1373976"/>
                <a:ext cx="162000" cy="12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D088984-F0A9-C79E-A145-8545C84F80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27264" y="1365336"/>
                  <a:ext cx="179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0A98390-D5E6-E734-50C0-DDB8233F57E7}"/>
                    </a:ext>
                  </a:extLst>
                </p14:cNvPr>
                <p14:cNvContentPartPr/>
                <p14:nvPr/>
              </p14:nvContentPartPr>
              <p14:xfrm>
                <a:off x="8901504" y="1288296"/>
                <a:ext cx="143280" cy="2116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0A98390-D5E6-E734-50C0-DDB8233F57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92504" y="1279656"/>
                  <a:ext cx="160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E1F6A6-54B1-C573-A11A-0E318EED48C2}"/>
                    </a:ext>
                  </a:extLst>
                </p14:cNvPr>
                <p14:cNvContentPartPr/>
                <p14:nvPr/>
              </p14:nvContentPartPr>
              <p14:xfrm>
                <a:off x="8954784" y="1411416"/>
                <a:ext cx="119160" cy="23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E1F6A6-54B1-C573-A11A-0E318EED48C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46144" y="1402416"/>
                  <a:ext cx="13680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0C3F669E-5F71-1A4A-29E5-0F9740A72BC4}"/>
              </a:ext>
            </a:extLst>
          </p:cNvPr>
          <p:cNvGrpSpPr/>
          <p:nvPr/>
        </p:nvGrpSpPr>
        <p:grpSpPr>
          <a:xfrm>
            <a:off x="9714744" y="3603168"/>
            <a:ext cx="1857960" cy="2729880"/>
            <a:chOff x="9714744" y="3603168"/>
            <a:chExt cx="1857960" cy="27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632A100-54EC-0E05-15EC-AA8ACA47BE5A}"/>
                    </a:ext>
                  </a:extLst>
                </p14:cNvPr>
                <p14:cNvContentPartPr/>
                <p14:nvPr/>
              </p14:nvContentPartPr>
              <p14:xfrm>
                <a:off x="9876024" y="3629448"/>
                <a:ext cx="18720" cy="178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632A100-54EC-0E05-15EC-AA8ACA47BE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867384" y="3620808"/>
                  <a:ext cx="363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24AE1CD-5622-51F7-A09C-D1CCE849185C}"/>
                    </a:ext>
                  </a:extLst>
                </p14:cNvPr>
                <p14:cNvContentPartPr/>
                <p14:nvPr/>
              </p14:nvContentPartPr>
              <p14:xfrm>
                <a:off x="9920664" y="3676968"/>
                <a:ext cx="44280" cy="129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24AE1CD-5622-51F7-A09C-D1CCE84918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11664" y="3668328"/>
                  <a:ext cx="619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2269315-CD4C-8840-03EE-535FA53B302B}"/>
                    </a:ext>
                  </a:extLst>
                </p14:cNvPr>
                <p14:cNvContentPartPr/>
                <p14:nvPr/>
              </p14:nvContentPartPr>
              <p14:xfrm>
                <a:off x="9960984" y="3658608"/>
                <a:ext cx="118080" cy="1083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2269315-CD4C-8840-03EE-535FA53B302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52344" y="3649608"/>
                  <a:ext cx="1357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F8203AA-2CE4-5585-E5D7-8E77CF95CB32}"/>
                    </a:ext>
                  </a:extLst>
                </p14:cNvPr>
                <p14:cNvContentPartPr/>
                <p14:nvPr/>
              </p14:nvContentPartPr>
              <p14:xfrm>
                <a:off x="10092744" y="3603168"/>
                <a:ext cx="88200" cy="1962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F8203AA-2CE4-5585-E5D7-8E77CF95CB3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84104" y="3594168"/>
                  <a:ext cx="10584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DE7D21C0-E202-50BA-E440-D28213C14CA0}"/>
                    </a:ext>
                  </a:extLst>
                </p14:cNvPr>
                <p14:cNvContentPartPr/>
                <p14:nvPr/>
              </p14:nvContentPartPr>
              <p14:xfrm>
                <a:off x="10202184" y="3652128"/>
                <a:ext cx="69480" cy="1731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DE7D21C0-E202-50BA-E440-D28213C14CA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93544" y="3643488"/>
                  <a:ext cx="87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4C3C7B9-78DF-2586-F4F9-9C7E08D6338F}"/>
                    </a:ext>
                  </a:extLst>
                </p14:cNvPr>
                <p14:cNvContentPartPr/>
                <p14:nvPr/>
              </p14:nvContentPartPr>
              <p14:xfrm>
                <a:off x="10220184" y="3660048"/>
                <a:ext cx="51840" cy="194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4C3C7B9-78DF-2586-F4F9-9C7E08D6338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11544" y="3651048"/>
                  <a:ext cx="69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A6EE3B5-BFB6-A0D2-0265-29D764DB72FF}"/>
                    </a:ext>
                  </a:extLst>
                </p14:cNvPr>
                <p14:cNvContentPartPr/>
                <p14:nvPr/>
              </p14:nvContentPartPr>
              <p14:xfrm>
                <a:off x="10203984" y="3705408"/>
                <a:ext cx="71640" cy="284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A6EE3B5-BFB6-A0D2-0265-29D764DB72F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94984" y="3696768"/>
                  <a:ext cx="89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D0AF05-5C2E-44F5-F871-9E440316896D}"/>
                    </a:ext>
                  </a:extLst>
                </p14:cNvPr>
                <p14:cNvContentPartPr/>
                <p14:nvPr/>
              </p14:nvContentPartPr>
              <p14:xfrm>
                <a:off x="10028664" y="3943008"/>
                <a:ext cx="14760" cy="1393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D0AF05-5C2E-44F5-F871-9E440316896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19664" y="3934368"/>
                  <a:ext cx="32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DCB3D66-E82D-CC75-AB5D-023B1322E782}"/>
                    </a:ext>
                  </a:extLst>
                </p14:cNvPr>
                <p14:cNvContentPartPr/>
                <p14:nvPr/>
              </p14:nvContentPartPr>
              <p14:xfrm>
                <a:off x="9997704" y="4031928"/>
                <a:ext cx="92160" cy="49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DCB3D66-E82D-CC75-AB5D-023B1322E78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89064" y="4023288"/>
                  <a:ext cx="109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0B063E8-943A-553B-1485-E26F854AFF90}"/>
                    </a:ext>
                  </a:extLst>
                </p14:cNvPr>
                <p14:cNvContentPartPr/>
                <p14:nvPr/>
              </p14:nvContentPartPr>
              <p14:xfrm>
                <a:off x="10055664" y="4008888"/>
                <a:ext cx="64440" cy="120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0B063E8-943A-553B-1485-E26F854AFF9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046664" y="4000248"/>
                  <a:ext cx="82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9899EC3-353E-5D82-7934-140097627E45}"/>
                    </a:ext>
                  </a:extLst>
                </p14:cNvPr>
                <p14:cNvContentPartPr/>
                <p14:nvPr/>
              </p14:nvContentPartPr>
              <p14:xfrm>
                <a:off x="9734904" y="4257648"/>
                <a:ext cx="13680" cy="165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9899EC3-353E-5D82-7934-140097627E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26264" y="4249008"/>
                  <a:ext cx="31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327E934-B554-BB0F-D78C-D4194D2B9C96}"/>
                    </a:ext>
                  </a:extLst>
                </p14:cNvPr>
                <p14:cNvContentPartPr/>
                <p14:nvPr/>
              </p14:nvContentPartPr>
              <p14:xfrm>
                <a:off x="9714744" y="4213008"/>
                <a:ext cx="152280" cy="2278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327E934-B554-BB0F-D78C-D4194D2B9C9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05744" y="4204368"/>
                  <a:ext cx="16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357F236-A39B-573D-F4DD-A82E652901B8}"/>
                    </a:ext>
                  </a:extLst>
                </p14:cNvPr>
                <p14:cNvContentPartPr/>
                <p14:nvPr/>
              </p14:nvContentPartPr>
              <p14:xfrm>
                <a:off x="9876744" y="4310208"/>
                <a:ext cx="101520" cy="124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357F236-A39B-573D-F4DD-A82E652901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68104" y="4301568"/>
                  <a:ext cx="119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D57B186-C056-20A6-5D62-54F32290B069}"/>
                    </a:ext>
                  </a:extLst>
                </p14:cNvPr>
                <p14:cNvContentPartPr/>
                <p14:nvPr/>
              </p14:nvContentPartPr>
              <p14:xfrm>
                <a:off x="9974664" y="4348008"/>
                <a:ext cx="145440" cy="68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D57B186-C056-20A6-5D62-54F32290B06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65664" y="4339368"/>
                  <a:ext cx="163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7626482-029B-813B-56A2-CFCC1B736398}"/>
                    </a:ext>
                  </a:extLst>
                </p14:cNvPr>
                <p14:cNvContentPartPr/>
                <p14:nvPr/>
              </p14:nvContentPartPr>
              <p14:xfrm>
                <a:off x="10076544" y="4267368"/>
                <a:ext cx="64080" cy="163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7626482-029B-813B-56A2-CFCC1B7363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067544" y="4258728"/>
                  <a:ext cx="8172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51C9116-F44A-E061-6700-6BAA32FBD7F9}"/>
                    </a:ext>
                  </a:extLst>
                </p14:cNvPr>
                <p14:cNvContentPartPr/>
                <p14:nvPr/>
              </p14:nvContentPartPr>
              <p14:xfrm>
                <a:off x="10140984" y="4278528"/>
                <a:ext cx="158040" cy="1659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51C9116-F44A-E061-6700-6BAA32FBD7F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131984" y="4269888"/>
                  <a:ext cx="1756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9D78D61-C173-A320-73F4-381509D86356}"/>
                    </a:ext>
                  </a:extLst>
                </p14:cNvPr>
                <p14:cNvContentPartPr/>
                <p14:nvPr/>
              </p14:nvContentPartPr>
              <p14:xfrm>
                <a:off x="10028664" y="4567248"/>
                <a:ext cx="17280" cy="1332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9D78D61-C173-A320-73F4-381509D863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19664" y="4558608"/>
                  <a:ext cx="34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356C40D-3B38-544A-22CB-0F1E300993FA}"/>
                    </a:ext>
                  </a:extLst>
                </p14:cNvPr>
                <p14:cNvContentPartPr/>
                <p14:nvPr/>
              </p14:nvContentPartPr>
              <p14:xfrm>
                <a:off x="9964584" y="4679568"/>
                <a:ext cx="105120" cy="37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356C40D-3B38-544A-22CB-0F1E300993F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55584" y="4670568"/>
                  <a:ext cx="122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6BBDFAB-963F-BBD4-E128-4EDC2B3BFA74}"/>
                    </a:ext>
                  </a:extLst>
                </p14:cNvPr>
                <p14:cNvContentPartPr/>
                <p14:nvPr/>
              </p14:nvContentPartPr>
              <p14:xfrm>
                <a:off x="10038744" y="4637808"/>
                <a:ext cx="67680" cy="119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6BBDFAB-963F-BBD4-E128-4EDC2B3BFA7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30104" y="4628808"/>
                  <a:ext cx="853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8FFE0FB-603E-8306-71CC-7D7BF42AA1BA}"/>
                    </a:ext>
                  </a:extLst>
                </p14:cNvPr>
                <p14:cNvContentPartPr/>
                <p14:nvPr/>
              </p14:nvContentPartPr>
              <p14:xfrm>
                <a:off x="9814104" y="4841568"/>
                <a:ext cx="123840" cy="1836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8FFE0FB-603E-8306-71CC-7D7BF42AA1B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805464" y="4832568"/>
                  <a:ext cx="1414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663CC34-82D9-7682-FB56-0BDC718C7BA3}"/>
                    </a:ext>
                  </a:extLst>
                </p14:cNvPr>
                <p14:cNvContentPartPr/>
                <p14:nvPr/>
              </p14:nvContentPartPr>
              <p14:xfrm>
                <a:off x="9924624" y="4916448"/>
                <a:ext cx="104400" cy="1029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663CC34-82D9-7682-FB56-0BDC718C7BA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915624" y="4907808"/>
                  <a:ext cx="122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D4DFC16-F849-5A3B-8205-86ECC331C1B7}"/>
                    </a:ext>
                  </a:extLst>
                </p14:cNvPr>
                <p14:cNvContentPartPr/>
                <p14:nvPr/>
              </p14:nvContentPartPr>
              <p14:xfrm>
                <a:off x="10013544" y="4929768"/>
                <a:ext cx="110160" cy="83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D4DFC16-F849-5A3B-8205-86ECC331C1B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004544" y="4920768"/>
                  <a:ext cx="127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0C6509E-F9DF-98F8-72C7-E3D3D1ED566E}"/>
                    </a:ext>
                  </a:extLst>
                </p14:cNvPr>
                <p14:cNvContentPartPr/>
                <p14:nvPr/>
              </p14:nvContentPartPr>
              <p14:xfrm>
                <a:off x="10106064" y="4861368"/>
                <a:ext cx="74520" cy="173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0C6509E-F9DF-98F8-72C7-E3D3D1ED566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97424" y="4852728"/>
                  <a:ext cx="92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4E4F9FD-02E9-C70A-5B72-7AE494B382B9}"/>
                    </a:ext>
                  </a:extLst>
                </p14:cNvPr>
                <p14:cNvContentPartPr/>
                <p14:nvPr/>
              </p14:nvContentPartPr>
              <p14:xfrm>
                <a:off x="10217664" y="4905288"/>
                <a:ext cx="108360" cy="1134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4E4F9FD-02E9-C70A-5B72-7AE494B382B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08664" y="4896288"/>
                  <a:ext cx="1260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0A96BDF-6E7A-C238-1467-676A4D4CC926}"/>
                    </a:ext>
                  </a:extLst>
                </p14:cNvPr>
                <p14:cNvContentPartPr/>
                <p14:nvPr/>
              </p14:nvContentPartPr>
              <p14:xfrm>
                <a:off x="9987984" y="5244768"/>
                <a:ext cx="38160" cy="136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0A96BDF-6E7A-C238-1467-676A4D4CC9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79344" y="5235768"/>
                  <a:ext cx="55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94B23F-3625-2426-7EA1-D84371E341ED}"/>
                    </a:ext>
                  </a:extLst>
                </p14:cNvPr>
                <p14:cNvContentPartPr/>
                <p14:nvPr/>
              </p14:nvContentPartPr>
              <p14:xfrm>
                <a:off x="9933984" y="5325048"/>
                <a:ext cx="71280" cy="615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94B23F-3625-2426-7EA1-D84371E341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925344" y="5316048"/>
                  <a:ext cx="88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47EF4C62-F364-504C-D1CC-EFC3BEF99AA8}"/>
                    </a:ext>
                  </a:extLst>
                </p14:cNvPr>
                <p14:cNvContentPartPr/>
                <p14:nvPr/>
              </p14:nvContentPartPr>
              <p14:xfrm>
                <a:off x="10035504" y="5292648"/>
                <a:ext cx="44280" cy="856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47EF4C62-F364-504C-D1CC-EFC3BEF99AA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026504" y="5283648"/>
                  <a:ext cx="61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4564C89-47D2-40F6-937E-F1BAF773FD57}"/>
                    </a:ext>
                  </a:extLst>
                </p14:cNvPr>
                <p14:cNvContentPartPr/>
                <p14:nvPr/>
              </p14:nvContentPartPr>
              <p14:xfrm>
                <a:off x="9940824" y="5596128"/>
                <a:ext cx="7200" cy="146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4564C89-47D2-40F6-937E-F1BAF773FD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932184" y="5587128"/>
                  <a:ext cx="248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85BDE8F-4B63-C437-13B9-CA2B82D636FA}"/>
                    </a:ext>
                  </a:extLst>
                </p14:cNvPr>
                <p14:cNvContentPartPr/>
                <p14:nvPr/>
              </p14:nvContentPartPr>
              <p14:xfrm>
                <a:off x="9947664" y="5567328"/>
                <a:ext cx="108360" cy="177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85BDE8F-4B63-C437-13B9-CA2B82D636F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938664" y="5558328"/>
                  <a:ext cx="126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4228E81-78A4-3310-5185-99575728F88E}"/>
                    </a:ext>
                  </a:extLst>
                </p14:cNvPr>
                <p14:cNvContentPartPr/>
                <p14:nvPr/>
              </p14:nvContentPartPr>
              <p14:xfrm>
                <a:off x="10048824" y="5644728"/>
                <a:ext cx="179280" cy="1198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4228E81-78A4-3310-5185-99575728F88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040184" y="5635728"/>
                  <a:ext cx="196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5AC656C1-C253-7540-FD75-0B32F6A922B5}"/>
                    </a:ext>
                  </a:extLst>
                </p14:cNvPr>
                <p14:cNvContentPartPr/>
                <p14:nvPr/>
              </p14:nvContentPartPr>
              <p14:xfrm>
                <a:off x="10185264" y="5556888"/>
                <a:ext cx="93240" cy="207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5AC656C1-C253-7540-FD75-0B32F6A922B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176624" y="5547888"/>
                  <a:ext cx="11088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449B065-5531-01F8-2D3A-D8E59B41D57C}"/>
                    </a:ext>
                  </a:extLst>
                </p14:cNvPr>
                <p14:cNvContentPartPr/>
                <p14:nvPr/>
              </p14:nvContentPartPr>
              <p14:xfrm>
                <a:off x="10281744" y="5610888"/>
                <a:ext cx="72720" cy="1558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449B065-5531-01F8-2D3A-D8E59B41D57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73104" y="5601888"/>
                  <a:ext cx="90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CFB1937-5A15-313F-DE0D-CA0ABBCEE69E}"/>
                    </a:ext>
                  </a:extLst>
                </p14:cNvPr>
                <p14:cNvContentPartPr/>
                <p14:nvPr/>
              </p14:nvContentPartPr>
              <p14:xfrm>
                <a:off x="10106424" y="5907528"/>
                <a:ext cx="34200" cy="148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CFB1937-5A15-313F-DE0D-CA0ABBCEE69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97424" y="5898528"/>
                  <a:ext cx="51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FC05245-3A6D-7AF1-4E99-1A6557E56CD5}"/>
                    </a:ext>
                  </a:extLst>
                </p14:cNvPr>
                <p14:cNvContentPartPr/>
                <p14:nvPr/>
              </p14:nvContentPartPr>
              <p14:xfrm>
                <a:off x="10063944" y="6005808"/>
                <a:ext cx="100080" cy="331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FC05245-3A6D-7AF1-4E99-1A6557E56C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055304" y="5997168"/>
                  <a:ext cx="1177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65E9A38-2E9E-3335-9FA4-429D99C5E38A}"/>
                    </a:ext>
                  </a:extLst>
                </p14:cNvPr>
                <p14:cNvContentPartPr/>
                <p14:nvPr/>
              </p14:nvContentPartPr>
              <p14:xfrm>
                <a:off x="10156824" y="5970528"/>
                <a:ext cx="47880" cy="119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65E9A38-2E9E-3335-9FA4-429D99C5E38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148184" y="5961528"/>
                  <a:ext cx="65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0ED9FFA-E900-0720-2CB5-BD2D8D2E287D}"/>
                    </a:ext>
                  </a:extLst>
                </p14:cNvPr>
                <p14:cNvContentPartPr/>
                <p14:nvPr/>
              </p14:nvContentPartPr>
              <p14:xfrm>
                <a:off x="9913104" y="6160248"/>
                <a:ext cx="129600" cy="172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0ED9FFA-E900-0720-2CB5-BD2D8D2E287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04104" y="6151608"/>
                  <a:ext cx="1472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8AC25CD-24F4-2B03-6F75-70151F7FD9FC}"/>
                    </a:ext>
                  </a:extLst>
                </p14:cNvPr>
                <p14:cNvContentPartPr/>
                <p14:nvPr/>
              </p14:nvContentPartPr>
              <p14:xfrm>
                <a:off x="10045584" y="6222888"/>
                <a:ext cx="105120" cy="1101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8AC25CD-24F4-2B03-6F75-70151F7FD9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36584" y="6213888"/>
                  <a:ext cx="122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7BDC4F1-46A6-235D-0549-94D8B4AA4590}"/>
                    </a:ext>
                  </a:extLst>
                </p14:cNvPr>
                <p14:cNvContentPartPr/>
                <p14:nvPr/>
              </p14:nvContentPartPr>
              <p14:xfrm>
                <a:off x="10135584" y="6232248"/>
                <a:ext cx="123120" cy="80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7BDC4F1-46A6-235D-0549-94D8B4AA459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26584" y="6223248"/>
                  <a:ext cx="140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74B68D7-5C7A-168F-BE96-C8421039EB61}"/>
                    </a:ext>
                  </a:extLst>
                </p14:cNvPr>
                <p14:cNvContentPartPr/>
                <p14:nvPr/>
              </p14:nvContentPartPr>
              <p14:xfrm>
                <a:off x="10230984" y="6142248"/>
                <a:ext cx="75240" cy="1771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74B68D7-5C7A-168F-BE96-C8421039EB6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222344" y="6133608"/>
                  <a:ext cx="92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04CED2B-2120-BF2F-DEBB-83A0AD241799}"/>
                    </a:ext>
                  </a:extLst>
                </p14:cNvPr>
                <p14:cNvContentPartPr/>
                <p14:nvPr/>
              </p14:nvContentPartPr>
              <p14:xfrm>
                <a:off x="10367424" y="6142968"/>
                <a:ext cx="86400" cy="161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04CED2B-2120-BF2F-DEBB-83A0AD24179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358424" y="6134328"/>
                  <a:ext cx="1040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15A70B75-4DDD-4A12-3C74-81D0407F8589}"/>
                    </a:ext>
                  </a:extLst>
                </p14:cNvPr>
                <p14:cNvContentPartPr/>
                <p14:nvPr/>
              </p14:nvContentPartPr>
              <p14:xfrm>
                <a:off x="10573704" y="6217128"/>
                <a:ext cx="110160" cy="35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15A70B75-4DDD-4A12-3C74-81D0407F858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565064" y="6208488"/>
                  <a:ext cx="1278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877CE4C-8E4A-F97F-AE1E-C08B1F7B8E5E}"/>
                    </a:ext>
                  </a:extLst>
                </p14:cNvPr>
                <p14:cNvContentPartPr/>
                <p14:nvPr/>
              </p14:nvContentPartPr>
              <p14:xfrm>
                <a:off x="10658304" y="6155208"/>
                <a:ext cx="55080" cy="145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877CE4C-8E4A-F97F-AE1E-C08B1F7B8E5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649304" y="6146568"/>
                  <a:ext cx="72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8511E41-8C89-A97B-942B-CB10160A76DB}"/>
                    </a:ext>
                  </a:extLst>
                </p14:cNvPr>
                <p14:cNvContentPartPr/>
                <p14:nvPr/>
              </p14:nvContentPartPr>
              <p14:xfrm>
                <a:off x="10856664" y="6096168"/>
                <a:ext cx="106920" cy="1872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8511E41-8C89-A97B-942B-CB10160A76D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848024" y="6087528"/>
                  <a:ext cx="1245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A0A0536-CA6E-0289-2BBB-4C711099F531}"/>
                    </a:ext>
                  </a:extLst>
                </p14:cNvPr>
                <p14:cNvContentPartPr/>
                <p14:nvPr/>
              </p14:nvContentPartPr>
              <p14:xfrm>
                <a:off x="10980504" y="6156648"/>
                <a:ext cx="78120" cy="1033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A0A0536-CA6E-0289-2BBB-4C711099F5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971504" y="6148008"/>
                  <a:ext cx="95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4E3A2A0-9162-3D7B-129B-25F2BB05E367}"/>
                    </a:ext>
                  </a:extLst>
                </p14:cNvPr>
                <p14:cNvContentPartPr/>
                <p14:nvPr/>
              </p14:nvContentPartPr>
              <p14:xfrm>
                <a:off x="11062224" y="6172128"/>
                <a:ext cx="100800" cy="784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4E3A2A0-9162-3D7B-129B-25F2BB05E36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053224" y="6163488"/>
                  <a:ext cx="118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E021E5A-2D04-9097-189F-D56F816406E0}"/>
                    </a:ext>
                  </a:extLst>
                </p14:cNvPr>
                <p14:cNvContentPartPr/>
                <p14:nvPr/>
              </p14:nvContentPartPr>
              <p14:xfrm>
                <a:off x="11165904" y="6061608"/>
                <a:ext cx="74880" cy="1962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E021E5A-2D04-9097-189F-D56F816406E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156904" y="6052968"/>
                  <a:ext cx="925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72459BC4-3C2E-E6A3-AD5D-4D8980EDF495}"/>
                    </a:ext>
                  </a:extLst>
                </p14:cNvPr>
                <p14:cNvContentPartPr/>
                <p14:nvPr/>
              </p14:nvContentPartPr>
              <p14:xfrm>
                <a:off x="11327544" y="6095808"/>
                <a:ext cx="44640" cy="15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72459BC4-3C2E-E6A3-AD5D-4D8980EDF49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18904" y="6086808"/>
                  <a:ext cx="62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A96D9DD-42CE-347D-0A08-773627110BE8}"/>
                    </a:ext>
                  </a:extLst>
                </p14:cNvPr>
                <p14:cNvContentPartPr/>
                <p14:nvPr/>
              </p14:nvContentPartPr>
              <p14:xfrm>
                <a:off x="11294424" y="6093648"/>
                <a:ext cx="66240" cy="1425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A96D9DD-42CE-347D-0A08-773627110BE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285424" y="6085008"/>
                  <a:ext cx="83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F9711E8F-6AB0-22F2-5FDE-0644A84B801E}"/>
                    </a:ext>
                  </a:extLst>
                </p14:cNvPr>
                <p14:cNvContentPartPr/>
                <p14:nvPr/>
              </p14:nvContentPartPr>
              <p14:xfrm>
                <a:off x="10386504" y="3748608"/>
                <a:ext cx="1186200" cy="24386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F9711E8F-6AB0-22F2-5FDE-0644A84B801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77504" y="3739608"/>
                  <a:ext cx="1203840" cy="24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FA57669-14EC-B84D-6AC9-F41EE777C383}"/>
                    </a:ext>
                  </a:extLst>
                </p14:cNvPr>
                <p14:cNvContentPartPr/>
                <p14:nvPr/>
              </p14:nvContentPartPr>
              <p14:xfrm>
                <a:off x="10380744" y="3681288"/>
                <a:ext cx="154440" cy="193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FA57669-14EC-B84D-6AC9-F41EE777C38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72104" y="3672288"/>
                  <a:ext cx="172080" cy="211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50894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1C2395-7137-C552-0106-A42C4503987F}"/>
              </a:ext>
            </a:extLst>
          </p:cNvPr>
          <p:cNvSpPr txBox="1"/>
          <p:nvPr/>
        </p:nvSpPr>
        <p:spPr>
          <a:xfrm>
            <a:off x="530352" y="941832"/>
            <a:ext cx="113934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Writes to output DRAM</a:t>
            </a:r>
          </a:p>
          <a:p>
            <a:pPr marL="342900" indent="-342900">
              <a:buAutoNum type="arabicPeriod"/>
            </a:pPr>
            <a:r>
              <a:rPr lang="en-US" dirty="0"/>
              <a:t>Convolution buffer is filled in row order form, thus decreasing complexity on write.</a:t>
            </a:r>
          </a:p>
          <a:p>
            <a:pPr marL="342900" indent="-342900">
              <a:buAutoNum type="arabicPeriod"/>
            </a:pPr>
            <a:r>
              <a:rPr lang="en-US" dirty="0"/>
              <a:t>Write address start at 0. Increment write address by 8.</a:t>
            </a:r>
          </a:p>
          <a:p>
            <a:pPr marL="342900" indent="-342900">
              <a:buAutoNum type="arabicPeriod"/>
            </a:pPr>
            <a:r>
              <a:rPr lang="en-US" dirty="0"/>
              <a:t>Whenever pooling buffer is accessed assert a </a:t>
            </a:r>
            <a:r>
              <a:rPr lang="en-US" dirty="0" err="1"/>
              <a:t>pooling_buffer_accessed</a:t>
            </a:r>
            <a:r>
              <a:rPr lang="en-US" dirty="0"/>
              <a:t> signal.</a:t>
            </a:r>
          </a:p>
          <a:p>
            <a:pPr marL="342900" indent="-342900">
              <a:buAutoNum type="arabicPeriod"/>
            </a:pPr>
            <a:r>
              <a:rPr lang="en-US" dirty="0"/>
              <a:t>Count </a:t>
            </a:r>
            <a:r>
              <a:rPr lang="en-US" dirty="0" err="1"/>
              <a:t>pooling_buffer_accessed</a:t>
            </a:r>
            <a:r>
              <a:rPr lang="en-US" dirty="0"/>
              <a:t> signal, when it reaches 7 trigger write and 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endParaRPr lang="en-US" dirty="0"/>
          </a:p>
          <a:p>
            <a:r>
              <a:rPr lang="en-US" dirty="0"/>
              <a:t>Control signals identified</a:t>
            </a:r>
          </a:p>
          <a:p>
            <a:pPr marL="342900" indent="-342900">
              <a:buAutoNum type="arabicPeriod"/>
            </a:pPr>
            <a:r>
              <a:rPr lang="en-US" dirty="0" err="1"/>
              <a:t>last_read</a:t>
            </a:r>
            <a:r>
              <a:rPr lang="en-US" dirty="0"/>
              <a:t> : Keep tracks of how many reads for a row has undergone.</a:t>
            </a:r>
          </a:p>
          <a:p>
            <a:pPr marL="342900" indent="-342900">
              <a:buAutoNum type="arabicPeriod"/>
            </a:pPr>
            <a:r>
              <a:rPr lang="en-US" dirty="0" err="1"/>
              <a:t>two_rows_used</a:t>
            </a:r>
            <a:r>
              <a:rPr lang="en-US" dirty="0"/>
              <a:t> : is set when the first two rows of the input matrix is utilized</a:t>
            </a:r>
          </a:p>
          <a:p>
            <a:pPr marL="342900" indent="-342900">
              <a:buAutoNum type="arabicPeriod"/>
            </a:pPr>
            <a:r>
              <a:rPr lang="en-US" dirty="0"/>
              <a:t>swapped : is set when RF2 contents is swapped to RF1, this information is useful for sliding.</a:t>
            </a:r>
          </a:p>
          <a:p>
            <a:pPr marL="342900" indent="-342900">
              <a:buAutoNum type="arabicPeriod"/>
            </a:pPr>
            <a:r>
              <a:rPr lang="en-US" dirty="0" err="1"/>
              <a:t>Relu</a:t>
            </a:r>
            <a:r>
              <a:rPr lang="en-US" dirty="0"/>
              <a:t> start : indicates 4 sliding has been done in inverted N pattern. Convolution matrix is ready with 4 elements. </a:t>
            </a:r>
          </a:p>
          <a:p>
            <a:pPr marL="342900" indent="-342900">
              <a:buAutoNum type="arabicPeriod"/>
            </a:pPr>
            <a:r>
              <a:rPr lang="en-US" dirty="0" err="1"/>
              <a:t>write_buffer</a:t>
            </a:r>
            <a:r>
              <a:rPr lang="en-US" dirty="0"/>
              <a:t> : is set when there are 8 bytes of information which is ready to write to output DRAM</a:t>
            </a:r>
          </a:p>
          <a:p>
            <a:pPr marL="342900" indent="-342900">
              <a:buAutoNum type="arabicPeriod"/>
            </a:pPr>
            <a:r>
              <a:rPr lang="en-US" dirty="0"/>
              <a:t>slide enable : perform slide only when this bit is set high</a:t>
            </a:r>
          </a:p>
          <a:p>
            <a:pPr marL="342900" indent="-342900">
              <a:buAutoNum type="arabicPeriod"/>
            </a:pPr>
            <a:r>
              <a:rPr lang="en-US" dirty="0" err="1"/>
              <a:t>First_row_swap</a:t>
            </a:r>
            <a:r>
              <a:rPr lang="en-US" dirty="0"/>
              <a:t> : is set when RF2 row1 can be copied to RF1 row1. Usually set for after every 10th read</a:t>
            </a:r>
          </a:p>
          <a:p>
            <a:pPr marL="342900" indent="-342900">
              <a:buAutoNum type="arabicPeriod"/>
            </a:pPr>
            <a:r>
              <a:rPr lang="en-US" dirty="0"/>
              <a:t>16_slides_dones : indicates 16 convolution data is generated, (</a:t>
            </a:r>
            <a:r>
              <a:rPr lang="en-US" dirty="0" err="1"/>
              <a:t>write_buffer</a:t>
            </a:r>
            <a:r>
              <a:rPr lang="en-US" dirty="0"/>
              <a:t> should go with in few clock cycles)</a:t>
            </a:r>
          </a:p>
        </p:txBody>
      </p:sp>
    </p:spTree>
    <p:extLst>
      <p:ext uri="{BB962C8B-B14F-4D97-AF65-F5344CB8AC3E}">
        <p14:creationId xmlns:p14="http://schemas.microsoft.com/office/powerpoint/2010/main" val="862133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B2351-6659-8C91-AD58-76D318593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273576-E415-4ECB-9B64-655CA17EE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609963"/>
            <a:ext cx="10431331" cy="15527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6DC161-C4CB-4F45-2AF4-8F3AEF3B2A48}"/>
              </a:ext>
            </a:extLst>
          </p:cNvPr>
          <p:cNvSpPr/>
          <p:nvPr/>
        </p:nvSpPr>
        <p:spPr>
          <a:xfrm>
            <a:off x="1733384" y="755374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CC5553-B179-8213-9081-FD6A9E1C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2132157"/>
            <a:ext cx="10431331" cy="1552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71156D-CF60-0D01-BE9D-6A8258A3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3654350"/>
            <a:ext cx="10431331" cy="1552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EEADF0-C7DF-D271-3BBE-4A06459C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2" y="5207142"/>
            <a:ext cx="10431331" cy="155279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D782AC7-696E-C861-A502-9EE9A0847BED}"/>
              </a:ext>
            </a:extLst>
          </p:cNvPr>
          <p:cNvSpPr/>
          <p:nvPr/>
        </p:nvSpPr>
        <p:spPr>
          <a:xfrm>
            <a:off x="1733384" y="2576045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4E868-029E-3AEB-8490-C9DF0EC26613}"/>
              </a:ext>
            </a:extLst>
          </p:cNvPr>
          <p:cNvSpPr/>
          <p:nvPr/>
        </p:nvSpPr>
        <p:spPr>
          <a:xfrm>
            <a:off x="2301903" y="5680970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635D2-1C77-9131-4F44-536D78AF6B5E}"/>
              </a:ext>
            </a:extLst>
          </p:cNvPr>
          <p:cNvSpPr/>
          <p:nvPr/>
        </p:nvSpPr>
        <p:spPr>
          <a:xfrm>
            <a:off x="2301903" y="3750788"/>
            <a:ext cx="201168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1EEFB-BEF8-9A26-0967-C10DA1FDB207}"/>
              </a:ext>
            </a:extLst>
          </p:cNvPr>
          <p:cNvSpPr txBox="1"/>
          <p:nvPr/>
        </p:nvSpPr>
        <p:spPr>
          <a:xfrm>
            <a:off x="127221" y="1168842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373821-7902-B8AA-D10D-08AE151E045F}"/>
              </a:ext>
            </a:extLst>
          </p:cNvPr>
          <p:cNvSpPr txBox="1"/>
          <p:nvPr/>
        </p:nvSpPr>
        <p:spPr>
          <a:xfrm>
            <a:off x="0" y="257604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5907EE-74B6-3111-32E4-DA37E5EFED13}"/>
              </a:ext>
            </a:extLst>
          </p:cNvPr>
          <p:cNvSpPr txBox="1"/>
          <p:nvPr/>
        </p:nvSpPr>
        <p:spPr>
          <a:xfrm>
            <a:off x="0" y="4075005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31A92-A367-5919-C9F4-690F890FB387}"/>
              </a:ext>
            </a:extLst>
          </p:cNvPr>
          <p:cNvSpPr txBox="1"/>
          <p:nvPr/>
        </p:nvSpPr>
        <p:spPr>
          <a:xfrm>
            <a:off x="127221" y="5689158"/>
            <a:ext cx="857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EA91C2-97C5-D958-915E-CDB615A4BB07}"/>
              </a:ext>
            </a:extLst>
          </p:cNvPr>
          <p:cNvSpPr/>
          <p:nvPr/>
        </p:nvSpPr>
        <p:spPr>
          <a:xfrm>
            <a:off x="6428232" y="755374"/>
            <a:ext cx="4983480" cy="59433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2B7CFA9-90BA-25CB-39A7-13FB2EE5C827}"/>
                  </a:ext>
                </a:extLst>
              </p14:cNvPr>
              <p14:cNvContentPartPr/>
              <p14:nvPr/>
            </p14:nvContentPartPr>
            <p14:xfrm>
              <a:off x="6783984" y="974736"/>
              <a:ext cx="9000" cy="204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2B7CFA9-90BA-25CB-39A7-13FB2EE5C8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75344" y="966096"/>
                <a:ext cx="2664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B092E83-2BEF-0C31-666D-AA0D6141DDFB}"/>
              </a:ext>
            </a:extLst>
          </p:cNvPr>
          <p:cNvGrpSpPr/>
          <p:nvPr/>
        </p:nvGrpSpPr>
        <p:grpSpPr>
          <a:xfrm>
            <a:off x="6977664" y="2373336"/>
            <a:ext cx="3017880" cy="1128960"/>
            <a:chOff x="6977664" y="2373336"/>
            <a:chExt cx="3017880" cy="11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EB5D147-4E49-D24E-57F9-933ED9C328FC}"/>
                    </a:ext>
                  </a:extLst>
                </p14:cNvPr>
                <p14:cNvContentPartPr/>
                <p14:nvPr/>
              </p14:nvContentPartPr>
              <p14:xfrm>
                <a:off x="6994944" y="2411496"/>
                <a:ext cx="158400" cy="898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EB5D147-4E49-D24E-57F9-933ED9C328F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86304" y="2402856"/>
                  <a:ext cx="17604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89477AA-7D05-F834-E074-CA00908DD5C4}"/>
                    </a:ext>
                  </a:extLst>
                </p14:cNvPr>
                <p14:cNvContentPartPr/>
                <p14:nvPr/>
              </p14:nvContentPartPr>
              <p14:xfrm>
                <a:off x="7119504" y="2413656"/>
                <a:ext cx="2028600" cy="101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89477AA-7D05-F834-E074-CA00908DD5C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110504" y="2405016"/>
                  <a:ext cx="2046240" cy="10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EBBC950-E4D0-63BE-F580-78E9660BC04B}"/>
                    </a:ext>
                  </a:extLst>
                </p14:cNvPr>
                <p14:cNvContentPartPr/>
                <p14:nvPr/>
              </p14:nvContentPartPr>
              <p14:xfrm>
                <a:off x="6977664" y="3258576"/>
                <a:ext cx="2119680" cy="24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EBBC950-E4D0-63BE-F580-78E9660BC0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969024" y="3249936"/>
                  <a:ext cx="21373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108727-A2E4-A29A-AFB7-0B799B74E0FF}"/>
                    </a:ext>
                  </a:extLst>
                </p14:cNvPr>
                <p14:cNvContentPartPr/>
                <p14:nvPr/>
              </p14:nvContentPartPr>
              <p14:xfrm>
                <a:off x="7601904" y="2444256"/>
                <a:ext cx="108360" cy="1055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108727-A2E4-A29A-AFB7-0B799B74E0F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93264" y="2435256"/>
                  <a:ext cx="12600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3BC0C4-1F89-220E-1076-3E98B809FCAB}"/>
                    </a:ext>
                  </a:extLst>
                </p14:cNvPr>
                <p14:cNvContentPartPr/>
                <p14:nvPr/>
              </p14:nvContentPartPr>
              <p14:xfrm>
                <a:off x="8189064" y="2494296"/>
                <a:ext cx="176040" cy="921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3BC0C4-1F89-220E-1076-3E98B809FCA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180424" y="2485656"/>
                  <a:ext cx="193680" cy="9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8A8ED1-EE66-B52B-1026-ACE4D7280DC2}"/>
                    </a:ext>
                  </a:extLst>
                </p14:cNvPr>
                <p14:cNvContentPartPr/>
                <p14:nvPr/>
              </p14:nvContentPartPr>
              <p14:xfrm>
                <a:off x="7223904" y="2581776"/>
                <a:ext cx="67680" cy="1458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8A8ED1-EE66-B52B-1026-ACE4D7280D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215264" y="2572776"/>
                  <a:ext cx="853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215AD64-0171-F0AA-E1A1-00E4CA66DC03}"/>
                    </a:ext>
                  </a:extLst>
                </p14:cNvPr>
                <p14:cNvContentPartPr/>
                <p14:nvPr/>
              </p14:nvContentPartPr>
              <p14:xfrm>
                <a:off x="7315344" y="2575656"/>
                <a:ext cx="98280" cy="174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215AD64-0171-F0AA-E1A1-00E4CA66DC0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06344" y="2567016"/>
                  <a:ext cx="1159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4F4D48-3667-18F4-891E-A07EE1CC6D0E}"/>
                    </a:ext>
                  </a:extLst>
                </p14:cNvPr>
                <p14:cNvContentPartPr/>
                <p14:nvPr/>
              </p14:nvContentPartPr>
              <p14:xfrm>
                <a:off x="7463664" y="2556216"/>
                <a:ext cx="172800" cy="188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4F4D48-3667-18F4-891E-A07EE1CC6D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54664" y="2547216"/>
                  <a:ext cx="1904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7C0F05A-F3FB-F71C-0384-95688F703659}"/>
                    </a:ext>
                  </a:extLst>
                </p14:cNvPr>
                <p14:cNvContentPartPr/>
                <p14:nvPr/>
              </p14:nvContentPartPr>
              <p14:xfrm>
                <a:off x="7336944" y="2890656"/>
                <a:ext cx="69840" cy="1119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7C0F05A-F3FB-F71C-0384-95688F7036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27944" y="2881656"/>
                  <a:ext cx="874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FB9190-4D77-EA2A-880E-A09C802A6EF4}"/>
                    </a:ext>
                  </a:extLst>
                </p14:cNvPr>
                <p14:cNvContentPartPr/>
                <p14:nvPr/>
              </p14:nvContentPartPr>
              <p14:xfrm>
                <a:off x="7299864" y="3011616"/>
                <a:ext cx="154080" cy="33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FB9190-4D77-EA2A-880E-A09C802A6E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291224" y="3002976"/>
                  <a:ext cx="1717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862EBCE-66C4-BDA9-D2C1-014CEA9C5EEC}"/>
                    </a:ext>
                  </a:extLst>
                </p14:cNvPr>
                <p14:cNvContentPartPr/>
                <p14:nvPr/>
              </p14:nvContentPartPr>
              <p14:xfrm>
                <a:off x="7776504" y="2605176"/>
                <a:ext cx="65880" cy="166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862EBCE-66C4-BDA9-D2C1-014CEA9C5E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67864" y="2596176"/>
                  <a:ext cx="83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B9066A1-6E30-0461-3A54-6CCE5B263919}"/>
                    </a:ext>
                  </a:extLst>
                </p14:cNvPr>
                <p14:cNvContentPartPr/>
                <p14:nvPr/>
              </p14:nvContentPartPr>
              <p14:xfrm>
                <a:off x="7878744" y="2632176"/>
                <a:ext cx="20880" cy="135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B9066A1-6E30-0461-3A54-6CCE5B26391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70104" y="2623176"/>
                  <a:ext cx="38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ABC028-D878-7BC3-6259-BAAA9253DE8E}"/>
                    </a:ext>
                  </a:extLst>
                </p14:cNvPr>
                <p14:cNvContentPartPr/>
                <p14:nvPr/>
              </p14:nvContentPartPr>
              <p14:xfrm>
                <a:off x="7929504" y="2713896"/>
                <a:ext cx="13680" cy="53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ABC028-D878-7BC3-6259-BAAA9253DE8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20504" y="2704896"/>
                  <a:ext cx="313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3BDB512-0254-991F-3913-ADDFD826983D}"/>
                    </a:ext>
                  </a:extLst>
                </p14:cNvPr>
                <p14:cNvContentPartPr/>
                <p14:nvPr/>
              </p14:nvContentPartPr>
              <p14:xfrm>
                <a:off x="7966584" y="2650896"/>
                <a:ext cx="14040" cy="40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3BDB512-0254-991F-3913-ADDFD826983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57584" y="2642256"/>
                  <a:ext cx="316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4D6D887-AE89-5180-BC78-23301CD3A423}"/>
                    </a:ext>
                  </a:extLst>
                </p14:cNvPr>
                <p14:cNvContentPartPr/>
                <p14:nvPr/>
              </p14:nvContentPartPr>
              <p14:xfrm>
                <a:off x="7992504" y="2597616"/>
                <a:ext cx="186840" cy="167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4D6D887-AE89-5180-BC78-23301CD3A42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83864" y="2588976"/>
                  <a:ext cx="20448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A6509C9-E9ED-182A-5A40-3B632F4E2959}"/>
                    </a:ext>
                  </a:extLst>
                </p14:cNvPr>
                <p14:cNvContentPartPr/>
                <p14:nvPr/>
              </p14:nvContentPartPr>
              <p14:xfrm>
                <a:off x="7918704" y="2890656"/>
                <a:ext cx="91800" cy="125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A6509C9-E9ED-182A-5A40-3B632F4E29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10064" y="2882016"/>
                  <a:ext cx="109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FF4BFA-BC7D-8F6E-65A6-359815AE49B9}"/>
                    </a:ext>
                  </a:extLst>
                </p14:cNvPr>
                <p14:cNvContentPartPr/>
                <p14:nvPr/>
              </p14:nvContentPartPr>
              <p14:xfrm>
                <a:off x="8415504" y="2604816"/>
                <a:ext cx="74880" cy="162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FF4BFA-BC7D-8F6E-65A6-359815AE49B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06504" y="2595816"/>
                  <a:ext cx="92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91FA3F3-817C-3DD6-F594-7263DABDD5A2}"/>
                    </a:ext>
                  </a:extLst>
                </p14:cNvPr>
                <p14:cNvContentPartPr/>
                <p14:nvPr/>
              </p14:nvContentPartPr>
              <p14:xfrm>
                <a:off x="8533584" y="2628216"/>
                <a:ext cx="14400" cy="135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91FA3F3-817C-3DD6-F594-7263DABDD5A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24584" y="2619576"/>
                  <a:ext cx="320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00E0E38-CE70-5C55-ED57-56A2EED048AB}"/>
                    </a:ext>
                  </a:extLst>
                </p14:cNvPr>
                <p14:cNvContentPartPr/>
                <p14:nvPr/>
              </p14:nvContentPartPr>
              <p14:xfrm>
                <a:off x="8577504" y="2738376"/>
                <a:ext cx="360" cy="38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00E0E38-CE70-5C55-ED57-56A2EED048A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68504" y="2729736"/>
                  <a:ext cx="18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CCD609-1F14-80AB-D61A-9641A6120689}"/>
                    </a:ext>
                  </a:extLst>
                </p14:cNvPr>
                <p14:cNvContentPartPr/>
                <p14:nvPr/>
              </p14:nvContentPartPr>
              <p14:xfrm>
                <a:off x="8607744" y="2673936"/>
                <a:ext cx="3600" cy="7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CCD609-1F14-80AB-D61A-9641A612068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99104" y="2664936"/>
                  <a:ext cx="21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5970646-8AB6-ACBD-1D8A-C8362966688A}"/>
                    </a:ext>
                  </a:extLst>
                </p14:cNvPr>
                <p14:cNvContentPartPr/>
                <p14:nvPr/>
              </p14:nvContentPartPr>
              <p14:xfrm>
                <a:off x="8650224" y="2594376"/>
                <a:ext cx="231480" cy="181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5970646-8AB6-ACBD-1D8A-C836296668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641224" y="2585376"/>
                  <a:ext cx="2491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64BE528-921C-CB62-45B5-B9FF653A7337}"/>
                    </a:ext>
                  </a:extLst>
                </p14:cNvPr>
                <p14:cNvContentPartPr/>
                <p14:nvPr/>
              </p14:nvContentPartPr>
              <p14:xfrm>
                <a:off x="8617824" y="2905416"/>
                <a:ext cx="98640" cy="133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64BE528-921C-CB62-45B5-B9FF653A733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09184" y="2896416"/>
                  <a:ext cx="1162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22B4221-C034-A30A-DFEA-8C3E2BC916CB}"/>
                    </a:ext>
                  </a:extLst>
                </p14:cNvPr>
                <p14:cNvContentPartPr/>
                <p14:nvPr/>
              </p14:nvContentPartPr>
              <p14:xfrm>
                <a:off x="9066744" y="2373336"/>
                <a:ext cx="928800" cy="1090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22B4221-C034-A30A-DFEA-8C3E2BC916C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057744" y="2364696"/>
                  <a:ext cx="946440" cy="11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C6B51A-9E31-32EC-0A32-F68F2C459E9C}"/>
                    </a:ext>
                  </a:extLst>
                </p14:cNvPr>
                <p14:cNvContentPartPr/>
                <p14:nvPr/>
              </p14:nvContentPartPr>
              <p14:xfrm>
                <a:off x="9228024" y="2704176"/>
                <a:ext cx="85680" cy="161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C6B51A-9E31-32EC-0A32-F68F2C459E9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219384" y="2695536"/>
                  <a:ext cx="103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90861C6-AED8-FE37-5555-E86851C95CC3}"/>
                    </a:ext>
                  </a:extLst>
                </p14:cNvPr>
                <p14:cNvContentPartPr/>
                <p14:nvPr/>
              </p14:nvContentPartPr>
              <p14:xfrm>
                <a:off x="9368064" y="2687976"/>
                <a:ext cx="23760" cy="177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90861C6-AED8-FE37-5555-E86851C95C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359064" y="2679336"/>
                  <a:ext cx="414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116DB67-8795-DB94-F919-E53BCFF3CE08}"/>
                    </a:ext>
                  </a:extLst>
                </p14:cNvPr>
                <p14:cNvContentPartPr/>
                <p14:nvPr/>
              </p14:nvContentPartPr>
              <p14:xfrm>
                <a:off x="9393984" y="2729016"/>
                <a:ext cx="3600" cy="19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116DB67-8795-DB94-F919-E53BCFF3CE0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385344" y="2720016"/>
                  <a:ext cx="212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8DAE156-9A90-7C38-EA9C-485505E2DA7E}"/>
                    </a:ext>
                  </a:extLst>
                </p14:cNvPr>
                <p14:cNvContentPartPr/>
                <p14:nvPr/>
              </p14:nvContentPartPr>
              <p14:xfrm>
                <a:off x="9403704" y="2657016"/>
                <a:ext cx="200160" cy="2131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8DAE156-9A90-7C38-EA9C-485505E2DA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94704" y="2648376"/>
                  <a:ext cx="2178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4F7AE6E-274F-80D3-AD6C-2F1AF0557880}"/>
                    </a:ext>
                  </a:extLst>
                </p14:cNvPr>
                <p14:cNvContentPartPr/>
                <p14:nvPr/>
              </p14:nvContentPartPr>
              <p14:xfrm>
                <a:off x="9667584" y="2679336"/>
                <a:ext cx="71640" cy="273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4F7AE6E-274F-80D3-AD6C-2F1AF055788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58584" y="2670336"/>
                  <a:ext cx="89280" cy="29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B866872-6B99-08A4-7FCC-A81E86A32ABA}"/>
              </a:ext>
            </a:extLst>
          </p:cNvPr>
          <p:cNvGrpSpPr/>
          <p:nvPr/>
        </p:nvGrpSpPr>
        <p:grpSpPr>
          <a:xfrm>
            <a:off x="6764544" y="990936"/>
            <a:ext cx="3862080" cy="1302120"/>
            <a:chOff x="6764544" y="990936"/>
            <a:chExt cx="3862080" cy="13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3A8BB6-11CD-F955-EFAD-B3651E46DDE0}"/>
                    </a:ext>
                  </a:extLst>
                </p14:cNvPr>
                <p14:cNvContentPartPr/>
                <p14:nvPr/>
              </p14:nvContentPartPr>
              <p14:xfrm>
                <a:off x="6845904" y="1010376"/>
                <a:ext cx="82440" cy="182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3A8BB6-11CD-F955-EFAD-B3651E46DDE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36904" y="1001736"/>
                  <a:ext cx="1000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6BC6F9-743A-DBEE-E744-1FC8E8323735}"/>
                    </a:ext>
                  </a:extLst>
                </p14:cNvPr>
                <p14:cNvContentPartPr/>
                <p14:nvPr/>
              </p14:nvContentPartPr>
              <p14:xfrm>
                <a:off x="7083504" y="1035936"/>
                <a:ext cx="114120" cy="111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6BC6F9-743A-DBEE-E744-1FC8E83237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74504" y="1026936"/>
                  <a:ext cx="131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AF2CB9-0FB3-4A05-FB32-111A21B1A3A1}"/>
                    </a:ext>
                  </a:extLst>
                </p14:cNvPr>
                <p14:cNvContentPartPr/>
                <p14:nvPr/>
              </p14:nvContentPartPr>
              <p14:xfrm>
                <a:off x="7200504" y="1050336"/>
                <a:ext cx="63720" cy="109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AF2CB9-0FB3-4A05-FB32-111A21B1A3A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191504" y="1041336"/>
                  <a:ext cx="813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090A1A-6D94-EBB1-0EE3-F119D4467A8C}"/>
                    </a:ext>
                  </a:extLst>
                </p14:cNvPr>
                <p14:cNvContentPartPr/>
                <p14:nvPr/>
              </p14:nvContentPartPr>
              <p14:xfrm>
                <a:off x="7301664" y="1008936"/>
                <a:ext cx="10080" cy="141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090A1A-6D94-EBB1-0EE3-F119D4467A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293024" y="1000296"/>
                  <a:ext cx="27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E999981-C56D-F72F-CC0C-5D706751E76E}"/>
                    </a:ext>
                  </a:extLst>
                </p14:cNvPr>
                <p14:cNvContentPartPr/>
                <p14:nvPr/>
              </p14:nvContentPartPr>
              <p14:xfrm>
                <a:off x="7342344" y="1020816"/>
                <a:ext cx="71280" cy="177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E999981-C56D-F72F-CC0C-5D706751E76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33344" y="1012176"/>
                  <a:ext cx="88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91A24E3-19E0-B19B-D550-BB4A76BA596F}"/>
                    </a:ext>
                  </a:extLst>
                </p14:cNvPr>
                <p14:cNvContentPartPr/>
                <p14:nvPr/>
              </p14:nvContentPartPr>
              <p14:xfrm>
                <a:off x="7322544" y="1090656"/>
                <a:ext cx="124560" cy="99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91A24E3-19E0-B19B-D550-BB4A76BA596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13544" y="1082016"/>
                  <a:ext cx="142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17FCD4A-CF16-08E3-C2DE-CAB2F89416D2}"/>
                    </a:ext>
                  </a:extLst>
                </p14:cNvPr>
                <p14:cNvContentPartPr/>
                <p14:nvPr/>
              </p14:nvContentPartPr>
              <p14:xfrm>
                <a:off x="7456824" y="1035576"/>
                <a:ext cx="360" cy="15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17FCD4A-CF16-08E3-C2DE-CAB2F89416D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48184" y="1026576"/>
                  <a:ext cx="1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157AB6-4B17-D9AB-E24A-2A75645257F1}"/>
                    </a:ext>
                  </a:extLst>
                </p14:cNvPr>
                <p14:cNvContentPartPr/>
                <p14:nvPr/>
              </p14:nvContentPartPr>
              <p14:xfrm>
                <a:off x="7450344" y="1065816"/>
                <a:ext cx="37440" cy="226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157AB6-4B17-D9AB-E24A-2A75645257F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41344" y="1057176"/>
                  <a:ext cx="550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FD423C9-2183-82BE-367C-95E8CABE4A25}"/>
                    </a:ext>
                  </a:extLst>
                </p14:cNvPr>
                <p14:cNvContentPartPr/>
                <p14:nvPr/>
              </p14:nvContentPartPr>
              <p14:xfrm>
                <a:off x="7460064" y="1067256"/>
                <a:ext cx="84960" cy="108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FD423C9-2183-82BE-367C-95E8CABE4A2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51424" y="1058256"/>
                  <a:ext cx="102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CC7E588-B788-EBA9-7CE2-F7F38709186C}"/>
                    </a:ext>
                  </a:extLst>
                </p14:cNvPr>
                <p14:cNvContentPartPr/>
                <p14:nvPr/>
              </p14:nvContentPartPr>
              <p14:xfrm>
                <a:off x="7568424" y="990936"/>
                <a:ext cx="27360" cy="164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CC7E588-B788-EBA9-7CE2-F7F38709186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59424" y="981936"/>
                  <a:ext cx="4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B27DBDD-4663-D8BD-0EE1-73809E0C94E4}"/>
                    </a:ext>
                  </a:extLst>
                </p14:cNvPr>
                <p14:cNvContentPartPr/>
                <p14:nvPr/>
              </p14:nvContentPartPr>
              <p14:xfrm>
                <a:off x="7628544" y="1065816"/>
                <a:ext cx="11160" cy="93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B27DBDD-4663-D8BD-0EE1-73809E0C94E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619544" y="1057176"/>
                  <a:ext cx="288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1D06D2F-45A4-C8B5-9404-E37D8F6BE7AC}"/>
                    </a:ext>
                  </a:extLst>
                </p14:cNvPr>
                <p14:cNvContentPartPr/>
                <p14:nvPr/>
              </p14:nvContentPartPr>
              <p14:xfrm>
                <a:off x="7649424" y="1018296"/>
                <a:ext cx="13680" cy="4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1D06D2F-45A4-C8B5-9404-E37D8F6BE7A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640424" y="1009656"/>
                  <a:ext cx="313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7ECE2B-245B-CE59-110F-B16345024E89}"/>
                    </a:ext>
                  </a:extLst>
                </p14:cNvPr>
                <p14:cNvContentPartPr/>
                <p14:nvPr/>
              </p14:nvContentPartPr>
              <p14:xfrm>
                <a:off x="7663464" y="1002456"/>
                <a:ext cx="177480" cy="154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7ECE2B-245B-CE59-110F-B16345024E8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54824" y="993816"/>
                  <a:ext cx="1951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EF3586F-AEDE-5797-6C0B-ACBF9FCD7FA8}"/>
                    </a:ext>
                  </a:extLst>
                </p14:cNvPr>
                <p14:cNvContentPartPr/>
                <p14:nvPr/>
              </p14:nvContentPartPr>
              <p14:xfrm>
                <a:off x="6764544" y="1388736"/>
                <a:ext cx="18000" cy="169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EF3586F-AEDE-5797-6C0B-ACBF9FCD7FA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55544" y="1379736"/>
                  <a:ext cx="35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B45AAB4-78B4-1164-12B4-387347FBEB35}"/>
                    </a:ext>
                  </a:extLst>
                </p14:cNvPr>
                <p14:cNvContentPartPr/>
                <p14:nvPr/>
              </p14:nvContentPartPr>
              <p14:xfrm>
                <a:off x="6832224" y="1432656"/>
                <a:ext cx="54720" cy="146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B45AAB4-78B4-1164-12B4-387347FBEB35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23584" y="1423656"/>
                  <a:ext cx="723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64E609-C7C4-479E-A368-515D1405F045}"/>
                    </a:ext>
                  </a:extLst>
                </p14:cNvPr>
                <p14:cNvContentPartPr/>
                <p14:nvPr/>
              </p14:nvContentPartPr>
              <p14:xfrm>
                <a:off x="7014024" y="1494216"/>
                <a:ext cx="139680" cy="658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64E609-C7C4-479E-A368-515D1405F04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005024" y="1485216"/>
                  <a:ext cx="157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EFF8B37-7165-953F-614C-6C2CE99F53E3}"/>
                    </a:ext>
                  </a:extLst>
                </p14:cNvPr>
                <p14:cNvContentPartPr/>
                <p14:nvPr/>
              </p14:nvContentPartPr>
              <p14:xfrm>
                <a:off x="7145784" y="1399896"/>
                <a:ext cx="105480" cy="176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EFF8B37-7165-953F-614C-6C2CE99F53E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136784" y="1391256"/>
                  <a:ext cx="123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BF2C90-CEC8-D11E-25C5-101A3F6E4A26}"/>
                    </a:ext>
                  </a:extLst>
                </p14:cNvPr>
                <p14:cNvContentPartPr/>
                <p14:nvPr/>
              </p14:nvContentPartPr>
              <p14:xfrm>
                <a:off x="7262424" y="1408176"/>
                <a:ext cx="66600" cy="19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BF2C90-CEC8-D11E-25C5-101A3F6E4A2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53784" y="1399536"/>
                  <a:ext cx="842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638D705-C869-F118-D73A-34B804A568F0}"/>
                    </a:ext>
                  </a:extLst>
                </p14:cNvPr>
                <p14:cNvContentPartPr/>
                <p14:nvPr/>
              </p14:nvContentPartPr>
              <p14:xfrm>
                <a:off x="7348824" y="1483416"/>
                <a:ext cx="165600" cy="1134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638D705-C869-F118-D73A-34B804A568F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340184" y="1474776"/>
                  <a:ext cx="183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F14EF2A-F3C1-5F24-EF8B-F3566A0A6029}"/>
                    </a:ext>
                  </a:extLst>
                </p14:cNvPr>
                <p14:cNvContentPartPr/>
                <p14:nvPr/>
              </p14:nvContentPartPr>
              <p14:xfrm>
                <a:off x="6801624" y="1774656"/>
                <a:ext cx="190080" cy="155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F14EF2A-F3C1-5F24-EF8B-F3566A0A6029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792624" y="1765656"/>
                  <a:ext cx="2077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2C18EA-26DF-5EBE-BBA0-E4BBE690F994}"/>
                    </a:ext>
                  </a:extLst>
                </p14:cNvPr>
                <p14:cNvContentPartPr/>
                <p14:nvPr/>
              </p14:nvContentPartPr>
              <p14:xfrm>
                <a:off x="6960744" y="1742976"/>
                <a:ext cx="122040" cy="185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2C18EA-26DF-5EBE-BBA0-E4BBE690F99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52104" y="1734336"/>
                  <a:ext cx="139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DC77C04-1FB6-AC4C-EA0F-D5B298ACB3A4}"/>
                    </a:ext>
                  </a:extLst>
                </p14:cNvPr>
                <p14:cNvContentPartPr/>
                <p14:nvPr/>
              </p14:nvContentPartPr>
              <p14:xfrm>
                <a:off x="7132464" y="1808496"/>
                <a:ext cx="55080" cy="116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DC77C04-1FB6-AC4C-EA0F-D5B298ACB3A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123464" y="1799856"/>
                  <a:ext cx="727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9EE5BC4-93EE-EA4A-89BE-41835DBE4BDD}"/>
                    </a:ext>
                  </a:extLst>
                </p14:cNvPr>
                <p14:cNvContentPartPr/>
                <p14:nvPr/>
              </p14:nvContentPartPr>
              <p14:xfrm>
                <a:off x="7183584" y="1812456"/>
                <a:ext cx="136440" cy="134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9EE5BC4-93EE-EA4A-89BE-41835DBE4BD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174584" y="1803456"/>
                  <a:ext cx="154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FAB0A3-218A-91FB-1033-1C7F54FF99DC}"/>
                    </a:ext>
                  </a:extLst>
                </p14:cNvPr>
                <p14:cNvContentPartPr/>
                <p14:nvPr/>
              </p14:nvContentPartPr>
              <p14:xfrm>
                <a:off x="7355664" y="1830816"/>
                <a:ext cx="8892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FAB0A3-218A-91FB-1033-1C7F54FF99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347024" y="1822176"/>
                  <a:ext cx="106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444AB61-6D9C-069B-BE25-D0E40029D948}"/>
                    </a:ext>
                  </a:extLst>
                </p14:cNvPr>
                <p14:cNvContentPartPr/>
                <p14:nvPr/>
              </p14:nvContentPartPr>
              <p14:xfrm>
                <a:off x="7470504" y="1723536"/>
                <a:ext cx="20520" cy="208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444AB61-6D9C-069B-BE25-D0E40029D94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461504" y="1714536"/>
                  <a:ext cx="38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0C23572-C544-6D12-3AE7-4B3FE7693000}"/>
                    </a:ext>
                  </a:extLst>
                </p14:cNvPr>
                <p14:cNvContentPartPr/>
                <p14:nvPr/>
              </p14:nvContentPartPr>
              <p14:xfrm>
                <a:off x="7526664" y="1739736"/>
                <a:ext cx="45000" cy="1958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0C23572-C544-6D12-3AE7-4B3FE7693000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517664" y="1731096"/>
                  <a:ext cx="62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2372F9D-F4F0-7424-64A1-521C810B01CC}"/>
                    </a:ext>
                  </a:extLst>
                </p14:cNvPr>
                <p14:cNvContentPartPr/>
                <p14:nvPr/>
              </p14:nvContentPartPr>
              <p14:xfrm>
                <a:off x="7470504" y="1817496"/>
                <a:ext cx="132120" cy="2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2372F9D-F4F0-7424-64A1-521C810B01C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461504" y="1808856"/>
                  <a:ext cx="149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5CC4DD-D80A-FCCC-5A7B-3B63E5D741AF}"/>
                    </a:ext>
                  </a:extLst>
                </p14:cNvPr>
                <p14:cNvContentPartPr/>
                <p14:nvPr/>
              </p14:nvContentPartPr>
              <p14:xfrm>
                <a:off x="7905744" y="1812096"/>
                <a:ext cx="17280" cy="221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5CC4DD-D80A-FCCC-5A7B-3B63E5D741A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897104" y="1803096"/>
                  <a:ext cx="349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16D67AE-C371-9324-8955-A156DBF89465}"/>
                    </a:ext>
                  </a:extLst>
                </p14:cNvPr>
                <p14:cNvContentPartPr/>
                <p14:nvPr/>
              </p14:nvContentPartPr>
              <p14:xfrm>
                <a:off x="7893504" y="1805256"/>
                <a:ext cx="61560" cy="94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16D67AE-C371-9324-8955-A156DBF89465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84504" y="1796256"/>
                  <a:ext cx="79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787BAAE-6343-3E11-448A-F301EF153E7C}"/>
                    </a:ext>
                  </a:extLst>
                </p14:cNvPr>
                <p14:cNvContentPartPr/>
                <p14:nvPr/>
              </p14:nvContentPartPr>
              <p14:xfrm>
                <a:off x="7963344" y="1719936"/>
                <a:ext cx="67680" cy="22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787BAAE-6343-3E11-448A-F301EF153E7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954344" y="1711296"/>
                  <a:ext cx="853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DCFFC6-45CE-6339-18B9-D703AFD3A676}"/>
                    </a:ext>
                  </a:extLst>
                </p14:cNvPr>
                <p14:cNvContentPartPr/>
                <p14:nvPr/>
              </p14:nvContentPartPr>
              <p14:xfrm>
                <a:off x="8035344" y="1838016"/>
                <a:ext cx="147600" cy="9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DCFFC6-45CE-6339-18B9-D703AFD3A67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026704" y="1829376"/>
                  <a:ext cx="165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A1DEB3-5BD1-A83A-E5F5-292971E4E72B}"/>
                    </a:ext>
                  </a:extLst>
                </p14:cNvPr>
                <p14:cNvContentPartPr/>
                <p14:nvPr/>
              </p14:nvContentPartPr>
              <p14:xfrm>
                <a:off x="8172504" y="1794096"/>
                <a:ext cx="57600" cy="110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A1DEB3-5BD1-A83A-E5F5-292971E4E72B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163504" y="1785456"/>
                  <a:ext cx="75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085F2E-B7AB-D171-5EA9-1E5349D31FB1}"/>
                    </a:ext>
                  </a:extLst>
                </p14:cNvPr>
                <p14:cNvContentPartPr/>
                <p14:nvPr/>
              </p14:nvContentPartPr>
              <p14:xfrm>
                <a:off x="8243424" y="1801656"/>
                <a:ext cx="125280" cy="108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085F2E-B7AB-D171-5EA9-1E5349D31FB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234424" y="1793016"/>
                  <a:ext cx="142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5BBB9A0-06F7-77DD-647D-03191A92187B}"/>
                    </a:ext>
                  </a:extLst>
                </p14:cNvPr>
                <p14:cNvContentPartPr/>
                <p14:nvPr/>
              </p14:nvContentPartPr>
              <p14:xfrm>
                <a:off x="8606304" y="1793016"/>
                <a:ext cx="15120" cy="75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5BBB9A0-06F7-77DD-647D-03191A92187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597664" y="1784016"/>
                  <a:ext cx="327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B1A752C-111C-17D6-6A5B-BF73527F9DF6}"/>
                    </a:ext>
                  </a:extLst>
                </p14:cNvPr>
                <p14:cNvContentPartPr/>
                <p14:nvPr/>
              </p14:nvContentPartPr>
              <p14:xfrm>
                <a:off x="8634744" y="1772136"/>
                <a:ext cx="94680" cy="108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B1A752C-111C-17D6-6A5B-BF73527F9DF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626104" y="1763136"/>
                  <a:ext cx="1123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626D31-75C2-7797-5EB5-315605823EDA}"/>
                    </a:ext>
                  </a:extLst>
                </p14:cNvPr>
                <p14:cNvContentPartPr/>
                <p14:nvPr/>
              </p14:nvContentPartPr>
              <p14:xfrm>
                <a:off x="9049464" y="1728216"/>
                <a:ext cx="131040" cy="143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626D31-75C2-7797-5EB5-315605823E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040464" y="1719576"/>
                  <a:ext cx="1486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A7E973-C702-C19C-CF56-3C635DA86B59}"/>
                    </a:ext>
                  </a:extLst>
                </p14:cNvPr>
                <p14:cNvContentPartPr/>
                <p14:nvPr/>
              </p14:nvContentPartPr>
              <p14:xfrm>
                <a:off x="9184824" y="1769616"/>
                <a:ext cx="111600" cy="1051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A7E973-C702-C19C-CF56-3C635DA86B5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176184" y="1760616"/>
                  <a:ext cx="1292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351B344-A268-6324-6DF2-A99B5C3DCB67}"/>
                    </a:ext>
                  </a:extLst>
                </p14:cNvPr>
                <p14:cNvContentPartPr/>
                <p14:nvPr/>
              </p14:nvContentPartPr>
              <p14:xfrm>
                <a:off x="9278784" y="1733976"/>
                <a:ext cx="95040" cy="10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351B344-A268-6324-6DF2-A99B5C3DCB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270144" y="1724976"/>
                  <a:ext cx="112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29376DC-4A1E-7106-891C-4CADCE5FA0B1}"/>
                    </a:ext>
                  </a:extLst>
                </p14:cNvPr>
                <p14:cNvContentPartPr/>
                <p14:nvPr/>
              </p14:nvContentPartPr>
              <p14:xfrm>
                <a:off x="9370584" y="1751256"/>
                <a:ext cx="54360" cy="8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29376DC-4A1E-7106-891C-4CADCE5FA0B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61584" y="1742256"/>
                  <a:ext cx="72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A90CE11-2FAA-3E73-D5D3-20E61FFD914C}"/>
                    </a:ext>
                  </a:extLst>
                </p14:cNvPr>
                <p14:cNvContentPartPr/>
                <p14:nvPr/>
              </p14:nvContentPartPr>
              <p14:xfrm>
                <a:off x="9434664" y="1652616"/>
                <a:ext cx="88200" cy="193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A90CE11-2FAA-3E73-D5D3-20E61FFD914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425664" y="1643616"/>
                  <a:ext cx="105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1EFA8D-05B6-55DA-48FA-B727AFBF336A}"/>
                    </a:ext>
                  </a:extLst>
                </p14:cNvPr>
                <p14:cNvContentPartPr/>
                <p14:nvPr/>
              </p14:nvContentPartPr>
              <p14:xfrm>
                <a:off x="9555984" y="1728576"/>
                <a:ext cx="67320" cy="11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1EFA8D-05B6-55DA-48FA-B727AFBF336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547344" y="1719576"/>
                  <a:ext cx="849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046EF9-79A5-35FD-52C6-68CD4552E623}"/>
                    </a:ext>
                  </a:extLst>
                </p14:cNvPr>
                <p14:cNvContentPartPr/>
                <p14:nvPr/>
              </p14:nvContentPartPr>
              <p14:xfrm>
                <a:off x="9663984" y="1602576"/>
                <a:ext cx="51120" cy="224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046EF9-79A5-35FD-52C6-68CD4552E62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655344" y="1593936"/>
                  <a:ext cx="687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2771CF-1F2E-A3FC-0A38-4EA23D15DCFB}"/>
                    </a:ext>
                  </a:extLst>
                </p14:cNvPr>
                <p14:cNvContentPartPr/>
                <p14:nvPr/>
              </p14:nvContentPartPr>
              <p14:xfrm>
                <a:off x="9640224" y="1720296"/>
                <a:ext cx="125280" cy="70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2771CF-1F2E-A3FC-0A38-4EA23D15DCF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631584" y="1711296"/>
                  <a:ext cx="142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0035843-B744-6A8E-1123-FC30877C6570}"/>
                    </a:ext>
                  </a:extLst>
                </p14:cNvPr>
                <p14:cNvContentPartPr/>
                <p14:nvPr/>
              </p14:nvContentPartPr>
              <p14:xfrm>
                <a:off x="9765504" y="1682856"/>
                <a:ext cx="240120" cy="1162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0035843-B744-6A8E-1123-FC30877C6570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756504" y="1674216"/>
                  <a:ext cx="257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B64FA79-589F-7270-5565-342DB8C194C2}"/>
                    </a:ext>
                  </a:extLst>
                </p14:cNvPr>
                <p14:cNvContentPartPr/>
                <p14:nvPr/>
              </p14:nvContentPartPr>
              <p14:xfrm>
                <a:off x="10143864" y="1566936"/>
                <a:ext cx="86040" cy="2131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B64FA79-589F-7270-5565-342DB8C194C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135224" y="1558296"/>
                  <a:ext cx="1036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6E1C1F0-7DFC-BE44-34CF-FA17E4714430}"/>
                    </a:ext>
                  </a:extLst>
                </p14:cNvPr>
                <p14:cNvContentPartPr/>
                <p14:nvPr/>
              </p14:nvContentPartPr>
              <p14:xfrm>
                <a:off x="10227384" y="1661976"/>
                <a:ext cx="56520" cy="114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6E1C1F0-7DFC-BE44-34CF-FA17E471443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218744" y="1653336"/>
                  <a:ext cx="74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349549-F527-5052-7FE8-1A888D6FD048}"/>
                    </a:ext>
                  </a:extLst>
                </p14:cNvPr>
                <p14:cNvContentPartPr/>
                <p14:nvPr/>
              </p14:nvContentPartPr>
              <p14:xfrm>
                <a:off x="10355544" y="1497456"/>
                <a:ext cx="25200" cy="286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349549-F527-5052-7FE8-1A888D6FD04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0346544" y="1488456"/>
                  <a:ext cx="428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D71535D-60A1-D0B8-582C-1007EF010FAA}"/>
                    </a:ext>
                  </a:extLst>
                </p14:cNvPr>
                <p14:cNvContentPartPr/>
                <p14:nvPr/>
              </p14:nvContentPartPr>
              <p14:xfrm>
                <a:off x="10322784" y="1654416"/>
                <a:ext cx="104400" cy="57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D71535D-60A1-D0B8-582C-1007EF010FA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313784" y="1645416"/>
                  <a:ext cx="1220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301E5FA-B4D7-7E33-48A8-5B08D798D0CF}"/>
                    </a:ext>
                  </a:extLst>
                </p14:cNvPr>
                <p14:cNvContentPartPr/>
                <p14:nvPr/>
              </p14:nvContentPartPr>
              <p14:xfrm>
                <a:off x="10446984" y="1540656"/>
                <a:ext cx="44280" cy="275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301E5FA-B4D7-7E33-48A8-5B08D798D0C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38344" y="1531656"/>
                  <a:ext cx="6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BDA3A3-596D-7F01-2415-3BA1C7CBA59B}"/>
                    </a:ext>
                  </a:extLst>
                </p14:cNvPr>
                <p14:cNvContentPartPr/>
                <p14:nvPr/>
              </p14:nvContentPartPr>
              <p14:xfrm>
                <a:off x="10417464" y="1637496"/>
                <a:ext cx="209160" cy="131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BDA3A3-596D-7F01-2415-3BA1C7CBA59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408464" y="1628496"/>
                  <a:ext cx="226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478CA36-291D-77FC-20A7-216A9A5A0A42}"/>
                    </a:ext>
                  </a:extLst>
                </p14:cNvPr>
                <p14:cNvContentPartPr/>
                <p14:nvPr/>
              </p14:nvContentPartPr>
              <p14:xfrm>
                <a:off x="7613064" y="2101896"/>
                <a:ext cx="150840" cy="181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478CA36-291D-77FC-20A7-216A9A5A0A4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604424" y="2093256"/>
                  <a:ext cx="1684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FEFEC77-7E64-82EB-60D5-DD5B482C5477}"/>
                    </a:ext>
                  </a:extLst>
                </p14:cNvPr>
                <p14:cNvContentPartPr/>
                <p14:nvPr/>
              </p14:nvContentPartPr>
              <p14:xfrm>
                <a:off x="7740504" y="2224656"/>
                <a:ext cx="121680" cy="6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FEFEC77-7E64-82EB-60D5-DD5B482C547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731504" y="2215656"/>
                  <a:ext cx="139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BB01176-F41B-43E6-B6F4-7753787A9F62}"/>
                    </a:ext>
                  </a:extLst>
                </p14:cNvPr>
                <p14:cNvContentPartPr/>
                <p14:nvPr/>
              </p14:nvContentPartPr>
              <p14:xfrm>
                <a:off x="7851744" y="2195496"/>
                <a:ext cx="75240" cy="95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BB01176-F41B-43E6-B6F4-7753787A9F6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42744" y="2186496"/>
                  <a:ext cx="92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EDC42206-AE25-A52E-67B9-086C250638B4}"/>
                    </a:ext>
                  </a:extLst>
                </p14:cNvPr>
                <p14:cNvContentPartPr/>
                <p14:nvPr/>
              </p14:nvContentPartPr>
              <p14:xfrm>
                <a:off x="7962264" y="2185776"/>
                <a:ext cx="66960" cy="97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EDC42206-AE25-A52E-67B9-086C250638B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953624" y="2176776"/>
                  <a:ext cx="84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3FAC0D8E-9C45-3CCA-A540-BCA21D8697A6}"/>
                    </a:ext>
                  </a:extLst>
                </p14:cNvPr>
                <p14:cNvContentPartPr/>
                <p14:nvPr/>
              </p14:nvContentPartPr>
              <p14:xfrm>
                <a:off x="8054424" y="2103336"/>
                <a:ext cx="30600" cy="177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3FAC0D8E-9C45-3CCA-A540-BCA21D8697A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045424" y="2094696"/>
                  <a:ext cx="482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CD7D45-6A08-AB5D-88D1-5F30A6255584}"/>
                    </a:ext>
                  </a:extLst>
                </p14:cNvPr>
                <p14:cNvContentPartPr/>
                <p14:nvPr/>
              </p14:nvContentPartPr>
              <p14:xfrm>
                <a:off x="8101584" y="2207016"/>
                <a:ext cx="71280" cy="748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CD7D45-6A08-AB5D-88D1-5F30A6255584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092584" y="2198016"/>
                  <a:ext cx="889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888182C-D1BE-C4DC-0EAB-C31AB1BB57E3}"/>
                    </a:ext>
                  </a:extLst>
                </p14:cNvPr>
                <p14:cNvContentPartPr/>
                <p14:nvPr/>
              </p14:nvContentPartPr>
              <p14:xfrm>
                <a:off x="8205624" y="2049336"/>
                <a:ext cx="65160" cy="23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888182C-D1BE-C4DC-0EAB-C31AB1BB57E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196624" y="2040696"/>
                  <a:ext cx="828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9E79281-9773-3E8E-79FA-5EA2E58D1180}"/>
                    </a:ext>
                  </a:extLst>
                </p14:cNvPr>
                <p14:cNvContentPartPr/>
                <p14:nvPr/>
              </p14:nvContentPartPr>
              <p14:xfrm>
                <a:off x="8190864" y="2199096"/>
                <a:ext cx="123480" cy="59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9E79281-9773-3E8E-79FA-5EA2E58D1180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182224" y="2190456"/>
                  <a:ext cx="141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52B8222-A897-D8CB-2E7C-6BEA45F5069C}"/>
                    </a:ext>
                  </a:extLst>
                </p14:cNvPr>
                <p14:cNvContentPartPr/>
                <p14:nvPr/>
              </p14:nvContentPartPr>
              <p14:xfrm>
                <a:off x="8330904" y="2152296"/>
                <a:ext cx="189360" cy="113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52B8222-A897-D8CB-2E7C-6BEA45F5069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22264" y="2143656"/>
                  <a:ext cx="207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B545C7D-3EEC-2B8E-8846-42B59800C0BA}"/>
                    </a:ext>
                  </a:extLst>
                </p14:cNvPr>
                <p14:cNvContentPartPr/>
                <p14:nvPr/>
              </p14:nvContentPartPr>
              <p14:xfrm>
                <a:off x="8678304" y="2089296"/>
                <a:ext cx="90360" cy="176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B545C7D-3EEC-2B8E-8846-42B59800C0B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669664" y="2080656"/>
                  <a:ext cx="1080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A1B6A0-81A8-1AB7-F700-63E70AFEE934}"/>
                    </a:ext>
                  </a:extLst>
                </p14:cNvPr>
                <p14:cNvContentPartPr/>
                <p14:nvPr/>
              </p14:nvContentPartPr>
              <p14:xfrm>
                <a:off x="8762904" y="2172816"/>
                <a:ext cx="64800" cy="65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A1B6A0-81A8-1AB7-F700-63E70AFEE93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753904" y="2163816"/>
                  <a:ext cx="82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3C4DB99-3661-3892-B251-390CBB4AB5ED}"/>
                    </a:ext>
                  </a:extLst>
                </p14:cNvPr>
                <p14:cNvContentPartPr/>
                <p14:nvPr/>
              </p14:nvContentPartPr>
              <p14:xfrm>
                <a:off x="8882424" y="2019456"/>
                <a:ext cx="16560" cy="2368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3C4DB99-3661-3892-B251-390CBB4AB5E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873424" y="2010816"/>
                  <a:ext cx="3420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A88D867-F811-C814-FDE1-999A82576BBA}"/>
                    </a:ext>
                  </a:extLst>
                </p14:cNvPr>
                <p14:cNvContentPartPr/>
                <p14:nvPr/>
              </p14:nvContentPartPr>
              <p14:xfrm>
                <a:off x="8840664" y="2144376"/>
                <a:ext cx="128880" cy="53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A88D867-F811-C814-FDE1-999A82576BB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831664" y="2135376"/>
                  <a:ext cx="146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745832A-EAF1-7E4C-426F-4EC7049354B4}"/>
                    </a:ext>
                  </a:extLst>
                </p14:cNvPr>
                <p14:cNvContentPartPr/>
                <p14:nvPr/>
              </p14:nvContentPartPr>
              <p14:xfrm>
                <a:off x="8988984" y="2020896"/>
                <a:ext cx="50400" cy="2332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745832A-EAF1-7E4C-426F-4EC7049354B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79984" y="2011896"/>
                  <a:ext cx="680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2E98C81-C600-E1BB-DDF2-E5643C6FD15E}"/>
                    </a:ext>
                  </a:extLst>
                </p14:cNvPr>
                <p14:cNvContentPartPr/>
                <p14:nvPr/>
              </p14:nvContentPartPr>
              <p14:xfrm>
                <a:off x="8978904" y="2113776"/>
                <a:ext cx="236520" cy="105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2E98C81-C600-E1BB-DDF2-E5643C6FD15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970264" y="2105136"/>
                  <a:ext cx="254160" cy="12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82513D1F-6AB4-45D4-FAF2-491F1A5A980F}"/>
              </a:ext>
            </a:extLst>
          </p:cNvPr>
          <p:cNvGrpSpPr/>
          <p:nvPr/>
        </p:nvGrpSpPr>
        <p:grpSpPr>
          <a:xfrm>
            <a:off x="7730424" y="3734136"/>
            <a:ext cx="1200960" cy="257040"/>
            <a:chOff x="7730424" y="3734136"/>
            <a:chExt cx="120096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C758243-773C-76DC-74B8-BDF712771F40}"/>
                    </a:ext>
                  </a:extLst>
                </p14:cNvPr>
                <p14:cNvContentPartPr/>
                <p14:nvPr/>
              </p14:nvContentPartPr>
              <p14:xfrm>
                <a:off x="7730424" y="3803256"/>
                <a:ext cx="30600" cy="150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C758243-773C-76DC-74B8-BDF712771F4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721424" y="3794616"/>
                  <a:ext cx="482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D45BF2C-E933-6CDE-A967-55B97DFA4FD5}"/>
                    </a:ext>
                  </a:extLst>
                </p14:cNvPr>
                <p14:cNvContentPartPr/>
                <p14:nvPr/>
              </p14:nvContentPartPr>
              <p14:xfrm>
                <a:off x="7740504" y="3805416"/>
                <a:ext cx="118440" cy="146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D45BF2C-E933-6CDE-A967-55B97DFA4FD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731504" y="3796416"/>
                  <a:ext cx="1360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373A796-80B3-BE47-0908-9FA4DEF8FCFC}"/>
                    </a:ext>
                  </a:extLst>
                </p14:cNvPr>
                <p14:cNvContentPartPr/>
                <p14:nvPr/>
              </p14:nvContentPartPr>
              <p14:xfrm>
                <a:off x="7871904" y="3853296"/>
                <a:ext cx="91440" cy="120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373A796-80B3-BE47-0908-9FA4DEF8FCF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863264" y="3844656"/>
                  <a:ext cx="1090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B5F246B-AACB-E5B3-BC99-C602266C4437}"/>
                    </a:ext>
                  </a:extLst>
                </p14:cNvPr>
                <p14:cNvContentPartPr/>
                <p14:nvPr/>
              </p14:nvContentPartPr>
              <p14:xfrm>
                <a:off x="7974864" y="3796776"/>
                <a:ext cx="100080" cy="1713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B5F246B-AACB-E5B3-BC99-C602266C443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966224" y="3788136"/>
                  <a:ext cx="117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F9CB5AD-403B-FE88-0844-1968567CC8EC}"/>
                    </a:ext>
                  </a:extLst>
                </p14:cNvPr>
                <p14:cNvContentPartPr/>
                <p14:nvPr/>
              </p14:nvContentPartPr>
              <p14:xfrm>
                <a:off x="8075304" y="3814416"/>
                <a:ext cx="91080" cy="147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F9CB5AD-403B-FE88-0844-1968567CC8E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066304" y="3805776"/>
                  <a:ext cx="1087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425DF60-5414-75BD-AEF9-93E35159AA9E}"/>
                    </a:ext>
                  </a:extLst>
                </p14:cNvPr>
                <p14:cNvContentPartPr/>
                <p14:nvPr/>
              </p14:nvContentPartPr>
              <p14:xfrm>
                <a:off x="8314344" y="3782376"/>
                <a:ext cx="108000" cy="189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425DF60-5414-75BD-AEF9-93E35159AA9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305344" y="3773736"/>
                  <a:ext cx="125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19585FB-1457-4B7D-49F2-15E5445DE13A}"/>
                    </a:ext>
                  </a:extLst>
                </p14:cNvPr>
                <p14:cNvContentPartPr/>
                <p14:nvPr/>
              </p14:nvContentPartPr>
              <p14:xfrm>
                <a:off x="8418744" y="3864096"/>
                <a:ext cx="94320" cy="121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19585FB-1457-4B7D-49F2-15E5445DE13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410104" y="3855456"/>
                  <a:ext cx="111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BD54199-C9E1-42FA-92C1-B77518C59832}"/>
                    </a:ext>
                  </a:extLst>
                </p14:cNvPr>
                <p14:cNvContentPartPr/>
                <p14:nvPr/>
              </p14:nvContentPartPr>
              <p14:xfrm>
                <a:off x="8559864" y="3734136"/>
                <a:ext cx="29880" cy="257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BD54199-C9E1-42FA-92C1-B77518C5983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8550864" y="3725496"/>
                  <a:ext cx="475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8E69C00-524A-8B71-7BE2-28844D25892B}"/>
                    </a:ext>
                  </a:extLst>
                </p14:cNvPr>
                <p14:cNvContentPartPr/>
                <p14:nvPr/>
              </p14:nvContentPartPr>
              <p14:xfrm>
                <a:off x="8517744" y="3892536"/>
                <a:ext cx="97200" cy="57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8E69C00-524A-8B71-7BE2-28844D25892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8508744" y="3883896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12DA241A-12B1-0CF2-93B4-332C0AABF59E}"/>
                    </a:ext>
                  </a:extLst>
                </p14:cNvPr>
                <p14:cNvContentPartPr/>
                <p14:nvPr/>
              </p14:nvContentPartPr>
              <p14:xfrm>
                <a:off x="8654184" y="3741696"/>
                <a:ext cx="58320" cy="2347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12DA241A-12B1-0CF2-93B4-332C0AABF59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8645184" y="3733056"/>
                  <a:ext cx="759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D02DBC0-B183-4114-3660-0EE55091B0E6}"/>
                    </a:ext>
                  </a:extLst>
                </p14:cNvPr>
                <p14:cNvContentPartPr/>
                <p14:nvPr/>
              </p14:nvContentPartPr>
              <p14:xfrm>
                <a:off x="8600904" y="3917376"/>
                <a:ext cx="101520" cy="27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D02DBC0-B183-4114-3660-0EE55091B0E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8592264" y="3908376"/>
                  <a:ext cx="119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F9D7DF6-0A14-4E83-FCE1-4857455779C9}"/>
                    </a:ext>
                  </a:extLst>
                </p14:cNvPr>
                <p14:cNvContentPartPr/>
                <p14:nvPr/>
              </p14:nvContentPartPr>
              <p14:xfrm>
                <a:off x="8732304" y="3828456"/>
                <a:ext cx="199080" cy="127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F9D7DF6-0A14-4E83-FCE1-4857455779C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723664" y="3819456"/>
                  <a:ext cx="216720" cy="14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5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91C37C52-E390-F675-5B2B-300E82BB07FB}"/>
                  </a:ext>
                </a:extLst>
              </p14:cNvPr>
              <p14:cNvContentPartPr/>
              <p14:nvPr/>
            </p14:nvContentPartPr>
            <p14:xfrm>
              <a:off x="9832824" y="5061096"/>
              <a:ext cx="132120" cy="1285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91C37C52-E390-F675-5B2B-300E82BB07FB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9824184" y="5052456"/>
                <a:ext cx="14976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7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C9D21A09-C5FC-C4E3-AC6D-72BD3BB069A6}"/>
                  </a:ext>
                </a:extLst>
              </p14:cNvPr>
              <p14:cNvContentPartPr/>
              <p14:nvPr/>
            </p14:nvContentPartPr>
            <p14:xfrm>
              <a:off x="7136064" y="4916736"/>
              <a:ext cx="88560" cy="14508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C9D21A09-C5FC-C4E3-AC6D-72BD3BB069A6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7127064" y="4908096"/>
                <a:ext cx="1062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9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91030C42-D024-0A9C-599A-A2697B28A9B3}"/>
                  </a:ext>
                </a:extLst>
              </p14:cNvPr>
              <p14:cNvContentPartPr/>
              <p14:nvPr/>
            </p14:nvContentPartPr>
            <p14:xfrm>
              <a:off x="6856344" y="5758056"/>
              <a:ext cx="3841200" cy="25380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91030C42-D024-0A9C-599A-A2697B28A9B3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6847344" y="5749056"/>
                <a:ext cx="3858840" cy="27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9" name="Group 318">
            <a:extLst>
              <a:ext uri="{FF2B5EF4-FFF2-40B4-BE49-F238E27FC236}">
                <a16:creationId xmlns:a16="http://schemas.microsoft.com/office/drawing/2014/main" id="{55F5E1DB-70C4-63CA-82C6-D07363AE8D16}"/>
              </a:ext>
            </a:extLst>
          </p:cNvPr>
          <p:cNvGrpSpPr/>
          <p:nvPr/>
        </p:nvGrpSpPr>
        <p:grpSpPr>
          <a:xfrm>
            <a:off x="6610824" y="4099536"/>
            <a:ext cx="4562280" cy="2346840"/>
            <a:chOff x="6610824" y="4099536"/>
            <a:chExt cx="4562280" cy="234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1AF1171-BFEC-C564-5C1C-2DD4352424D5}"/>
                    </a:ext>
                  </a:extLst>
                </p14:cNvPr>
                <p14:cNvContentPartPr/>
                <p14:nvPr/>
              </p14:nvContentPartPr>
              <p14:xfrm>
                <a:off x="9782064" y="5350536"/>
                <a:ext cx="88200" cy="171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1AF1171-BFEC-C564-5C1C-2DD4352424D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773424" y="5341896"/>
                  <a:ext cx="1058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873E724-02AC-0AEC-FDAF-EC8BAD3D8394}"/>
                    </a:ext>
                  </a:extLst>
                </p14:cNvPr>
                <p14:cNvContentPartPr/>
                <p14:nvPr/>
              </p14:nvContentPartPr>
              <p14:xfrm>
                <a:off x="9876744" y="5373936"/>
                <a:ext cx="61200" cy="1414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873E724-02AC-0AEC-FDAF-EC8BAD3D8394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868104" y="5365296"/>
                  <a:ext cx="788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47A685A-87E6-DB55-B4A5-AEEA23C2E4F2}"/>
                    </a:ext>
                  </a:extLst>
                </p14:cNvPr>
                <p14:cNvContentPartPr/>
                <p14:nvPr/>
              </p14:nvContentPartPr>
              <p14:xfrm>
                <a:off x="9954504" y="5445576"/>
                <a:ext cx="27360" cy="83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47A685A-87E6-DB55-B4A5-AEEA23C2E4F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945504" y="5436576"/>
                  <a:ext cx="450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5F1B000-29EC-03DA-8230-C8E60F7B5AA9}"/>
                    </a:ext>
                  </a:extLst>
                </p14:cNvPr>
                <p14:cNvContentPartPr/>
                <p14:nvPr/>
              </p14:nvContentPartPr>
              <p14:xfrm>
                <a:off x="9957744" y="5382936"/>
                <a:ext cx="41040" cy="27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5F1B000-29EC-03DA-8230-C8E60F7B5AA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949104" y="5373936"/>
                  <a:ext cx="586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571AB5D-2A91-CB93-8950-E6CC4E691955}"/>
                    </a:ext>
                  </a:extLst>
                </p14:cNvPr>
                <p14:cNvContentPartPr/>
                <p14:nvPr/>
              </p14:nvContentPartPr>
              <p14:xfrm>
                <a:off x="10029744" y="5360256"/>
                <a:ext cx="83880" cy="177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571AB5D-2A91-CB93-8950-E6CC4E691955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020744" y="5351256"/>
                  <a:ext cx="101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F847DA1-B820-04BB-FC3C-BA82938A8663}"/>
                    </a:ext>
                  </a:extLst>
                </p14:cNvPr>
                <p14:cNvContentPartPr/>
                <p14:nvPr/>
              </p14:nvContentPartPr>
              <p14:xfrm>
                <a:off x="10122984" y="5441256"/>
                <a:ext cx="88200" cy="867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F847DA1-B820-04BB-FC3C-BA82938A866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0114344" y="5432616"/>
                  <a:ext cx="105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041497B-3062-FB9C-8ED4-A549D041C765}"/>
                    </a:ext>
                  </a:extLst>
                </p14:cNvPr>
                <p14:cNvContentPartPr/>
                <p14:nvPr/>
              </p14:nvContentPartPr>
              <p14:xfrm>
                <a:off x="10224504" y="5412456"/>
                <a:ext cx="88200" cy="105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041497B-3062-FB9C-8ED4-A549D041C76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0215504" y="5403816"/>
                  <a:ext cx="105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2E5039C-9A6B-8858-05A6-2E7D519DE31C}"/>
                    </a:ext>
                  </a:extLst>
                </p14:cNvPr>
                <p14:cNvContentPartPr/>
                <p14:nvPr/>
              </p14:nvContentPartPr>
              <p14:xfrm>
                <a:off x="10230984" y="5423616"/>
                <a:ext cx="88560" cy="103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2E5039C-9A6B-8858-05A6-2E7D519DE31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0221984" y="5414616"/>
                  <a:ext cx="1062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78E1ABC-F74A-86D9-9BB6-81E58FD296BD}"/>
                    </a:ext>
                  </a:extLst>
                </p14:cNvPr>
                <p14:cNvContentPartPr/>
                <p14:nvPr/>
              </p14:nvContentPartPr>
              <p14:xfrm>
                <a:off x="10420704" y="5453496"/>
                <a:ext cx="91080" cy="115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78E1ABC-F74A-86D9-9BB6-81E58FD296B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411704" y="5444496"/>
                  <a:ext cx="108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B377348-4D3B-6F58-3E7D-F455ED4CF73D}"/>
                    </a:ext>
                  </a:extLst>
                </p14:cNvPr>
                <p14:cNvContentPartPr/>
                <p14:nvPr/>
              </p14:nvContentPartPr>
              <p14:xfrm>
                <a:off x="10594224" y="5377176"/>
                <a:ext cx="78840" cy="119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B377348-4D3B-6F58-3E7D-F455ED4CF73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585224" y="5368176"/>
                  <a:ext cx="9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7F16B87-352E-8B50-3C7E-10AE9359146D}"/>
                    </a:ext>
                  </a:extLst>
                </p14:cNvPr>
                <p14:cNvContentPartPr/>
                <p14:nvPr/>
              </p14:nvContentPartPr>
              <p14:xfrm>
                <a:off x="9775584" y="4318056"/>
                <a:ext cx="84600" cy="4726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7F16B87-352E-8B50-3C7E-10AE9359146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766584" y="4309056"/>
                  <a:ext cx="10224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66396EF-D68A-498C-3706-491EAE11AA06}"/>
                    </a:ext>
                  </a:extLst>
                </p14:cNvPr>
                <p14:cNvContentPartPr/>
                <p14:nvPr/>
              </p14:nvContentPartPr>
              <p14:xfrm>
                <a:off x="9815904" y="4310136"/>
                <a:ext cx="172800" cy="1256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66396EF-D68A-498C-3706-491EAE11AA06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807264" y="4301496"/>
                  <a:ext cx="190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228A5A4-E1F3-806B-B5CC-FD089923A7B7}"/>
                    </a:ext>
                  </a:extLst>
                </p14:cNvPr>
                <p14:cNvContentPartPr/>
                <p14:nvPr/>
              </p14:nvContentPartPr>
              <p14:xfrm>
                <a:off x="9994824" y="4406616"/>
                <a:ext cx="55080" cy="369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228A5A4-E1F3-806B-B5CC-FD089923A7B7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986184" y="4397976"/>
                  <a:ext cx="727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C3D6E36-52CB-6E9F-9573-BF553C5FB7A1}"/>
                    </a:ext>
                  </a:extLst>
                </p14:cNvPr>
                <p14:cNvContentPartPr/>
                <p14:nvPr/>
              </p14:nvContentPartPr>
              <p14:xfrm>
                <a:off x="9842904" y="4758696"/>
                <a:ext cx="206280" cy="236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C3D6E36-52CB-6E9F-9573-BF553C5FB7A1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834264" y="4749696"/>
                  <a:ext cx="223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3220782-516D-DFE0-8461-10A4A3C3C634}"/>
                    </a:ext>
                  </a:extLst>
                </p14:cNvPr>
                <p14:cNvContentPartPr/>
                <p14:nvPr/>
              </p14:nvContentPartPr>
              <p14:xfrm>
                <a:off x="10043424" y="4572216"/>
                <a:ext cx="309600" cy="66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3220782-516D-DFE0-8461-10A4A3C3C634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034424" y="4563576"/>
                  <a:ext cx="327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121BFED4-4D8D-C8AD-A020-E20108C6B0F1}"/>
                    </a:ext>
                  </a:extLst>
                </p14:cNvPr>
                <p14:cNvContentPartPr/>
                <p14:nvPr/>
              </p14:nvContentPartPr>
              <p14:xfrm>
                <a:off x="9991584" y="4893696"/>
                <a:ext cx="31320" cy="218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121BFED4-4D8D-C8AD-A020-E20108C6B0F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982584" y="4884696"/>
                  <a:ext cx="489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855835E-A63F-5FDD-966C-2E77583AEAB8}"/>
                    </a:ext>
                  </a:extLst>
                </p14:cNvPr>
                <p14:cNvContentPartPr/>
                <p14:nvPr/>
              </p14:nvContentPartPr>
              <p14:xfrm>
                <a:off x="9566424" y="4827096"/>
                <a:ext cx="306720" cy="41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855835E-A63F-5FDD-966C-2E77583AEAB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557424" y="4818096"/>
                  <a:ext cx="324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94903CA-D4D7-2315-08CE-F761CB739C9F}"/>
                    </a:ext>
                  </a:extLst>
                </p14:cNvPr>
                <p14:cNvContentPartPr/>
                <p14:nvPr/>
              </p14:nvContentPartPr>
              <p14:xfrm>
                <a:off x="9005544" y="5044896"/>
                <a:ext cx="91800" cy="142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94903CA-D4D7-2315-08CE-F761CB739C9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8996904" y="5036256"/>
                  <a:ext cx="109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3F75699-52D3-EBFC-3BB9-718959553D90}"/>
                    </a:ext>
                  </a:extLst>
                </p14:cNvPr>
                <p14:cNvContentPartPr/>
                <p14:nvPr/>
              </p14:nvContentPartPr>
              <p14:xfrm>
                <a:off x="9123984" y="5030496"/>
                <a:ext cx="34200" cy="166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3F75699-52D3-EBFC-3BB9-718959553D9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115344" y="5021496"/>
                  <a:ext cx="5184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7FC3DCA-1A34-4868-6A81-022377EE3015}"/>
                    </a:ext>
                  </a:extLst>
                </p14:cNvPr>
                <p14:cNvContentPartPr/>
                <p14:nvPr/>
              </p14:nvContentPartPr>
              <p14:xfrm>
                <a:off x="9174744" y="5139936"/>
                <a:ext cx="21600" cy="46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7FC3DCA-1A34-4868-6A81-022377EE301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166104" y="5130936"/>
                  <a:ext cx="39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611E06D-3E76-3D64-B0F5-BC348E6574D3}"/>
                    </a:ext>
                  </a:extLst>
                </p14:cNvPr>
                <p14:cNvContentPartPr/>
                <p14:nvPr/>
              </p14:nvContentPartPr>
              <p14:xfrm>
                <a:off x="9194904" y="5083056"/>
                <a:ext cx="27360" cy="97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611E06D-3E76-3D64-B0F5-BC348E6574D3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9186264" y="5074056"/>
                  <a:ext cx="45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BCCB1EB-9E3A-98EB-549A-54254850490A}"/>
                    </a:ext>
                  </a:extLst>
                </p14:cNvPr>
                <p14:cNvContentPartPr/>
                <p14:nvPr/>
              </p14:nvContentPartPr>
              <p14:xfrm>
                <a:off x="9242424" y="5110056"/>
                <a:ext cx="98280" cy="94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BCCB1EB-9E3A-98EB-549A-54254850490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9233424" y="5101056"/>
                  <a:ext cx="115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C5D06E3-B07B-8F11-F557-2A81CC64FCBB}"/>
                    </a:ext>
                  </a:extLst>
                </p14:cNvPr>
                <p14:cNvContentPartPr/>
                <p14:nvPr/>
              </p14:nvContentPartPr>
              <p14:xfrm>
                <a:off x="9313344" y="4983696"/>
                <a:ext cx="60840" cy="1965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C5D06E3-B07B-8F11-F557-2A81CC64FCBB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9304344" y="4975056"/>
                  <a:ext cx="78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A5F662B-C3E1-3EC6-6978-1D3C29033481}"/>
                    </a:ext>
                  </a:extLst>
                </p14:cNvPr>
                <p14:cNvContentPartPr/>
                <p14:nvPr/>
              </p14:nvContentPartPr>
              <p14:xfrm>
                <a:off x="9370584" y="5040576"/>
                <a:ext cx="81360" cy="126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A5F662B-C3E1-3EC6-6978-1D3C2903348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361584" y="5031936"/>
                  <a:ext cx="99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1499C58-27B7-025E-4DD2-6D1F58847BC3}"/>
                    </a:ext>
                  </a:extLst>
                </p14:cNvPr>
                <p14:cNvContentPartPr/>
                <p14:nvPr/>
              </p14:nvContentPartPr>
              <p14:xfrm>
                <a:off x="9491904" y="5054616"/>
                <a:ext cx="51120" cy="95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1499C58-27B7-025E-4DD2-6D1F58847BC3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9483264" y="5045616"/>
                  <a:ext cx="68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C77E858-458B-5658-59AF-0979129049A3}"/>
                    </a:ext>
                  </a:extLst>
                </p14:cNvPr>
                <p14:cNvContentPartPr/>
                <p14:nvPr/>
              </p14:nvContentPartPr>
              <p14:xfrm>
                <a:off x="9488664" y="5076936"/>
                <a:ext cx="77040" cy="67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C77E858-458B-5658-59AF-0979129049A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479664" y="5068296"/>
                  <a:ext cx="94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C82711A-35A0-B2D4-B650-3FB4473FB046}"/>
                    </a:ext>
                  </a:extLst>
                </p14:cNvPr>
                <p14:cNvContentPartPr/>
                <p14:nvPr/>
              </p14:nvContentPartPr>
              <p14:xfrm>
                <a:off x="9629784" y="5066136"/>
                <a:ext cx="64800" cy="882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C82711A-35A0-B2D4-B650-3FB4473FB046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621144" y="5057496"/>
                  <a:ext cx="8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795FAA7-BCEC-66D1-0CAA-BAF95A2508AA}"/>
                    </a:ext>
                  </a:extLst>
                </p14:cNvPr>
                <p14:cNvContentPartPr/>
                <p14:nvPr/>
              </p14:nvContentPartPr>
              <p14:xfrm>
                <a:off x="9701424" y="5063976"/>
                <a:ext cx="75240" cy="107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795FAA7-BCEC-66D1-0CAA-BAF95A2508AA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692424" y="5054976"/>
                  <a:ext cx="928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FA30DAE-2813-DF26-BC52-C39698BDF895}"/>
                    </a:ext>
                  </a:extLst>
                </p14:cNvPr>
                <p14:cNvContentPartPr/>
                <p14:nvPr/>
              </p14:nvContentPartPr>
              <p14:xfrm>
                <a:off x="8800344" y="4511376"/>
                <a:ext cx="1016280" cy="66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FA30DAE-2813-DF26-BC52-C39698BDF89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8791344" y="4502736"/>
                  <a:ext cx="1033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677F064-7276-CA2D-3F7B-21EF7659D80E}"/>
                    </a:ext>
                  </a:extLst>
                </p14:cNvPr>
                <p14:cNvContentPartPr/>
                <p14:nvPr/>
              </p14:nvContentPartPr>
              <p14:xfrm>
                <a:off x="8398224" y="4414536"/>
                <a:ext cx="58320" cy="5680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677F064-7276-CA2D-3F7B-21EF7659D80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8389224" y="4405896"/>
                  <a:ext cx="7596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63E0156-D206-EB77-41EB-89E73935EF26}"/>
                    </a:ext>
                  </a:extLst>
                </p14:cNvPr>
                <p14:cNvContentPartPr/>
                <p14:nvPr/>
              </p14:nvContentPartPr>
              <p14:xfrm>
                <a:off x="8449344" y="4437576"/>
                <a:ext cx="178560" cy="1537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63E0156-D206-EB77-41EB-89E73935EF26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8440344" y="4428576"/>
                  <a:ext cx="196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E833452-1AFF-A544-7B76-E4E47763BA2C}"/>
                    </a:ext>
                  </a:extLst>
                </p14:cNvPr>
                <p14:cNvContentPartPr/>
                <p14:nvPr/>
              </p14:nvContentPartPr>
              <p14:xfrm>
                <a:off x="8638344" y="4568256"/>
                <a:ext cx="34200" cy="361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E833452-1AFF-A544-7B76-E4E47763BA2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8629344" y="4559616"/>
                  <a:ext cx="518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E5765AD-BFC6-552A-5FF3-4F2441974F40}"/>
                    </a:ext>
                  </a:extLst>
                </p14:cNvPr>
                <p14:cNvContentPartPr/>
                <p14:nvPr/>
              </p14:nvContentPartPr>
              <p14:xfrm>
                <a:off x="8455824" y="5020056"/>
                <a:ext cx="7200" cy="4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E5765AD-BFC6-552A-5FF3-4F2441974F40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8447184" y="5011416"/>
                  <a:ext cx="24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2789CA9-3860-479E-1324-EB8D457108CB}"/>
                    </a:ext>
                  </a:extLst>
                </p14:cNvPr>
                <p14:cNvContentPartPr/>
                <p14:nvPr/>
              </p14:nvContentPartPr>
              <p14:xfrm>
                <a:off x="8459424" y="4972896"/>
                <a:ext cx="20520" cy="178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2789CA9-3860-479E-1324-EB8D457108CB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8450424" y="4963896"/>
                  <a:ext cx="381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1F31FD0-3ED3-83DE-CD84-37E864B072DB}"/>
                    </a:ext>
                  </a:extLst>
                </p14:cNvPr>
                <p14:cNvContentPartPr/>
                <p14:nvPr/>
              </p14:nvContentPartPr>
              <p14:xfrm>
                <a:off x="8475264" y="4929336"/>
                <a:ext cx="190080" cy="201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1F31FD0-3ED3-83DE-CD84-37E864B072D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466624" y="4920336"/>
                  <a:ext cx="2077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C1FA576-C248-0690-212C-F055A7CA454C}"/>
                    </a:ext>
                  </a:extLst>
                </p14:cNvPr>
                <p14:cNvContentPartPr/>
                <p14:nvPr/>
              </p14:nvContentPartPr>
              <p14:xfrm>
                <a:off x="8659584" y="4581576"/>
                <a:ext cx="191520" cy="42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C1FA576-C248-0690-212C-F055A7CA454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650584" y="4572936"/>
                  <a:ext cx="209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8C1F9E0-92FA-CCEF-03E4-D85BF92D13E2}"/>
                    </a:ext>
                  </a:extLst>
                </p14:cNvPr>
                <p14:cNvContentPartPr/>
                <p14:nvPr/>
              </p14:nvContentPartPr>
              <p14:xfrm>
                <a:off x="8594424" y="5052096"/>
                <a:ext cx="28440" cy="198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8C1F9E0-92FA-CCEF-03E4-D85BF92D13E2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585424" y="5043456"/>
                  <a:ext cx="46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45F629F-182D-AFB2-799C-697BAE5331CE}"/>
                    </a:ext>
                  </a:extLst>
                </p14:cNvPr>
                <p14:cNvContentPartPr/>
                <p14:nvPr/>
              </p14:nvContentPartPr>
              <p14:xfrm>
                <a:off x="8246304" y="5504256"/>
                <a:ext cx="77760" cy="135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45F629F-182D-AFB2-799C-697BAE5331CE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237664" y="5495616"/>
                  <a:ext cx="95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9119C82-E12A-8C90-45B7-449AFE45D1E6}"/>
                    </a:ext>
                  </a:extLst>
                </p14:cNvPr>
                <p14:cNvContentPartPr/>
                <p14:nvPr/>
              </p14:nvContentPartPr>
              <p14:xfrm>
                <a:off x="8303904" y="5592816"/>
                <a:ext cx="68760" cy="79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9119C82-E12A-8C90-45B7-449AFE45D1E6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8295264" y="5583816"/>
                  <a:ext cx="86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94500F1-2A2A-5C3B-1281-03BA31497E59}"/>
                    </a:ext>
                  </a:extLst>
                </p14:cNvPr>
                <p14:cNvContentPartPr/>
                <p14:nvPr/>
              </p14:nvContentPartPr>
              <p14:xfrm>
                <a:off x="8351424" y="5502456"/>
                <a:ext cx="17280" cy="154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94500F1-2A2A-5C3B-1281-03BA31497E59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8342424" y="5493816"/>
                  <a:ext cx="3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064E7A8-0DF7-0AEB-11F3-F1B79FBA87C9}"/>
                    </a:ext>
                  </a:extLst>
                </p14:cNvPr>
                <p14:cNvContentPartPr/>
                <p14:nvPr/>
              </p14:nvContentPartPr>
              <p14:xfrm>
                <a:off x="8405424" y="5475816"/>
                <a:ext cx="148680" cy="197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064E7A8-0DF7-0AEB-11F3-F1B79FBA87C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8396424" y="5467176"/>
                  <a:ext cx="1663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00824D6-E900-80CE-432B-B9B5A20E248C}"/>
                    </a:ext>
                  </a:extLst>
                </p14:cNvPr>
                <p14:cNvContentPartPr/>
                <p14:nvPr/>
              </p14:nvContentPartPr>
              <p14:xfrm>
                <a:off x="8543664" y="5544936"/>
                <a:ext cx="56520" cy="94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00824D6-E900-80CE-432B-B9B5A20E248C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8535024" y="5536296"/>
                  <a:ext cx="741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E971AC4-DE8B-DF57-DF9A-5BC1AD09FB2F}"/>
                    </a:ext>
                  </a:extLst>
                </p14:cNvPr>
                <p14:cNvContentPartPr/>
                <p14:nvPr/>
              </p14:nvContentPartPr>
              <p14:xfrm>
                <a:off x="8533584" y="5557896"/>
                <a:ext cx="88200" cy="83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E971AC4-DE8B-DF57-DF9A-5BC1AD09FB2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8524584" y="5548896"/>
                  <a:ext cx="1058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FB5E8B-D59E-2255-C390-89A3B5B4EFF6}"/>
                    </a:ext>
                  </a:extLst>
                </p14:cNvPr>
                <p14:cNvContentPartPr/>
                <p14:nvPr/>
              </p14:nvContentPartPr>
              <p14:xfrm>
                <a:off x="8695584" y="5551776"/>
                <a:ext cx="92160" cy="1386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FB5E8B-D59E-2255-C390-89A3B5B4EFF6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686584" y="5543136"/>
                  <a:ext cx="109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F6C7B1E-7E19-1594-1EB5-231A8ABAC985}"/>
                    </a:ext>
                  </a:extLst>
                </p14:cNvPr>
                <p14:cNvContentPartPr/>
                <p14:nvPr/>
              </p14:nvContentPartPr>
              <p14:xfrm>
                <a:off x="8891424" y="5580216"/>
                <a:ext cx="94680" cy="23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F6C7B1E-7E19-1594-1EB5-231A8ABAC98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882424" y="5571576"/>
                  <a:ext cx="112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A22AFCDF-3CDC-6558-C96E-B226C726045E}"/>
                    </a:ext>
                  </a:extLst>
                </p14:cNvPr>
                <p14:cNvContentPartPr/>
                <p14:nvPr/>
              </p14:nvContentPartPr>
              <p14:xfrm>
                <a:off x="9003384" y="5513976"/>
                <a:ext cx="46800" cy="12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A22AFCDF-3CDC-6558-C96E-B226C726045E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8994384" y="5504976"/>
                  <a:ext cx="644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53F9F7-AF81-9565-345B-422F2864256D}"/>
                    </a:ext>
                  </a:extLst>
                </p14:cNvPr>
                <p14:cNvContentPartPr/>
                <p14:nvPr/>
              </p14:nvContentPartPr>
              <p14:xfrm>
                <a:off x="8968824" y="5515776"/>
                <a:ext cx="95760" cy="119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53F9F7-AF81-9565-345B-422F2864256D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8959824" y="5506776"/>
                  <a:ext cx="1134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08AE265-3CCA-8466-B35B-E30F7D2D76EA}"/>
                    </a:ext>
                  </a:extLst>
                </p14:cNvPr>
                <p14:cNvContentPartPr/>
                <p14:nvPr/>
              </p14:nvContentPartPr>
              <p14:xfrm>
                <a:off x="8405424" y="4940496"/>
                <a:ext cx="24120" cy="11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08AE265-3CCA-8466-B35B-E30F7D2D76E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8396424" y="4931856"/>
                  <a:ext cx="41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5F7BD8F-4D5F-5672-0A9E-E4FD89982140}"/>
                    </a:ext>
                  </a:extLst>
                </p14:cNvPr>
                <p14:cNvContentPartPr/>
                <p14:nvPr/>
              </p14:nvContentPartPr>
              <p14:xfrm>
                <a:off x="8256744" y="4920696"/>
                <a:ext cx="202680" cy="21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5F7BD8F-4D5F-5672-0A9E-E4FD89982140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8248104" y="4912056"/>
                  <a:ext cx="220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17DEE80-344D-E55A-93D6-38E713E01050}"/>
                    </a:ext>
                  </a:extLst>
                </p14:cNvPr>
                <p14:cNvContentPartPr/>
                <p14:nvPr/>
              </p14:nvContentPartPr>
              <p14:xfrm>
                <a:off x="8087904" y="4926096"/>
                <a:ext cx="92160" cy="90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17DEE80-344D-E55A-93D6-38E713E0105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079264" y="4917096"/>
                  <a:ext cx="1098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053AE9D-481D-398F-1219-0635FE5BBDE0}"/>
                    </a:ext>
                  </a:extLst>
                </p14:cNvPr>
                <p14:cNvContentPartPr/>
                <p14:nvPr/>
              </p14:nvContentPartPr>
              <p14:xfrm>
                <a:off x="7737624" y="4669416"/>
                <a:ext cx="695160" cy="13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053AE9D-481D-398F-1219-0635FE5BBDE0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7728624" y="4660416"/>
                  <a:ext cx="712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E29EA8A-08F0-45AB-A9C4-7A31F5384AFB}"/>
                    </a:ext>
                  </a:extLst>
                </p14:cNvPr>
                <p14:cNvContentPartPr/>
                <p14:nvPr/>
              </p14:nvContentPartPr>
              <p14:xfrm>
                <a:off x="7504344" y="4490856"/>
                <a:ext cx="30240" cy="4636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E29EA8A-08F0-45AB-A9C4-7A31F5384AF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7495344" y="4481856"/>
                  <a:ext cx="478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5481839-5E3A-4C2E-1C0D-E9D5E1A8AC37}"/>
                    </a:ext>
                  </a:extLst>
                </p14:cNvPr>
                <p14:cNvContentPartPr/>
                <p14:nvPr/>
              </p14:nvContentPartPr>
              <p14:xfrm>
                <a:off x="7547544" y="4510296"/>
                <a:ext cx="138240" cy="114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5481839-5E3A-4C2E-1C0D-E9D5E1A8AC37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7538904" y="4501656"/>
                  <a:ext cx="155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5B59928-4FAA-D85F-36FB-1CFFFE0813BF}"/>
                    </a:ext>
                  </a:extLst>
                </p14:cNvPr>
                <p14:cNvContentPartPr/>
                <p14:nvPr/>
              </p14:nvContentPartPr>
              <p14:xfrm>
                <a:off x="7497504" y="4914936"/>
                <a:ext cx="10440" cy="186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5B59928-4FAA-D85F-36FB-1CFFFE0813BF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7488504" y="4906296"/>
                  <a:ext cx="280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B773A52-5E19-5A60-43F3-B1AA87B853F8}"/>
                    </a:ext>
                  </a:extLst>
                </p14:cNvPr>
                <p14:cNvContentPartPr/>
                <p14:nvPr/>
              </p14:nvContentPartPr>
              <p14:xfrm>
                <a:off x="7490664" y="4965336"/>
                <a:ext cx="128520" cy="1483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B773A52-5E19-5A60-43F3-B1AA87B853F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7482024" y="4956336"/>
                  <a:ext cx="1461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6F7355C-766A-8094-75F6-E489E9582284}"/>
                    </a:ext>
                  </a:extLst>
                </p14:cNvPr>
                <p14:cNvContentPartPr/>
                <p14:nvPr/>
              </p14:nvContentPartPr>
              <p14:xfrm>
                <a:off x="7649424" y="4597416"/>
                <a:ext cx="14040" cy="387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6F7355C-766A-8094-75F6-E489E9582284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640424" y="4588416"/>
                  <a:ext cx="316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CB7A5E9-4C27-F566-D588-EA4650BFAEA9}"/>
                    </a:ext>
                  </a:extLst>
                </p14:cNvPr>
                <p14:cNvContentPartPr/>
                <p14:nvPr/>
              </p14:nvContentPartPr>
              <p14:xfrm>
                <a:off x="7595784" y="4971096"/>
                <a:ext cx="50400" cy="38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CB7A5E9-4C27-F566-D588-EA4650BFAEA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587144" y="4962096"/>
                  <a:ext cx="68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C4C05F29-9B88-E7FA-B9C6-178A4A573C23}"/>
                    </a:ext>
                  </a:extLst>
                </p14:cNvPr>
                <p14:cNvContentPartPr/>
                <p14:nvPr/>
              </p14:nvContentPartPr>
              <p14:xfrm>
                <a:off x="7618824" y="5056416"/>
                <a:ext cx="61200" cy="2700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C4C05F29-9B88-E7FA-B9C6-178A4A573C2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610184" y="5047416"/>
                  <a:ext cx="788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3AF380C-9D40-328D-8B8E-B944A70D73F9}"/>
                    </a:ext>
                  </a:extLst>
                </p14:cNvPr>
                <p14:cNvContentPartPr/>
                <p14:nvPr/>
              </p14:nvContentPartPr>
              <p14:xfrm>
                <a:off x="7282224" y="5412456"/>
                <a:ext cx="73800" cy="135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3AF380C-9D40-328D-8B8E-B944A70D73F9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273224" y="5403816"/>
                  <a:ext cx="91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CE0EAF2-0E06-3ECA-30B7-9CE59CB0050D}"/>
                    </a:ext>
                  </a:extLst>
                </p14:cNvPr>
                <p14:cNvContentPartPr/>
                <p14:nvPr/>
              </p14:nvContentPartPr>
              <p14:xfrm>
                <a:off x="7365744" y="5417136"/>
                <a:ext cx="47520" cy="1504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CE0EAF2-0E06-3ECA-30B7-9CE59CB0050D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7357104" y="5408136"/>
                  <a:ext cx="6516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ADD8719-223F-A1FE-0925-BD9578FD4CD1}"/>
                    </a:ext>
                  </a:extLst>
                </p14:cNvPr>
                <p14:cNvContentPartPr/>
                <p14:nvPr/>
              </p14:nvContentPartPr>
              <p14:xfrm>
                <a:off x="7439904" y="5508216"/>
                <a:ext cx="24120" cy="66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ADD8719-223F-A1FE-0925-BD9578FD4CD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431264" y="5499216"/>
                  <a:ext cx="417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1551EC3-A6D7-E210-6E9F-8AB218A08C29}"/>
                    </a:ext>
                  </a:extLst>
                </p14:cNvPr>
                <p14:cNvContentPartPr/>
                <p14:nvPr/>
              </p14:nvContentPartPr>
              <p14:xfrm>
                <a:off x="7460424" y="5427936"/>
                <a:ext cx="41040" cy="406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1551EC3-A6D7-E210-6E9F-8AB218A08C29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7451424" y="5419296"/>
                  <a:ext cx="586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57A2B17-0889-7003-BEA3-4E9F3633F672}"/>
                    </a:ext>
                  </a:extLst>
                </p14:cNvPr>
                <p14:cNvContentPartPr/>
                <p14:nvPr/>
              </p14:nvContentPartPr>
              <p14:xfrm>
                <a:off x="7533504" y="5373216"/>
                <a:ext cx="79200" cy="2199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57A2B17-0889-7003-BEA3-4E9F3633F67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7524504" y="5364576"/>
                  <a:ext cx="96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D91F1D7E-6809-CD1A-8DAD-34567C096D7F}"/>
                    </a:ext>
                  </a:extLst>
                </p14:cNvPr>
                <p14:cNvContentPartPr/>
                <p14:nvPr/>
              </p14:nvContentPartPr>
              <p14:xfrm>
                <a:off x="7639344" y="5495616"/>
                <a:ext cx="74520" cy="954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D91F1D7E-6809-CD1A-8DAD-34567C096D7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7630344" y="5486616"/>
                  <a:ext cx="92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69FDFE9-7E39-DC22-4483-9460DC1E4F40}"/>
                    </a:ext>
                  </a:extLst>
                </p14:cNvPr>
                <p14:cNvContentPartPr/>
                <p14:nvPr/>
              </p14:nvContentPartPr>
              <p14:xfrm>
                <a:off x="7767504" y="5483376"/>
                <a:ext cx="74520" cy="835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69FDFE9-7E39-DC22-4483-9460DC1E4F4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758504" y="5474736"/>
                  <a:ext cx="92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78CBF27-A186-F8FF-F27E-6C041261B441}"/>
                    </a:ext>
                  </a:extLst>
                </p14:cNvPr>
                <p14:cNvContentPartPr/>
                <p14:nvPr/>
              </p14:nvContentPartPr>
              <p14:xfrm>
                <a:off x="7763904" y="5499576"/>
                <a:ext cx="74520" cy="676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78CBF27-A186-F8FF-F27E-6C041261B441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755264" y="5490936"/>
                  <a:ext cx="92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BA8CD3E-F041-A500-4AED-83172D51CCC2}"/>
                    </a:ext>
                  </a:extLst>
                </p14:cNvPr>
                <p14:cNvContentPartPr/>
                <p14:nvPr/>
              </p14:nvContentPartPr>
              <p14:xfrm>
                <a:off x="7888824" y="5460696"/>
                <a:ext cx="111960" cy="142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BA8CD3E-F041-A500-4AED-83172D51CCC2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880184" y="5452056"/>
                  <a:ext cx="1296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059D9643-3C02-9FA0-1B41-464560571482}"/>
                    </a:ext>
                  </a:extLst>
                </p14:cNvPr>
                <p14:cNvContentPartPr/>
                <p14:nvPr/>
              </p14:nvContentPartPr>
              <p14:xfrm>
                <a:off x="8042544" y="5528736"/>
                <a:ext cx="49320" cy="3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059D9643-3C02-9FA0-1B41-464560571482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8033544" y="5519736"/>
                  <a:ext cx="66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79914CBB-8221-C088-D5BB-5847453E981F}"/>
                    </a:ext>
                  </a:extLst>
                </p14:cNvPr>
                <p14:cNvContentPartPr/>
                <p14:nvPr/>
              </p14:nvContentPartPr>
              <p14:xfrm>
                <a:off x="8124624" y="5443776"/>
                <a:ext cx="68760" cy="2034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79914CBB-8221-C088-D5BB-5847453E981F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8115984" y="5434776"/>
                  <a:ext cx="86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89E02EC-989F-41AC-D17F-EBC77AB78A75}"/>
                    </a:ext>
                  </a:extLst>
                </p14:cNvPr>
                <p14:cNvContentPartPr/>
                <p14:nvPr/>
              </p14:nvContentPartPr>
              <p14:xfrm>
                <a:off x="7321824" y="4946256"/>
                <a:ext cx="192600" cy="118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89E02EC-989F-41AC-D17F-EBC77AB78A75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313184" y="4937256"/>
                  <a:ext cx="210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41EAA2A-31A1-39C1-4BAB-30102809CAA0}"/>
                    </a:ext>
                  </a:extLst>
                </p14:cNvPr>
                <p14:cNvContentPartPr/>
                <p14:nvPr/>
              </p14:nvContentPartPr>
              <p14:xfrm>
                <a:off x="6610824" y="4896936"/>
                <a:ext cx="74520" cy="114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41EAA2A-31A1-39C1-4BAB-30102809CAA0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601824" y="4887936"/>
                  <a:ext cx="92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9D23CF8-82B0-C673-3652-E6FC191C198F}"/>
                    </a:ext>
                  </a:extLst>
                </p14:cNvPr>
                <p14:cNvContentPartPr/>
                <p14:nvPr/>
              </p14:nvContentPartPr>
              <p14:xfrm>
                <a:off x="6710904" y="4887576"/>
                <a:ext cx="20520" cy="1306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9D23CF8-82B0-C673-3652-E6FC191C198F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6702264" y="4878576"/>
                  <a:ext cx="381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7CA6DA3-CDF5-C252-A84F-13BB728E7C45}"/>
                    </a:ext>
                  </a:extLst>
                </p14:cNvPr>
                <p14:cNvContentPartPr/>
                <p14:nvPr/>
              </p14:nvContentPartPr>
              <p14:xfrm>
                <a:off x="6754824" y="4965336"/>
                <a:ext cx="13680" cy="47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7CA6DA3-CDF5-C252-A84F-13BB728E7C45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6746184" y="4956336"/>
                  <a:ext cx="31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BE78CB3-940F-1FE9-E7B2-9607E19E8163}"/>
                    </a:ext>
                  </a:extLst>
                </p14:cNvPr>
                <p14:cNvContentPartPr/>
                <p14:nvPr/>
              </p14:nvContentPartPr>
              <p14:xfrm>
                <a:off x="6778584" y="4916016"/>
                <a:ext cx="24120" cy="172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BE78CB3-940F-1FE9-E7B2-9607E19E816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6769584" y="4907016"/>
                  <a:ext cx="41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63DE77F-BA65-AA09-5979-B7E710955A64}"/>
                    </a:ext>
                  </a:extLst>
                </p14:cNvPr>
                <p14:cNvContentPartPr/>
                <p14:nvPr/>
              </p14:nvContentPartPr>
              <p14:xfrm>
                <a:off x="6778224" y="4859856"/>
                <a:ext cx="162720" cy="172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63DE77F-BA65-AA09-5979-B7E710955A64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769584" y="4850856"/>
                  <a:ext cx="1803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B4B1A23-51ED-BF2B-62F0-53D17290964F}"/>
                    </a:ext>
                  </a:extLst>
                </p14:cNvPr>
                <p14:cNvContentPartPr/>
                <p14:nvPr/>
              </p14:nvContentPartPr>
              <p14:xfrm>
                <a:off x="6970824" y="4953816"/>
                <a:ext cx="59040" cy="72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B4B1A23-51ED-BF2B-62F0-53D17290964F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962184" y="4945176"/>
                  <a:ext cx="766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4E7338C-1830-6B01-691F-BD3FBA7370DD}"/>
                    </a:ext>
                  </a:extLst>
                </p14:cNvPr>
                <p14:cNvContentPartPr/>
                <p14:nvPr/>
              </p14:nvContentPartPr>
              <p14:xfrm>
                <a:off x="7038504" y="4955256"/>
                <a:ext cx="71280" cy="113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4E7338C-1830-6B01-691F-BD3FBA7370DD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029504" y="4946616"/>
                  <a:ext cx="88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EC8ED4A5-8796-DC29-FADE-B44F95D5FA89}"/>
                    </a:ext>
                  </a:extLst>
                </p14:cNvPr>
                <p14:cNvContentPartPr/>
                <p14:nvPr/>
              </p14:nvContentPartPr>
              <p14:xfrm>
                <a:off x="7208784" y="4099536"/>
                <a:ext cx="2936520" cy="561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EC8ED4A5-8796-DC29-FADE-B44F95D5FA8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200144" y="4090896"/>
                  <a:ext cx="29541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66F57C2C-22FA-EE7D-6751-CFCF7ED0E626}"/>
                    </a:ext>
                  </a:extLst>
                </p14:cNvPr>
                <p14:cNvContentPartPr/>
                <p14:nvPr/>
              </p14:nvContentPartPr>
              <p14:xfrm>
                <a:off x="10394784" y="4309416"/>
                <a:ext cx="36000" cy="1530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66F57C2C-22FA-EE7D-6751-CFCF7ED0E626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385784" y="4300416"/>
                  <a:ext cx="536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16C4FA8-CFBD-2C0E-5BD1-9AE3C3A4F376}"/>
                    </a:ext>
                  </a:extLst>
                </p14:cNvPr>
                <p14:cNvContentPartPr/>
                <p14:nvPr/>
              </p14:nvContentPartPr>
              <p14:xfrm>
                <a:off x="10405584" y="4279176"/>
                <a:ext cx="139680" cy="1796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16C4FA8-CFBD-2C0E-5BD1-9AE3C3A4F37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0396944" y="4270176"/>
                  <a:ext cx="157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7FC420-B714-95E5-E975-855E4A2394BE}"/>
                    </a:ext>
                  </a:extLst>
                </p14:cNvPr>
                <p14:cNvContentPartPr/>
                <p14:nvPr/>
              </p14:nvContentPartPr>
              <p14:xfrm>
                <a:off x="10558584" y="4335696"/>
                <a:ext cx="91440" cy="119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7FC420-B714-95E5-E975-855E4A2394BE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549584" y="4327056"/>
                  <a:ext cx="1090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BF3C7CAB-7293-0DD8-4535-EAD9548FCE08}"/>
                    </a:ext>
                  </a:extLst>
                </p14:cNvPr>
                <p14:cNvContentPartPr/>
                <p14:nvPr/>
              </p14:nvContentPartPr>
              <p14:xfrm>
                <a:off x="10639584" y="4180896"/>
                <a:ext cx="57960" cy="2192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BF3C7CAB-7293-0DD8-4535-EAD9548FCE08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630584" y="4171896"/>
                  <a:ext cx="756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6C528B-33BE-DB97-D4FB-402DF3B78199}"/>
                    </a:ext>
                  </a:extLst>
                </p14:cNvPr>
                <p14:cNvContentPartPr/>
                <p14:nvPr/>
              </p14:nvContentPartPr>
              <p14:xfrm>
                <a:off x="10716984" y="4247496"/>
                <a:ext cx="97920" cy="154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6C528B-33BE-DB97-D4FB-402DF3B7819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708344" y="4238856"/>
                  <a:ext cx="115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9821F3C-66A7-D4D9-AFF3-659D34586260}"/>
                    </a:ext>
                  </a:extLst>
                </p14:cNvPr>
                <p14:cNvContentPartPr/>
                <p14:nvPr/>
              </p14:nvContentPartPr>
              <p14:xfrm>
                <a:off x="10481904" y="4630896"/>
                <a:ext cx="104760" cy="133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9821F3C-66A7-D4D9-AFF3-659D3458626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0472904" y="4622256"/>
                  <a:ext cx="1224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ED90E8A-66C3-11CA-AF69-CD16ECCF5242}"/>
                    </a:ext>
                  </a:extLst>
                </p14:cNvPr>
                <p14:cNvContentPartPr/>
                <p14:nvPr/>
              </p14:nvContentPartPr>
              <p14:xfrm>
                <a:off x="10602504" y="4631256"/>
                <a:ext cx="82080" cy="1119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ED90E8A-66C3-11CA-AF69-CD16ECCF5242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0593504" y="4622256"/>
                  <a:ext cx="99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BC4609B-6849-31F9-0BB9-862E0FA8DB0F}"/>
                    </a:ext>
                  </a:extLst>
                </p14:cNvPr>
                <p14:cNvContentPartPr/>
                <p14:nvPr/>
              </p14:nvContentPartPr>
              <p14:xfrm>
                <a:off x="10719144" y="4493376"/>
                <a:ext cx="89640" cy="2394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BC4609B-6849-31F9-0BB9-862E0FA8DB0F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0710144" y="4484736"/>
                  <a:ext cx="107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D459629-CD35-9CF1-6870-21BBB184E82F}"/>
                    </a:ext>
                  </a:extLst>
                </p14:cNvPr>
                <p14:cNvContentPartPr/>
                <p14:nvPr/>
              </p14:nvContentPartPr>
              <p14:xfrm>
                <a:off x="10832904" y="4489416"/>
                <a:ext cx="43200" cy="2181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D459629-CD35-9CF1-6870-21BBB184E82F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0824264" y="4480416"/>
                  <a:ext cx="60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812A1E6-F0B2-1857-75A8-5CD7C064ABBE}"/>
                    </a:ext>
                  </a:extLst>
                </p14:cNvPr>
                <p14:cNvContentPartPr/>
                <p14:nvPr/>
              </p14:nvContentPartPr>
              <p14:xfrm>
                <a:off x="10805544" y="4556016"/>
                <a:ext cx="172080" cy="1364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812A1E6-F0B2-1857-75A8-5CD7C064ABB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0796544" y="4547016"/>
                  <a:ext cx="1897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140F9CDD-A8BE-CA3B-B455-FA1D5B9F9C30}"/>
                    </a:ext>
                  </a:extLst>
                </p14:cNvPr>
                <p14:cNvContentPartPr/>
                <p14:nvPr/>
              </p14:nvContentPartPr>
              <p14:xfrm>
                <a:off x="11000664" y="4500216"/>
                <a:ext cx="74520" cy="1447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140F9CDD-A8BE-CA3B-B455-FA1D5B9F9C30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991664" y="4491216"/>
                  <a:ext cx="92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2A5D79B-FAC7-1018-D19D-5CD6E6E40619}"/>
                    </a:ext>
                  </a:extLst>
                </p14:cNvPr>
                <p14:cNvContentPartPr/>
                <p14:nvPr/>
              </p14:nvContentPartPr>
              <p14:xfrm>
                <a:off x="10457064" y="4929336"/>
                <a:ext cx="152280" cy="1936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2A5D79B-FAC7-1018-D19D-5CD6E6E40619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10448424" y="4920336"/>
                  <a:ext cx="1699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A38EAAC4-5D77-5D71-BF07-F4749AB3B497}"/>
                    </a:ext>
                  </a:extLst>
                </p14:cNvPr>
                <p14:cNvContentPartPr/>
                <p14:nvPr/>
              </p14:nvContentPartPr>
              <p14:xfrm>
                <a:off x="10619424" y="5014296"/>
                <a:ext cx="105120" cy="90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A38EAAC4-5D77-5D71-BF07-F4749AB3B497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10610424" y="5005656"/>
                  <a:ext cx="122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6CF55CF-A32C-D27D-0E93-200D5036641E}"/>
                    </a:ext>
                  </a:extLst>
                </p14:cNvPr>
                <p14:cNvContentPartPr/>
                <p14:nvPr/>
              </p14:nvContentPartPr>
              <p14:xfrm>
                <a:off x="10752984" y="4988016"/>
                <a:ext cx="126720" cy="107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6CF55CF-A32C-D27D-0E93-200D5036641E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10743984" y="4979016"/>
                  <a:ext cx="144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FD89285-382F-2E7E-EDEE-F2B2528FBF12}"/>
                    </a:ext>
                  </a:extLst>
                </p14:cNvPr>
                <p14:cNvContentPartPr/>
                <p14:nvPr/>
              </p14:nvContentPartPr>
              <p14:xfrm>
                <a:off x="10889424" y="4952016"/>
                <a:ext cx="162360" cy="1126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FD89285-382F-2E7E-EDEE-F2B2528FBF12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10880424" y="4943376"/>
                  <a:ext cx="1800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B9741B2F-3FF0-13A4-89B1-EB41D28C9506}"/>
                    </a:ext>
                  </a:extLst>
                </p14:cNvPr>
                <p14:cNvContentPartPr/>
                <p14:nvPr/>
              </p14:nvContentPartPr>
              <p14:xfrm>
                <a:off x="11098584" y="4795776"/>
                <a:ext cx="68040" cy="247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B9741B2F-3FF0-13A4-89B1-EB41D28C9506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11089584" y="4787136"/>
                  <a:ext cx="856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8EB8E09-4369-2827-3ACD-F759835F5E15}"/>
                    </a:ext>
                  </a:extLst>
                </p14:cNvPr>
                <p14:cNvContentPartPr/>
                <p14:nvPr/>
              </p14:nvContentPartPr>
              <p14:xfrm>
                <a:off x="11029464" y="4938696"/>
                <a:ext cx="143640" cy="23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8EB8E09-4369-2827-3ACD-F759835F5E1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11020824" y="4929696"/>
                  <a:ext cx="161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BF18A00-ABE7-B40E-32F3-232E11E99DBC}"/>
                    </a:ext>
                  </a:extLst>
                </p14:cNvPr>
                <p14:cNvContentPartPr/>
                <p14:nvPr/>
              </p14:nvContentPartPr>
              <p14:xfrm>
                <a:off x="6864624" y="6086736"/>
                <a:ext cx="76680" cy="1749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BF18A00-ABE7-B40E-32F3-232E11E99DBC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6855624" y="6078096"/>
                  <a:ext cx="94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D64DA3A-D1A5-3AB9-C5C4-9EBEFDC92A3F}"/>
                    </a:ext>
                  </a:extLst>
                </p14:cNvPr>
                <p14:cNvContentPartPr/>
                <p14:nvPr/>
              </p14:nvContentPartPr>
              <p14:xfrm>
                <a:off x="6974424" y="6107976"/>
                <a:ext cx="64440" cy="150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D64DA3A-D1A5-3AB9-C5C4-9EBEFDC92A3F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965424" y="6099336"/>
                  <a:ext cx="82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A4339F-7A56-F6DB-A98E-5D9A7D2D9A1D}"/>
                    </a:ext>
                  </a:extLst>
                </p14:cNvPr>
                <p14:cNvContentPartPr/>
                <p14:nvPr/>
              </p14:nvContentPartPr>
              <p14:xfrm>
                <a:off x="7051824" y="6195456"/>
                <a:ext cx="27360" cy="403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A4339F-7A56-F6DB-A98E-5D9A7D2D9A1D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7043184" y="6186456"/>
                  <a:ext cx="45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608DA7A-F6C8-B859-D600-E9CE89D9AAB2}"/>
                    </a:ext>
                  </a:extLst>
                </p14:cNvPr>
                <p14:cNvContentPartPr/>
                <p14:nvPr/>
              </p14:nvContentPartPr>
              <p14:xfrm>
                <a:off x="7065504" y="6121296"/>
                <a:ext cx="37440" cy="363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608DA7A-F6C8-B859-D600-E9CE89D9AAB2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7056504" y="6112656"/>
                  <a:ext cx="55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A9B8E44C-67EA-06A9-D37A-30930544085E}"/>
                    </a:ext>
                  </a:extLst>
                </p14:cNvPr>
                <p14:cNvContentPartPr/>
                <p14:nvPr/>
              </p14:nvContentPartPr>
              <p14:xfrm>
                <a:off x="7134264" y="6058656"/>
                <a:ext cx="106920" cy="1904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A9B8E44C-67EA-06A9-D37A-30930544085E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7125264" y="6050016"/>
                  <a:ext cx="124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B2472F5-1E16-58F0-E977-97117E60F4FB}"/>
                    </a:ext>
                  </a:extLst>
                </p14:cNvPr>
                <p14:cNvContentPartPr/>
                <p14:nvPr/>
              </p14:nvContentPartPr>
              <p14:xfrm>
                <a:off x="7254504" y="6147936"/>
                <a:ext cx="78120" cy="1101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B2472F5-1E16-58F0-E977-97117E60F4F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7245504" y="6139296"/>
                  <a:ext cx="95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8751D03-EF68-40F5-783F-9D54370F5CD0}"/>
                    </a:ext>
                  </a:extLst>
                </p14:cNvPr>
                <p14:cNvContentPartPr/>
                <p14:nvPr/>
              </p14:nvContentPartPr>
              <p14:xfrm>
                <a:off x="7406424" y="6117696"/>
                <a:ext cx="57600" cy="110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8751D03-EF68-40F5-783F-9D54370F5CD0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397424" y="6108696"/>
                  <a:ext cx="75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6A7B5AAA-E5F1-6E26-D0B2-7866D0F40ED2}"/>
                    </a:ext>
                  </a:extLst>
                </p14:cNvPr>
                <p14:cNvContentPartPr/>
                <p14:nvPr/>
              </p14:nvContentPartPr>
              <p14:xfrm>
                <a:off x="7402464" y="6134976"/>
                <a:ext cx="98640" cy="95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6A7B5AAA-E5F1-6E26-D0B2-7866D0F40ED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93824" y="6126336"/>
                  <a:ext cx="1162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39C5B41-DD75-D9B7-2998-D29D93F37279}"/>
                    </a:ext>
                  </a:extLst>
                </p14:cNvPr>
                <p14:cNvContentPartPr/>
                <p14:nvPr/>
              </p14:nvContentPartPr>
              <p14:xfrm>
                <a:off x="7567704" y="5997096"/>
                <a:ext cx="74880" cy="362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39C5B41-DD75-D9B7-2998-D29D93F37279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559064" y="5988096"/>
                  <a:ext cx="92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83B55F0-4C46-0B01-43DD-2072006D25F8}"/>
                    </a:ext>
                  </a:extLst>
                </p14:cNvPr>
                <p14:cNvContentPartPr/>
                <p14:nvPr/>
              </p14:nvContentPartPr>
              <p14:xfrm>
                <a:off x="7699824" y="6132456"/>
                <a:ext cx="82800" cy="144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83B55F0-4C46-0B01-43DD-2072006D25F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691184" y="6123456"/>
                  <a:ext cx="100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7925E3D-1F99-D751-0711-7622E87D4400}"/>
                    </a:ext>
                  </a:extLst>
                </p14:cNvPr>
                <p14:cNvContentPartPr/>
                <p14:nvPr/>
              </p14:nvContentPartPr>
              <p14:xfrm>
                <a:off x="7821864" y="6081336"/>
                <a:ext cx="53280" cy="1404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7925E3D-1F99-D751-0711-7622E87D4400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813224" y="6072696"/>
                  <a:ext cx="70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1B4CF95-86FD-A5BC-6803-D3AEA6FDD648}"/>
                    </a:ext>
                  </a:extLst>
                </p14:cNvPr>
                <p14:cNvContentPartPr/>
                <p14:nvPr/>
              </p14:nvContentPartPr>
              <p14:xfrm>
                <a:off x="7898904" y="6191496"/>
                <a:ext cx="27360" cy="478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1B4CF95-86FD-A5BC-6803-D3AEA6FDD64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7890264" y="6182856"/>
                  <a:ext cx="45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FB0F8A0-8C4B-C019-C91C-92229AFF61CA}"/>
                    </a:ext>
                  </a:extLst>
                </p14:cNvPr>
                <p14:cNvContentPartPr/>
                <p14:nvPr/>
              </p14:nvContentPartPr>
              <p14:xfrm>
                <a:off x="7905744" y="6110136"/>
                <a:ext cx="24120" cy="630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FB0F8A0-8C4B-C019-C91C-92229AFF61C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897104" y="6101136"/>
                  <a:ext cx="41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0B54764-5512-54AD-3CCE-7D80CB26E667}"/>
                    </a:ext>
                  </a:extLst>
                </p14:cNvPr>
                <p14:cNvContentPartPr/>
                <p14:nvPr/>
              </p14:nvContentPartPr>
              <p14:xfrm>
                <a:off x="7952904" y="6075216"/>
                <a:ext cx="199440" cy="172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0B54764-5512-54AD-3CCE-7D80CB26E66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7944264" y="6066576"/>
                  <a:ext cx="2170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2F5A7562-97A6-75E7-26B0-65B8B8AA64E7}"/>
                    </a:ext>
                  </a:extLst>
                </p14:cNvPr>
                <p14:cNvContentPartPr/>
                <p14:nvPr/>
              </p14:nvContentPartPr>
              <p14:xfrm>
                <a:off x="8219664" y="6117696"/>
                <a:ext cx="51120" cy="1083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2F5A7562-97A6-75E7-26B0-65B8B8AA64E7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11024" y="6108696"/>
                  <a:ext cx="68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BE48A3E-928A-6B1F-7F10-C8E343A6B147}"/>
                    </a:ext>
                  </a:extLst>
                </p14:cNvPr>
                <p14:cNvContentPartPr/>
                <p14:nvPr/>
              </p14:nvContentPartPr>
              <p14:xfrm>
                <a:off x="8200944" y="6140016"/>
                <a:ext cx="100080" cy="8892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BE48A3E-928A-6B1F-7F10-C8E343A6B147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191944" y="6131376"/>
                  <a:ext cx="117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824C9A3-6B90-D70E-F751-C4F7AD114362}"/>
                    </a:ext>
                  </a:extLst>
                </p14:cNvPr>
                <p14:cNvContentPartPr/>
                <p14:nvPr/>
              </p14:nvContentPartPr>
              <p14:xfrm>
                <a:off x="8337744" y="6104376"/>
                <a:ext cx="44280" cy="95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824C9A3-6B90-D70E-F751-C4F7AD11436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329104" y="6095376"/>
                  <a:ext cx="619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1EF00BA-7E04-CD46-6871-F6ED806CE364}"/>
                    </a:ext>
                  </a:extLst>
                </p14:cNvPr>
                <p14:cNvContentPartPr/>
                <p14:nvPr/>
              </p14:nvContentPartPr>
              <p14:xfrm>
                <a:off x="8330184" y="6143976"/>
                <a:ext cx="75600" cy="3636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1EF00BA-7E04-CD46-6871-F6ED806CE364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321184" y="6135336"/>
                  <a:ext cx="932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6ACB9AD-A244-4917-7214-3543FD704343}"/>
                    </a:ext>
                  </a:extLst>
                </p14:cNvPr>
                <p14:cNvContentPartPr/>
                <p14:nvPr/>
              </p14:nvContentPartPr>
              <p14:xfrm>
                <a:off x="8455464" y="6048936"/>
                <a:ext cx="31320" cy="148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6ACB9AD-A244-4917-7214-3543FD704343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8446464" y="6039936"/>
                  <a:ext cx="48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82ED918-F565-FA99-9405-6A597C354C7A}"/>
                    </a:ext>
                  </a:extLst>
                </p14:cNvPr>
                <p14:cNvContentPartPr/>
                <p14:nvPr/>
              </p14:nvContentPartPr>
              <p14:xfrm>
                <a:off x="8604504" y="5913936"/>
                <a:ext cx="138600" cy="467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82ED918-F565-FA99-9405-6A597C354C7A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595504" y="5904936"/>
                  <a:ext cx="15624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12D0A1C-F298-31EC-37B6-0DF8FA5A9182}"/>
                    </a:ext>
                  </a:extLst>
                </p14:cNvPr>
                <p14:cNvContentPartPr/>
                <p14:nvPr/>
              </p14:nvContentPartPr>
              <p14:xfrm>
                <a:off x="8815464" y="6113376"/>
                <a:ext cx="72360" cy="1314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12D0A1C-F298-31EC-37B6-0DF8FA5A9182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806464" y="6104736"/>
                  <a:ext cx="90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32796B3-BC8A-27D7-DAA3-FC0043B6FA80}"/>
                    </a:ext>
                  </a:extLst>
                </p14:cNvPr>
                <p14:cNvContentPartPr/>
                <p14:nvPr/>
              </p14:nvContentPartPr>
              <p14:xfrm>
                <a:off x="8934984" y="6073776"/>
                <a:ext cx="47520" cy="173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32796B3-BC8A-27D7-DAA3-FC0043B6FA80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926344" y="6065136"/>
                  <a:ext cx="6516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67CC9DA-96FB-5EAB-AC0F-B08E8ADF8A7D}"/>
                    </a:ext>
                  </a:extLst>
                </p14:cNvPr>
                <p14:cNvContentPartPr/>
                <p14:nvPr/>
              </p14:nvContentPartPr>
              <p14:xfrm>
                <a:off x="8995824" y="6178176"/>
                <a:ext cx="27360" cy="38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67CC9DA-96FB-5EAB-AC0F-B08E8ADF8A7D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987184" y="6169536"/>
                  <a:ext cx="45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7A70DC5-9D7D-41FE-64E1-680410802B8D}"/>
                    </a:ext>
                  </a:extLst>
                </p14:cNvPr>
                <p14:cNvContentPartPr/>
                <p14:nvPr/>
              </p14:nvContentPartPr>
              <p14:xfrm>
                <a:off x="9026424" y="6102216"/>
                <a:ext cx="3600" cy="21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7A70DC5-9D7D-41FE-64E1-680410802B8D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9017424" y="6093576"/>
                  <a:ext cx="212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5006C19-687F-25D1-DF3B-77B920C00FB6}"/>
                    </a:ext>
                  </a:extLst>
                </p14:cNvPr>
                <p14:cNvContentPartPr/>
                <p14:nvPr/>
              </p14:nvContentPartPr>
              <p14:xfrm>
                <a:off x="9055584" y="6084216"/>
                <a:ext cx="200520" cy="171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5006C19-687F-25D1-DF3B-77B920C00FB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46944" y="6075576"/>
                  <a:ext cx="21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AA8ADFD-ACA3-C6CA-DF64-3EAC0A96B19E}"/>
                    </a:ext>
                  </a:extLst>
                </p14:cNvPr>
                <p14:cNvContentPartPr/>
                <p14:nvPr/>
              </p14:nvContentPartPr>
              <p14:xfrm>
                <a:off x="9306504" y="6115536"/>
                <a:ext cx="51120" cy="1123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AA8ADFD-ACA3-C6CA-DF64-3EAC0A96B19E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297504" y="6106896"/>
                  <a:ext cx="68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8AC3D195-4C0A-715A-5466-BC780FEB228F}"/>
                    </a:ext>
                  </a:extLst>
                </p14:cNvPr>
                <p14:cNvContentPartPr/>
                <p14:nvPr/>
              </p14:nvContentPartPr>
              <p14:xfrm>
                <a:off x="9280584" y="6133176"/>
                <a:ext cx="93960" cy="95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8AC3D195-4C0A-715A-5466-BC780FEB228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271584" y="6124536"/>
                  <a:ext cx="111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91A2EC87-11C0-E0A2-E906-91E95465EDFD}"/>
                    </a:ext>
                  </a:extLst>
                </p14:cNvPr>
                <p14:cNvContentPartPr/>
                <p14:nvPr/>
              </p14:nvContentPartPr>
              <p14:xfrm>
                <a:off x="9414504" y="6106176"/>
                <a:ext cx="29880" cy="1000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91A2EC87-11C0-E0A2-E906-91E95465EDFD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405504" y="6097536"/>
                  <a:ext cx="475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967AA1F-55F5-A3A7-C55F-C6C8BAA76EE5}"/>
                    </a:ext>
                  </a:extLst>
                </p14:cNvPr>
                <p14:cNvContentPartPr/>
                <p14:nvPr/>
              </p14:nvContentPartPr>
              <p14:xfrm>
                <a:off x="9400824" y="6138576"/>
                <a:ext cx="74520" cy="32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967AA1F-55F5-A3A7-C55F-C6C8BAA76EE5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392184" y="6129576"/>
                  <a:ext cx="92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8714E0E-63C6-9510-FF14-4C932525121E}"/>
                    </a:ext>
                  </a:extLst>
                </p14:cNvPr>
                <p14:cNvContentPartPr/>
                <p14:nvPr/>
              </p14:nvContentPartPr>
              <p14:xfrm>
                <a:off x="9512424" y="6079536"/>
                <a:ext cx="98280" cy="1148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8714E0E-63C6-9510-FF14-4C932525121E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503424" y="6070896"/>
                  <a:ext cx="115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170429-C9DF-DAFF-9930-5781A831EC5B}"/>
                    </a:ext>
                  </a:extLst>
                </p14:cNvPr>
                <p14:cNvContentPartPr/>
                <p14:nvPr/>
              </p14:nvContentPartPr>
              <p14:xfrm>
                <a:off x="9687744" y="5922576"/>
                <a:ext cx="47520" cy="354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170429-C9DF-DAFF-9930-5781A831EC5B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679104" y="5913576"/>
                  <a:ext cx="65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55D1033-8643-27EA-3AA5-B5465E097FF0}"/>
                    </a:ext>
                  </a:extLst>
                </p14:cNvPr>
                <p14:cNvContentPartPr/>
                <p14:nvPr/>
              </p14:nvContentPartPr>
              <p14:xfrm>
                <a:off x="9761184" y="6069096"/>
                <a:ext cx="70920" cy="1591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55D1033-8643-27EA-3AA5-B5465E097FF0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752184" y="6060456"/>
                  <a:ext cx="88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0E9D377-ADF8-7333-787C-8E9CE313270B}"/>
                    </a:ext>
                  </a:extLst>
                </p14:cNvPr>
                <p14:cNvContentPartPr/>
                <p14:nvPr/>
              </p14:nvContentPartPr>
              <p14:xfrm>
                <a:off x="9863424" y="6030216"/>
                <a:ext cx="47520" cy="1638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0E9D377-ADF8-7333-787C-8E9CE313270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854424" y="6021576"/>
                  <a:ext cx="65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142185-6DAD-7272-7C2C-90B176912CD0}"/>
                    </a:ext>
                  </a:extLst>
                </p14:cNvPr>
                <p14:cNvContentPartPr/>
                <p14:nvPr/>
              </p14:nvContentPartPr>
              <p14:xfrm>
                <a:off x="9960624" y="6058656"/>
                <a:ext cx="21240" cy="9324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142185-6DAD-7272-7C2C-90B176912CD0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951984" y="6050016"/>
                  <a:ext cx="38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184D9888-035F-7971-1A86-CA03C6C57612}"/>
                    </a:ext>
                  </a:extLst>
                </p14:cNvPr>
                <p14:cNvContentPartPr/>
                <p14:nvPr/>
              </p14:nvContentPartPr>
              <p14:xfrm>
                <a:off x="10038024" y="5993496"/>
                <a:ext cx="122400" cy="2188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184D9888-035F-7971-1A86-CA03C6C57612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10029384" y="5984856"/>
                  <a:ext cx="140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C694E15-2F10-025E-4B4F-46093FE19B33}"/>
                    </a:ext>
                  </a:extLst>
                </p14:cNvPr>
                <p14:cNvContentPartPr/>
                <p14:nvPr/>
              </p14:nvContentPartPr>
              <p14:xfrm>
                <a:off x="10173744" y="6098616"/>
                <a:ext cx="81360" cy="1051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C694E15-2F10-025E-4B4F-46093FE19B33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165104" y="6089976"/>
                  <a:ext cx="990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F0E6480-B25F-71DF-74E1-A104354B44D5}"/>
                    </a:ext>
                  </a:extLst>
                </p14:cNvPr>
                <p14:cNvContentPartPr/>
                <p14:nvPr/>
              </p14:nvContentPartPr>
              <p14:xfrm>
                <a:off x="10332504" y="6049296"/>
                <a:ext cx="51120" cy="95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F0E6480-B25F-71DF-74E1-A104354B44D5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323504" y="6040296"/>
                  <a:ext cx="687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0F7F9C84-AA38-BCBC-ECC9-FAA8767AB517}"/>
                    </a:ext>
                  </a:extLst>
                </p14:cNvPr>
                <p14:cNvContentPartPr/>
                <p14:nvPr/>
              </p14:nvContentPartPr>
              <p14:xfrm>
                <a:off x="10295424" y="6049296"/>
                <a:ext cx="91440" cy="990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0F7F9C84-AA38-BCBC-ECC9-FAA8767AB51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286424" y="6040656"/>
                  <a:ext cx="1090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93FC7B7-B02D-CA0C-BAEA-304BC7A569C8}"/>
                    </a:ext>
                  </a:extLst>
                </p14:cNvPr>
                <p14:cNvContentPartPr/>
                <p14:nvPr/>
              </p14:nvContentPartPr>
              <p14:xfrm>
                <a:off x="10458144" y="6022296"/>
                <a:ext cx="29880" cy="1051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93FC7B7-B02D-CA0C-BAEA-304BC7A569C8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449144" y="6013296"/>
                  <a:ext cx="47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70EAE65-C9F3-88FB-12E8-E9B8D8E42282}"/>
                    </a:ext>
                  </a:extLst>
                </p14:cNvPr>
                <p14:cNvContentPartPr/>
                <p14:nvPr/>
              </p14:nvContentPartPr>
              <p14:xfrm>
                <a:off x="10413504" y="6068376"/>
                <a:ext cx="78120" cy="327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70EAE65-C9F3-88FB-12E8-E9B8D8E42282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404504" y="6059376"/>
                  <a:ext cx="95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DEFC637E-97B2-7912-292B-CDA40AAD28A4}"/>
                    </a:ext>
                  </a:extLst>
                </p14:cNvPr>
                <p14:cNvContentPartPr/>
                <p14:nvPr/>
              </p14:nvContentPartPr>
              <p14:xfrm>
                <a:off x="10534824" y="6001416"/>
                <a:ext cx="60840" cy="1638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DEFC637E-97B2-7912-292B-CDA40AAD28A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526184" y="5992776"/>
                  <a:ext cx="784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5DEAD33A-211A-74B3-C1A1-89841A1A1BCA}"/>
                    </a:ext>
                  </a:extLst>
                </p14:cNvPr>
                <p14:cNvContentPartPr/>
                <p14:nvPr/>
              </p14:nvContentPartPr>
              <p14:xfrm>
                <a:off x="6785784" y="5750496"/>
                <a:ext cx="4055400" cy="69588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5DEAD33A-211A-74B3-C1A1-89841A1A1BCA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6777144" y="5741856"/>
                  <a:ext cx="4073040" cy="71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547780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F89006-A76B-B6BA-2B36-EABDB7ED5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67" y="0"/>
            <a:ext cx="92062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8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1EEB03-4464-2FAC-C732-09C2D37C385B}"/>
              </a:ext>
            </a:extLst>
          </p:cNvPr>
          <p:cNvSpPr txBox="1"/>
          <p:nvPr/>
        </p:nvSpPr>
        <p:spPr>
          <a:xfrm>
            <a:off x="667512" y="1069848"/>
            <a:ext cx="11064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Storage / Controller elements identified in the design </a:t>
            </a:r>
          </a:p>
          <a:p>
            <a:pPr marL="342900" indent="-342900">
              <a:buAutoNum type="arabicPeriod"/>
            </a:pPr>
            <a:r>
              <a:rPr lang="en-US" dirty="0"/>
              <a:t>Two 5*8 to store data from output DRAM</a:t>
            </a:r>
          </a:p>
          <a:p>
            <a:pPr marL="342900" indent="-342900">
              <a:buAutoNum type="arabicPeriod"/>
            </a:pPr>
            <a:r>
              <a:rPr lang="en-US" dirty="0"/>
              <a:t>3*1024 or SRAM to transfer back unused data ( decide based on synthesis/performance)</a:t>
            </a:r>
          </a:p>
          <a:p>
            <a:pPr marL="342900" indent="-342900">
              <a:buAutoNum type="arabicPeriod"/>
            </a:pPr>
            <a:r>
              <a:rPr lang="en-US" dirty="0"/>
              <a:t>4B Convolution Buffer</a:t>
            </a:r>
          </a:p>
          <a:p>
            <a:pPr marL="342900" indent="-342900">
              <a:buAutoNum type="arabicPeriod"/>
            </a:pPr>
            <a:r>
              <a:rPr lang="en-US" dirty="0"/>
              <a:t>4B Leaky </a:t>
            </a:r>
            <a:r>
              <a:rPr lang="en-US" dirty="0" err="1"/>
              <a:t>ReLU</a:t>
            </a:r>
            <a:r>
              <a:rPr lang="en-US" dirty="0"/>
              <a:t> Buffer</a:t>
            </a:r>
          </a:p>
          <a:p>
            <a:pPr marL="342900" indent="-342900">
              <a:buAutoNum type="arabicPeriod"/>
            </a:pPr>
            <a:r>
              <a:rPr lang="en-US" dirty="0"/>
              <a:t>8B Pooling buffer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Read address generator logic.</a:t>
            </a:r>
          </a:p>
          <a:p>
            <a:pPr marL="342900" indent="-342900">
              <a:buAutoNum type="arabicPeriod"/>
            </a:pPr>
            <a:r>
              <a:rPr lang="en-US" dirty="0"/>
              <a:t>Sliding logic</a:t>
            </a:r>
          </a:p>
          <a:p>
            <a:pPr marL="342900" indent="-342900">
              <a:buAutoNum type="arabicPeriod"/>
            </a:pPr>
            <a:r>
              <a:rPr lang="en-US" dirty="0"/>
              <a:t>MAC logic</a:t>
            </a:r>
          </a:p>
          <a:p>
            <a:pPr marL="342900" indent="-342900">
              <a:buAutoNum type="arabicPeriod"/>
            </a:pPr>
            <a:r>
              <a:rPr lang="en-US" dirty="0"/>
              <a:t>Register swap logic</a:t>
            </a:r>
          </a:p>
          <a:p>
            <a:pPr marL="342900" indent="-342900">
              <a:buAutoNum type="arabicPeriod"/>
            </a:pPr>
            <a:r>
              <a:rPr lang="en-US" dirty="0"/>
              <a:t>Write address generator logic</a:t>
            </a:r>
          </a:p>
        </p:txBody>
      </p:sp>
    </p:spTree>
    <p:extLst>
      <p:ext uri="{BB962C8B-B14F-4D97-AF65-F5344CB8AC3E}">
        <p14:creationId xmlns:p14="http://schemas.microsoft.com/office/powerpoint/2010/main" val="4061549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AB4F14-20C1-514E-DC3B-87EEA5472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708618"/>
            <a:ext cx="10078857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2E7669-1B59-30E8-9771-108149A6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2236622"/>
            <a:ext cx="10078857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8F3D82-9EBA-9DE2-6D9C-27792260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3701733"/>
            <a:ext cx="10078857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7B9AE-CE49-C3A0-DB07-1F5FDDF92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5292630"/>
            <a:ext cx="10078857" cy="15908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E1592E0-4BD4-7E80-C0C6-6C790F20D1E6}"/>
              </a:ext>
            </a:extLst>
          </p:cNvPr>
          <p:cNvSpPr/>
          <p:nvPr/>
        </p:nvSpPr>
        <p:spPr>
          <a:xfrm>
            <a:off x="3275937" y="857444"/>
            <a:ext cx="267164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69653-6B73-DB30-88C6-F61E8F90DA84}"/>
              </a:ext>
            </a:extLst>
          </p:cNvPr>
          <p:cNvSpPr/>
          <p:nvPr/>
        </p:nvSpPr>
        <p:spPr>
          <a:xfrm>
            <a:off x="3275937" y="2745505"/>
            <a:ext cx="2671640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CAC51A-3495-0BB7-7E41-209585EDBA8A}"/>
              </a:ext>
            </a:extLst>
          </p:cNvPr>
          <p:cNvSpPr/>
          <p:nvPr/>
        </p:nvSpPr>
        <p:spPr>
          <a:xfrm>
            <a:off x="3825902" y="3865978"/>
            <a:ext cx="340183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CB5AB1-16EA-69F0-158B-B629E0CC8AA3}"/>
              </a:ext>
            </a:extLst>
          </p:cNvPr>
          <p:cNvSpPr/>
          <p:nvPr/>
        </p:nvSpPr>
        <p:spPr>
          <a:xfrm>
            <a:off x="3825902" y="5738620"/>
            <a:ext cx="340183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5C37EE-3F10-DDC5-DFE0-F566B001649D}"/>
              </a:ext>
            </a:extLst>
          </p:cNvPr>
          <p:cNvSpPr txBox="1"/>
          <p:nvPr/>
        </p:nvSpPr>
        <p:spPr>
          <a:xfrm>
            <a:off x="103367" y="1160890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B994E3-580D-7F40-6912-5713CEBA66A7}"/>
              </a:ext>
            </a:extLst>
          </p:cNvPr>
          <p:cNvSpPr txBox="1"/>
          <p:nvPr/>
        </p:nvSpPr>
        <p:spPr>
          <a:xfrm>
            <a:off x="46176" y="256083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DFB524-020A-1820-FEB8-7A0F706AD470}"/>
              </a:ext>
            </a:extLst>
          </p:cNvPr>
          <p:cNvSpPr txBox="1"/>
          <p:nvPr/>
        </p:nvSpPr>
        <p:spPr>
          <a:xfrm>
            <a:off x="73671" y="412784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19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9B752-820B-E05D-3800-618A2ABEC835}"/>
              </a:ext>
            </a:extLst>
          </p:cNvPr>
          <p:cNvSpPr txBox="1"/>
          <p:nvPr/>
        </p:nvSpPr>
        <p:spPr>
          <a:xfrm>
            <a:off x="103367" y="5655853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0F9C98-D7BE-B46C-7C21-2D73D86AC69E}"/>
              </a:ext>
            </a:extLst>
          </p:cNvPr>
          <p:cNvSpPr txBox="1"/>
          <p:nvPr/>
        </p:nvSpPr>
        <p:spPr>
          <a:xfrm>
            <a:off x="73671" y="42510"/>
            <a:ext cx="10887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Make the flag 1 when RF2 contents are swapped to RF1. When this flag is set, sliding should always start from 4 location from the left as the previous elements are</a:t>
            </a:r>
          </a:p>
          <a:p>
            <a:r>
              <a:rPr lang="en-US" sz="1200" dirty="0"/>
              <a:t>Used in earlier slides. Process repeated till slide 2047,2048 before switching to the next row</a:t>
            </a:r>
          </a:p>
        </p:txBody>
      </p:sp>
    </p:spTree>
    <p:extLst>
      <p:ext uri="{BB962C8B-B14F-4D97-AF65-F5344CB8AC3E}">
        <p14:creationId xmlns:p14="http://schemas.microsoft.com/office/powerpoint/2010/main" val="3946956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5FF9-98A2-324E-8D17-65F455E1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1CF4B5-7420-05D9-A246-D308D21EE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708618"/>
            <a:ext cx="10078857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55866C-5A58-CC3A-7435-7ABEA452A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2236622"/>
            <a:ext cx="10078857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23FF4A-A323-815F-9D1F-76300A83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3701733"/>
            <a:ext cx="10078857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0C9CB-35EE-411B-50D0-F2642EA6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5292630"/>
            <a:ext cx="10078857" cy="15908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98E1FC-53E8-BEB5-3C05-9E566843A69D}"/>
              </a:ext>
            </a:extLst>
          </p:cNvPr>
          <p:cNvSpPr/>
          <p:nvPr/>
        </p:nvSpPr>
        <p:spPr>
          <a:xfrm>
            <a:off x="4325509" y="855632"/>
            <a:ext cx="343496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BE80E9-A835-05B0-BAD6-B1CD9F7EAC3E}"/>
              </a:ext>
            </a:extLst>
          </p:cNvPr>
          <p:cNvSpPr/>
          <p:nvPr/>
        </p:nvSpPr>
        <p:spPr>
          <a:xfrm>
            <a:off x="4325509" y="2708400"/>
            <a:ext cx="3434964" cy="9933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CAE161-B6F8-BE34-DE05-FDFF6772663B}"/>
              </a:ext>
            </a:extLst>
          </p:cNvPr>
          <p:cNvSpPr/>
          <p:nvPr/>
        </p:nvSpPr>
        <p:spPr>
          <a:xfrm>
            <a:off x="4843669" y="3890412"/>
            <a:ext cx="340183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00ED9B-F2E8-CB9A-1212-3295B878D619}"/>
              </a:ext>
            </a:extLst>
          </p:cNvPr>
          <p:cNvSpPr/>
          <p:nvPr/>
        </p:nvSpPr>
        <p:spPr>
          <a:xfrm>
            <a:off x="4843669" y="5739974"/>
            <a:ext cx="340183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36B7A-E460-274E-5002-F91AAEE5B0FF}"/>
              </a:ext>
            </a:extLst>
          </p:cNvPr>
          <p:cNvSpPr txBox="1"/>
          <p:nvPr/>
        </p:nvSpPr>
        <p:spPr>
          <a:xfrm>
            <a:off x="103367" y="1160890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033901-0107-FCBA-1AD7-9DC475D81A7C}"/>
              </a:ext>
            </a:extLst>
          </p:cNvPr>
          <p:cNvSpPr txBox="1"/>
          <p:nvPr/>
        </p:nvSpPr>
        <p:spPr>
          <a:xfrm>
            <a:off x="46176" y="256083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5052D4-9375-06E1-EFF9-18284BCB2AFC}"/>
              </a:ext>
            </a:extLst>
          </p:cNvPr>
          <p:cNvSpPr txBox="1"/>
          <p:nvPr/>
        </p:nvSpPr>
        <p:spPr>
          <a:xfrm>
            <a:off x="73671" y="412784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F34D25-0805-98AB-C809-5221041A9FC1}"/>
              </a:ext>
            </a:extLst>
          </p:cNvPr>
          <p:cNvSpPr txBox="1"/>
          <p:nvPr/>
        </p:nvSpPr>
        <p:spPr>
          <a:xfrm>
            <a:off x="103367" y="5655853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24</a:t>
            </a:r>
          </a:p>
        </p:txBody>
      </p:sp>
    </p:spTree>
    <p:extLst>
      <p:ext uri="{BB962C8B-B14F-4D97-AF65-F5344CB8AC3E}">
        <p14:creationId xmlns:p14="http://schemas.microsoft.com/office/powerpoint/2010/main" val="2832524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00B5B-21AC-2640-B7EB-E60AC14E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283D4F-C94F-392D-F23F-DAB08DE3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8" y="733052"/>
            <a:ext cx="10078857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326B22-907D-5F6A-2AAD-888791F0C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2236622"/>
            <a:ext cx="10078857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49D6DC-96D1-62C7-8E6F-4292AA578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3701733"/>
            <a:ext cx="10078857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8600BD-F927-0953-3712-8811DADE1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5292630"/>
            <a:ext cx="10078857" cy="15908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A9AD47-72C6-7014-8038-607C64FC1D9A}"/>
              </a:ext>
            </a:extLst>
          </p:cNvPr>
          <p:cNvSpPr/>
          <p:nvPr/>
        </p:nvSpPr>
        <p:spPr>
          <a:xfrm>
            <a:off x="5406886" y="865655"/>
            <a:ext cx="3434964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1BE656-828D-09AF-E431-B672DBF5190C}"/>
              </a:ext>
            </a:extLst>
          </p:cNvPr>
          <p:cNvSpPr/>
          <p:nvPr/>
        </p:nvSpPr>
        <p:spPr>
          <a:xfrm>
            <a:off x="5406886" y="2687349"/>
            <a:ext cx="3434964" cy="9933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CBDCF7-46F9-C071-6F3A-EEC631F03906}"/>
              </a:ext>
            </a:extLst>
          </p:cNvPr>
          <p:cNvSpPr/>
          <p:nvPr/>
        </p:nvSpPr>
        <p:spPr>
          <a:xfrm>
            <a:off x="6688372" y="3862128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8D94B8-7770-793D-0A03-EC4E4A37E482}"/>
              </a:ext>
            </a:extLst>
          </p:cNvPr>
          <p:cNvSpPr/>
          <p:nvPr/>
        </p:nvSpPr>
        <p:spPr>
          <a:xfrm>
            <a:off x="6688372" y="5739974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157038-EEF0-BA62-A2D4-A58A0F867437}"/>
              </a:ext>
            </a:extLst>
          </p:cNvPr>
          <p:cNvSpPr txBox="1"/>
          <p:nvPr/>
        </p:nvSpPr>
        <p:spPr>
          <a:xfrm>
            <a:off x="103367" y="1160890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E053CB-F42F-EE34-B6E2-D46E622EDF25}"/>
              </a:ext>
            </a:extLst>
          </p:cNvPr>
          <p:cNvSpPr txBox="1"/>
          <p:nvPr/>
        </p:nvSpPr>
        <p:spPr>
          <a:xfrm>
            <a:off x="46176" y="256083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C29810-D718-848E-DFAD-A42513AAC087}"/>
              </a:ext>
            </a:extLst>
          </p:cNvPr>
          <p:cNvSpPr txBox="1"/>
          <p:nvPr/>
        </p:nvSpPr>
        <p:spPr>
          <a:xfrm>
            <a:off x="73671" y="412784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15FD99-5C77-0416-8438-51C12EF014DE}"/>
              </a:ext>
            </a:extLst>
          </p:cNvPr>
          <p:cNvSpPr txBox="1"/>
          <p:nvPr/>
        </p:nvSpPr>
        <p:spPr>
          <a:xfrm>
            <a:off x="103367" y="5655853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523909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9076-E3AA-2B7F-93C3-938F3883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C3171-1FCB-71C1-6A92-3F69C5730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65" y="733229"/>
            <a:ext cx="10078857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CCC68D-6EC2-E856-F870-FCF6969F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2236622"/>
            <a:ext cx="10078857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24E4F-42BB-42F1-AC55-97714AB5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3701733"/>
            <a:ext cx="10078857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88FE9-7CBF-D68D-83BF-134D01DB9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5292630"/>
            <a:ext cx="10078857" cy="15908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C112E6-A573-BCA0-2F12-B1D38396E810}"/>
              </a:ext>
            </a:extLst>
          </p:cNvPr>
          <p:cNvSpPr/>
          <p:nvPr/>
        </p:nvSpPr>
        <p:spPr>
          <a:xfrm>
            <a:off x="7251589" y="874133"/>
            <a:ext cx="2154804" cy="106215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C64A25-5641-ADC5-EC48-F9559EF4ED45}"/>
              </a:ext>
            </a:extLst>
          </p:cNvPr>
          <p:cNvSpPr/>
          <p:nvPr/>
        </p:nvSpPr>
        <p:spPr>
          <a:xfrm>
            <a:off x="7251589" y="2673791"/>
            <a:ext cx="2154804" cy="9933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CC04BE-5108-E7C2-CFD2-D97D6F076FD6}"/>
              </a:ext>
            </a:extLst>
          </p:cNvPr>
          <p:cNvSpPr/>
          <p:nvPr/>
        </p:nvSpPr>
        <p:spPr>
          <a:xfrm>
            <a:off x="7765111" y="3915023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D7C7B0-2B6B-6704-1B99-67764F1FF95C}"/>
              </a:ext>
            </a:extLst>
          </p:cNvPr>
          <p:cNvSpPr/>
          <p:nvPr/>
        </p:nvSpPr>
        <p:spPr>
          <a:xfrm>
            <a:off x="7765111" y="5739974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F0385E-C417-1A5C-69FC-79F4CC607B1D}"/>
              </a:ext>
            </a:extLst>
          </p:cNvPr>
          <p:cNvSpPr txBox="1"/>
          <p:nvPr/>
        </p:nvSpPr>
        <p:spPr>
          <a:xfrm>
            <a:off x="103367" y="1160890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F8979A-E19C-444D-C8FC-E1FD4164F587}"/>
              </a:ext>
            </a:extLst>
          </p:cNvPr>
          <p:cNvSpPr txBox="1"/>
          <p:nvPr/>
        </p:nvSpPr>
        <p:spPr>
          <a:xfrm>
            <a:off x="46176" y="256083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7BEA53-F9E7-5CB6-C0DB-626C5EB359D6}"/>
              </a:ext>
            </a:extLst>
          </p:cNvPr>
          <p:cNvSpPr txBox="1"/>
          <p:nvPr/>
        </p:nvSpPr>
        <p:spPr>
          <a:xfrm>
            <a:off x="73671" y="412784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5D3839-BEAB-7EA6-00AE-783513125A17}"/>
              </a:ext>
            </a:extLst>
          </p:cNvPr>
          <p:cNvSpPr txBox="1"/>
          <p:nvPr/>
        </p:nvSpPr>
        <p:spPr>
          <a:xfrm>
            <a:off x="103367" y="5655853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28</a:t>
            </a:r>
          </a:p>
        </p:txBody>
      </p:sp>
    </p:spTree>
    <p:extLst>
      <p:ext uri="{BB962C8B-B14F-4D97-AF65-F5344CB8AC3E}">
        <p14:creationId xmlns:p14="http://schemas.microsoft.com/office/powerpoint/2010/main" val="1994582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CEF15-D501-F388-8E88-8885656D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7D672B-1268-1C9B-8863-3CDDA5DB9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8" y="746397"/>
            <a:ext cx="10078857" cy="1590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02B93B-A2E6-ADD0-FC01-BDDC742E4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70" y="2236622"/>
            <a:ext cx="10078857" cy="15908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4C869-CE23-0DE3-66E2-2F008BEEB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7" y="3726847"/>
            <a:ext cx="10078857" cy="15908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313EB3-4AE0-B644-35BF-B5A4E2008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9" y="5292630"/>
            <a:ext cx="10078857" cy="15908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A7C364-8CB8-38DD-E2C0-2DF365AC4038}"/>
              </a:ext>
            </a:extLst>
          </p:cNvPr>
          <p:cNvSpPr/>
          <p:nvPr/>
        </p:nvSpPr>
        <p:spPr>
          <a:xfrm>
            <a:off x="8328991" y="856881"/>
            <a:ext cx="2154804" cy="106215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49C57-FA6A-2273-D53A-F7AF3247DAF8}"/>
              </a:ext>
            </a:extLst>
          </p:cNvPr>
          <p:cNvSpPr/>
          <p:nvPr/>
        </p:nvSpPr>
        <p:spPr>
          <a:xfrm>
            <a:off x="8328991" y="2698018"/>
            <a:ext cx="2154804" cy="9933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1A088E-9993-55B3-8CA8-52BB04DBE830}"/>
              </a:ext>
            </a:extLst>
          </p:cNvPr>
          <p:cNvSpPr/>
          <p:nvPr/>
        </p:nvSpPr>
        <p:spPr>
          <a:xfrm>
            <a:off x="8774927" y="3877138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B2399B-4C49-3A70-45F5-82EB2FE9C2C8}"/>
              </a:ext>
            </a:extLst>
          </p:cNvPr>
          <p:cNvSpPr/>
          <p:nvPr/>
        </p:nvSpPr>
        <p:spPr>
          <a:xfrm>
            <a:off x="8774927" y="5739974"/>
            <a:ext cx="2153478" cy="101776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CFC5E1-F62C-E33B-B62A-672C2F0FBF48}"/>
              </a:ext>
            </a:extLst>
          </p:cNvPr>
          <p:cNvSpPr txBox="1"/>
          <p:nvPr/>
        </p:nvSpPr>
        <p:spPr>
          <a:xfrm>
            <a:off x="103367" y="1160890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D89B8-282D-26BA-B6DE-38D1FB1E25D0}"/>
              </a:ext>
            </a:extLst>
          </p:cNvPr>
          <p:cNvSpPr txBox="1"/>
          <p:nvPr/>
        </p:nvSpPr>
        <p:spPr>
          <a:xfrm>
            <a:off x="46176" y="256083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FAEC03-1E2F-8C44-75C6-5C10ECAD414A}"/>
              </a:ext>
            </a:extLst>
          </p:cNvPr>
          <p:cNvSpPr txBox="1"/>
          <p:nvPr/>
        </p:nvSpPr>
        <p:spPr>
          <a:xfrm>
            <a:off x="73671" y="4127849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31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3AE3C-305D-E20A-BF99-3C447D3D2104}"/>
              </a:ext>
            </a:extLst>
          </p:cNvPr>
          <p:cNvSpPr txBox="1"/>
          <p:nvPr/>
        </p:nvSpPr>
        <p:spPr>
          <a:xfrm>
            <a:off x="103367" y="5655853"/>
            <a:ext cx="982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32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50267-F30E-C142-EE69-86E65B80276A}"/>
              </a:ext>
            </a:extLst>
          </p:cNvPr>
          <p:cNvSpPr txBox="1"/>
          <p:nvPr/>
        </p:nvSpPr>
        <p:spPr>
          <a:xfrm>
            <a:off x="190831" y="111318"/>
            <a:ext cx="8161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Every row should issue 128 reads to fill 1024 locations. Maintain a counter when 127 is hit, we know it’s the last read and</a:t>
            </a:r>
          </a:p>
          <a:p>
            <a:r>
              <a:rPr lang="en-US" sz="1200" dirty="0"/>
              <a:t>We should switch to the next row</a:t>
            </a:r>
          </a:p>
        </p:txBody>
      </p:sp>
    </p:spTree>
    <p:extLst>
      <p:ext uri="{BB962C8B-B14F-4D97-AF65-F5344CB8AC3E}">
        <p14:creationId xmlns:p14="http://schemas.microsoft.com/office/powerpoint/2010/main" val="1972159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BFBA2E-7CE6-EC50-BAED-2CBF12F32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05083"/>
              </p:ext>
            </p:extLst>
          </p:nvPr>
        </p:nvGraphicFramePr>
        <p:xfrm>
          <a:off x="7141464" y="728810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4ADDB0-F8EA-E573-E3E5-291D1ADBD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753834"/>
              </p:ext>
            </p:extLst>
          </p:nvPr>
        </p:nvGraphicFramePr>
        <p:xfrm>
          <a:off x="1185672" y="728810"/>
          <a:ext cx="47101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772">
                  <a:extLst>
                    <a:ext uri="{9D8B030D-6E8A-4147-A177-3AD203B41FA5}">
                      <a16:colId xmlns:a16="http://schemas.microsoft.com/office/drawing/2014/main" val="189526099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099609910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4269210302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544747776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99472574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2303520505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591404588"/>
                    </a:ext>
                  </a:extLst>
                </a:gridCol>
                <a:gridCol w="588772">
                  <a:extLst>
                    <a:ext uri="{9D8B030D-6E8A-4147-A177-3AD203B41FA5}">
                      <a16:colId xmlns:a16="http://schemas.microsoft.com/office/drawing/2014/main" val="3038991185"/>
                    </a:ext>
                  </a:extLst>
                </a:gridCol>
              </a:tblGrid>
              <a:tr h="353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578055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757027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428766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5955731"/>
                  </a:ext>
                </a:extLst>
              </a:tr>
              <a:tr h="3535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62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28897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</TotalTime>
  <Words>1755</Words>
  <Application>Microsoft Office PowerPoint</Application>
  <PresentationFormat>Widescreen</PresentationFormat>
  <Paragraphs>199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Bierstadt</vt:lpstr>
      <vt:lpstr>Neue Haas Grotesk Text Pro</vt:lpstr>
      <vt:lpstr>GestaltVTI</vt:lpstr>
      <vt:lpstr>CNN pipeline on 1024*1024 input with 4*4 kernel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Chetan Somana</dc:creator>
  <cp:lastModifiedBy>Chetan Somana</cp:lastModifiedBy>
  <cp:revision>1</cp:revision>
  <dcterms:created xsi:type="dcterms:W3CDTF">2025-11-01T19:33:06Z</dcterms:created>
  <dcterms:modified xsi:type="dcterms:W3CDTF">2026-01-02T17:39:04Z</dcterms:modified>
</cp:coreProperties>
</file>